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278" r:id="rId2"/>
    <p:sldId id="277" r:id="rId3"/>
    <p:sldId id="744" r:id="rId4"/>
    <p:sldId id="275" r:id="rId5"/>
    <p:sldId id="276" r:id="rId6"/>
    <p:sldId id="759" r:id="rId7"/>
    <p:sldId id="760" r:id="rId8"/>
    <p:sldId id="761" r:id="rId9"/>
    <p:sldId id="488" r:id="rId10"/>
    <p:sldId id="484" r:id="rId11"/>
    <p:sldId id="485" r:id="rId12"/>
    <p:sldId id="486" r:id="rId13"/>
    <p:sldId id="487" r:id="rId14"/>
    <p:sldId id="739" r:id="rId15"/>
    <p:sldId id="718" r:id="rId16"/>
    <p:sldId id="324" r:id="rId17"/>
    <p:sldId id="325" r:id="rId18"/>
    <p:sldId id="771" r:id="rId19"/>
    <p:sldId id="769" r:id="rId20"/>
    <p:sldId id="492" r:id="rId21"/>
    <p:sldId id="742" r:id="rId22"/>
    <p:sldId id="762" r:id="rId23"/>
    <p:sldId id="770" r:id="rId24"/>
    <p:sldId id="480" r:id="rId25"/>
    <p:sldId id="481" r:id="rId26"/>
    <p:sldId id="766" r:id="rId27"/>
    <p:sldId id="478" r:id="rId28"/>
    <p:sldId id="281" r:id="rId29"/>
    <p:sldId id="763" r:id="rId30"/>
    <p:sldId id="765" r:id="rId31"/>
    <p:sldId id="764" r:id="rId32"/>
    <p:sldId id="729" r:id="rId33"/>
    <p:sldId id="722" r:id="rId34"/>
    <p:sldId id="499" r:id="rId35"/>
    <p:sldId id="500" r:id="rId36"/>
    <p:sldId id="501" r:id="rId37"/>
    <p:sldId id="496" r:id="rId38"/>
    <p:sldId id="768" r:id="rId39"/>
    <p:sldId id="721" r:id="rId40"/>
    <p:sldId id="497" r:id="rId41"/>
    <p:sldId id="724" r:id="rId42"/>
    <p:sldId id="725" r:id="rId43"/>
    <p:sldId id="726" r:id="rId44"/>
    <p:sldId id="727" r:id="rId45"/>
    <p:sldId id="730" r:id="rId46"/>
    <p:sldId id="731" r:id="rId47"/>
    <p:sldId id="732" r:id="rId48"/>
    <p:sldId id="733" r:id="rId49"/>
    <p:sldId id="734" r:id="rId50"/>
    <p:sldId id="735" r:id="rId51"/>
    <p:sldId id="736" r:id="rId52"/>
    <p:sldId id="737" r:id="rId53"/>
    <p:sldId id="738" r:id="rId54"/>
    <p:sldId id="502" r:id="rId55"/>
    <p:sldId id="741" r:id="rId56"/>
    <p:sldId id="740" r:id="rId57"/>
    <p:sldId id="767" r:id="rId58"/>
    <p:sldId id="720" r:id="rId59"/>
    <p:sldId id="493"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84B6BE-22AA-43CC-9A0E-E78326592F4C}" v="389" dt="2024-01-16T05:17:17.6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79" autoAdjust="0"/>
    <p:restoredTop sz="94660"/>
  </p:normalViewPr>
  <p:slideViewPr>
    <p:cSldViewPr snapToGrid="0">
      <p:cViewPr varScale="1">
        <p:scale>
          <a:sx n="95" d="100"/>
          <a:sy n="95" d="100"/>
        </p:scale>
        <p:origin x="398" y="72"/>
      </p:cViewPr>
      <p:guideLst/>
    </p:cSldViewPr>
  </p:slideViewPr>
  <p:notesTextViewPr>
    <p:cViewPr>
      <p:scale>
        <a:sx n="1" d="1"/>
        <a:sy n="1" d="1"/>
      </p:scale>
      <p:origin x="0" y="0"/>
    </p:cViewPr>
  </p:notesTextViewPr>
  <p:sorterViewPr>
    <p:cViewPr>
      <p:scale>
        <a:sx n="100" d="100"/>
        <a:sy n="100" d="100"/>
      </p:scale>
      <p:origin x="0" y="-13973"/>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ttaranjan Hens" userId="6fc03958433e8a43" providerId="LiveId" clId="{CFB63489-96DA-4DB2-9413-B288DEF3D0C2}"/>
    <pc:docChg chg="undo custSel addSld delSld">
      <pc:chgData name="Chittaranjan Hens" userId="6fc03958433e8a43" providerId="LiveId" clId="{CFB63489-96DA-4DB2-9413-B288DEF3D0C2}" dt="2023-11-05T20:50:56.507" v="21" actId="47"/>
      <pc:docMkLst>
        <pc:docMk/>
      </pc:docMkLst>
      <pc:sldChg chg="add del">
        <pc:chgData name="Chittaranjan Hens" userId="6fc03958433e8a43" providerId="LiveId" clId="{CFB63489-96DA-4DB2-9413-B288DEF3D0C2}" dt="2023-11-05T20:50:56.507" v="21" actId="47"/>
        <pc:sldMkLst>
          <pc:docMk/>
          <pc:sldMk cId="322152922" sldId="278"/>
        </pc:sldMkLst>
      </pc:sldChg>
      <pc:sldChg chg="del">
        <pc:chgData name="Chittaranjan Hens" userId="6fc03958433e8a43" providerId="LiveId" clId="{CFB63489-96DA-4DB2-9413-B288DEF3D0C2}" dt="2023-11-05T20:50:48.201" v="0" actId="47"/>
        <pc:sldMkLst>
          <pc:docMk/>
          <pc:sldMk cId="1363051830" sldId="347"/>
        </pc:sldMkLst>
      </pc:sldChg>
      <pc:sldChg chg="del">
        <pc:chgData name="Chittaranjan Hens" userId="6fc03958433e8a43" providerId="LiveId" clId="{CFB63489-96DA-4DB2-9413-B288DEF3D0C2}" dt="2023-11-05T20:50:51.407" v="9" actId="47"/>
        <pc:sldMkLst>
          <pc:docMk/>
          <pc:sldMk cId="0" sldId="387"/>
        </pc:sldMkLst>
      </pc:sldChg>
      <pc:sldChg chg="del">
        <pc:chgData name="Chittaranjan Hens" userId="6fc03958433e8a43" providerId="LiveId" clId="{CFB63489-96DA-4DB2-9413-B288DEF3D0C2}" dt="2023-11-05T20:50:51.440" v="10" actId="47"/>
        <pc:sldMkLst>
          <pc:docMk/>
          <pc:sldMk cId="0" sldId="388"/>
        </pc:sldMkLst>
      </pc:sldChg>
      <pc:sldChg chg="del">
        <pc:chgData name="Chittaranjan Hens" userId="6fc03958433e8a43" providerId="LiveId" clId="{CFB63489-96DA-4DB2-9413-B288DEF3D0C2}" dt="2023-11-05T20:50:52.022" v="13" actId="47"/>
        <pc:sldMkLst>
          <pc:docMk/>
          <pc:sldMk cId="0" sldId="389"/>
        </pc:sldMkLst>
      </pc:sldChg>
      <pc:sldChg chg="del">
        <pc:chgData name="Chittaranjan Hens" userId="6fc03958433e8a43" providerId="LiveId" clId="{CFB63489-96DA-4DB2-9413-B288DEF3D0C2}" dt="2023-11-05T20:50:52.600" v="16" actId="47"/>
        <pc:sldMkLst>
          <pc:docMk/>
          <pc:sldMk cId="0" sldId="390"/>
        </pc:sldMkLst>
      </pc:sldChg>
      <pc:sldChg chg="del">
        <pc:chgData name="Chittaranjan Hens" userId="6fc03958433e8a43" providerId="LiveId" clId="{CFB63489-96DA-4DB2-9413-B288DEF3D0C2}" dt="2023-11-05T20:50:53.891" v="18" actId="47"/>
        <pc:sldMkLst>
          <pc:docMk/>
          <pc:sldMk cId="0" sldId="391"/>
        </pc:sldMkLst>
      </pc:sldChg>
      <pc:sldChg chg="del">
        <pc:chgData name="Chittaranjan Hens" userId="6fc03958433e8a43" providerId="LiveId" clId="{CFB63489-96DA-4DB2-9413-B288DEF3D0C2}" dt="2023-11-05T20:50:49.983" v="5" actId="47"/>
        <pc:sldMkLst>
          <pc:docMk/>
          <pc:sldMk cId="0" sldId="406"/>
        </pc:sldMkLst>
      </pc:sldChg>
      <pc:sldChg chg="del">
        <pc:chgData name="Chittaranjan Hens" userId="6fc03958433e8a43" providerId="LiveId" clId="{CFB63489-96DA-4DB2-9413-B288DEF3D0C2}" dt="2023-11-05T20:50:50.185" v="6" actId="47"/>
        <pc:sldMkLst>
          <pc:docMk/>
          <pc:sldMk cId="3478882572" sldId="411"/>
        </pc:sldMkLst>
      </pc:sldChg>
      <pc:sldChg chg="del">
        <pc:chgData name="Chittaranjan Hens" userId="6fc03958433e8a43" providerId="LiveId" clId="{CFB63489-96DA-4DB2-9413-B288DEF3D0C2}" dt="2023-11-05T20:50:50.413" v="7" actId="47"/>
        <pc:sldMkLst>
          <pc:docMk/>
          <pc:sldMk cId="2881302680" sldId="413"/>
        </pc:sldMkLst>
      </pc:sldChg>
      <pc:sldChg chg="del">
        <pc:chgData name="Chittaranjan Hens" userId="6fc03958433e8a43" providerId="LiveId" clId="{CFB63489-96DA-4DB2-9413-B288DEF3D0C2}" dt="2023-11-05T20:50:50.737" v="8" actId="47"/>
        <pc:sldMkLst>
          <pc:docMk/>
          <pc:sldMk cId="1333430897" sldId="415"/>
        </pc:sldMkLst>
      </pc:sldChg>
      <pc:sldChg chg="del">
        <pc:chgData name="Chittaranjan Hens" userId="6fc03958433e8a43" providerId="LiveId" clId="{CFB63489-96DA-4DB2-9413-B288DEF3D0C2}" dt="2023-11-05T20:50:52.305" v="14" actId="47"/>
        <pc:sldMkLst>
          <pc:docMk/>
          <pc:sldMk cId="328758699" sldId="416"/>
        </pc:sldMkLst>
      </pc:sldChg>
      <pc:sldChg chg="del">
        <pc:chgData name="Chittaranjan Hens" userId="6fc03958433e8a43" providerId="LiveId" clId="{CFB63489-96DA-4DB2-9413-B288DEF3D0C2}" dt="2023-11-05T20:50:52.567" v="15" actId="47"/>
        <pc:sldMkLst>
          <pc:docMk/>
          <pc:sldMk cId="2718063657" sldId="418"/>
        </pc:sldMkLst>
      </pc:sldChg>
      <pc:sldChg chg="del">
        <pc:chgData name="Chittaranjan Hens" userId="6fc03958433e8a43" providerId="LiveId" clId="{CFB63489-96DA-4DB2-9413-B288DEF3D0C2}" dt="2023-11-05T20:50:54.113" v="19" actId="47"/>
        <pc:sldMkLst>
          <pc:docMk/>
          <pc:sldMk cId="3425688704" sldId="419"/>
        </pc:sldMkLst>
      </pc:sldChg>
      <pc:sldChg chg="del">
        <pc:chgData name="Chittaranjan Hens" userId="6fc03958433e8a43" providerId="LiveId" clId="{CFB63489-96DA-4DB2-9413-B288DEF3D0C2}" dt="2023-11-05T20:50:49.319" v="4" actId="47"/>
        <pc:sldMkLst>
          <pc:docMk/>
          <pc:sldMk cId="3618200920" sldId="440"/>
        </pc:sldMkLst>
      </pc:sldChg>
      <pc:sldChg chg="del">
        <pc:chgData name="Chittaranjan Hens" userId="6fc03958433e8a43" providerId="LiveId" clId="{CFB63489-96DA-4DB2-9413-B288DEF3D0C2}" dt="2023-11-05T20:50:48.323" v="1" actId="47"/>
        <pc:sldMkLst>
          <pc:docMk/>
          <pc:sldMk cId="1983802560" sldId="443"/>
        </pc:sldMkLst>
      </pc:sldChg>
      <pc:sldChg chg="del">
        <pc:chgData name="Chittaranjan Hens" userId="6fc03958433e8a43" providerId="LiveId" clId="{CFB63489-96DA-4DB2-9413-B288DEF3D0C2}" dt="2023-11-05T20:50:48.950" v="2" actId="47"/>
        <pc:sldMkLst>
          <pc:docMk/>
          <pc:sldMk cId="874924738" sldId="444"/>
        </pc:sldMkLst>
      </pc:sldChg>
      <pc:sldChg chg="del">
        <pc:chgData name="Chittaranjan Hens" userId="6fc03958433e8a43" providerId="LiveId" clId="{CFB63489-96DA-4DB2-9413-B288DEF3D0C2}" dt="2023-11-05T20:50:49.183" v="3" actId="47"/>
        <pc:sldMkLst>
          <pc:docMk/>
          <pc:sldMk cId="194738743" sldId="445"/>
        </pc:sldMkLst>
      </pc:sldChg>
      <pc:sldChg chg="del">
        <pc:chgData name="Chittaranjan Hens" userId="6fc03958433e8a43" providerId="LiveId" clId="{CFB63489-96DA-4DB2-9413-B288DEF3D0C2}" dt="2023-11-05T20:50:51.496" v="11" actId="47"/>
        <pc:sldMkLst>
          <pc:docMk/>
          <pc:sldMk cId="1476625480" sldId="456"/>
        </pc:sldMkLst>
      </pc:sldChg>
      <pc:sldChg chg="del">
        <pc:chgData name="Chittaranjan Hens" userId="6fc03958433e8a43" providerId="LiveId" clId="{CFB63489-96DA-4DB2-9413-B288DEF3D0C2}" dt="2023-11-05T20:50:51.723" v="12" actId="47"/>
        <pc:sldMkLst>
          <pc:docMk/>
          <pc:sldMk cId="2108324488" sldId="458"/>
        </pc:sldMkLst>
      </pc:sldChg>
      <pc:sldChg chg="del">
        <pc:chgData name="Chittaranjan Hens" userId="6fc03958433e8a43" providerId="LiveId" clId="{CFB63489-96DA-4DB2-9413-B288DEF3D0C2}" dt="2023-11-05T20:50:53.433" v="17" actId="47"/>
        <pc:sldMkLst>
          <pc:docMk/>
          <pc:sldMk cId="2453110422" sldId="460"/>
        </pc:sldMkLst>
      </pc:sldChg>
    </pc:docChg>
  </pc:docChgLst>
  <pc:docChgLst>
    <pc:chgData name="Chittaranjan Hens" userId="6fc03958433e8a43" providerId="LiveId" clId="{8FC35386-D2C4-451B-9307-371306956297}"/>
    <pc:docChg chg="undo custSel addSld delSld modSld sldOrd">
      <pc:chgData name="Chittaranjan Hens" userId="6fc03958433e8a43" providerId="LiveId" clId="{8FC35386-D2C4-451B-9307-371306956297}" dt="2023-01-19T05:28:20.721" v="3760" actId="478"/>
      <pc:docMkLst>
        <pc:docMk/>
      </pc:docMkLst>
      <pc:sldChg chg="addSp delSp mod delAnim">
        <pc:chgData name="Chittaranjan Hens" userId="6fc03958433e8a43" providerId="LiveId" clId="{8FC35386-D2C4-451B-9307-371306956297}" dt="2023-01-18T20:24:17.113" v="3473" actId="22"/>
        <pc:sldMkLst>
          <pc:docMk/>
          <pc:sldMk cId="1102281606" sldId="264"/>
        </pc:sldMkLst>
        <pc:spChg chg="del">
          <ac:chgData name="Chittaranjan Hens" userId="6fc03958433e8a43" providerId="LiveId" clId="{8FC35386-D2C4-451B-9307-371306956297}" dt="2023-01-06T05:43:44.384" v="4" actId="478"/>
          <ac:spMkLst>
            <pc:docMk/>
            <pc:sldMk cId="1102281606" sldId="264"/>
            <ac:spMk id="2" creationId="{DC222BA3-A2CE-2597-05A4-700543D69720}"/>
          </ac:spMkLst>
        </pc:spChg>
        <pc:picChg chg="add del">
          <ac:chgData name="Chittaranjan Hens" userId="6fc03958433e8a43" providerId="LiveId" clId="{8FC35386-D2C4-451B-9307-371306956297}" dt="2023-01-18T20:24:17.113" v="3473" actId="22"/>
          <ac:picMkLst>
            <pc:docMk/>
            <pc:sldMk cId="1102281606" sldId="264"/>
            <ac:picMk id="5" creationId="{F4F5A89B-952F-6991-9A19-5087D9180FCB}"/>
          </ac:picMkLst>
        </pc:picChg>
      </pc:sldChg>
      <pc:sldChg chg="del">
        <pc:chgData name="Chittaranjan Hens" userId="6fc03958433e8a43" providerId="LiveId" clId="{8FC35386-D2C4-451B-9307-371306956297}" dt="2023-01-06T05:43:59.932" v="5" actId="47"/>
        <pc:sldMkLst>
          <pc:docMk/>
          <pc:sldMk cId="1314684922" sldId="265"/>
        </pc:sldMkLst>
      </pc:sldChg>
      <pc:sldChg chg="del">
        <pc:chgData name="Chittaranjan Hens" userId="6fc03958433e8a43" providerId="LiveId" clId="{8FC35386-D2C4-451B-9307-371306956297}" dt="2023-01-06T05:44:37.156" v="15" actId="47"/>
        <pc:sldMkLst>
          <pc:docMk/>
          <pc:sldMk cId="3796521375" sldId="266"/>
        </pc:sldMkLst>
      </pc:sldChg>
      <pc:sldChg chg="del">
        <pc:chgData name="Chittaranjan Hens" userId="6fc03958433e8a43" providerId="LiveId" clId="{8FC35386-D2C4-451B-9307-371306956297}" dt="2023-01-06T05:44:01.050" v="6" actId="47"/>
        <pc:sldMkLst>
          <pc:docMk/>
          <pc:sldMk cId="2025591606" sldId="267"/>
        </pc:sldMkLst>
      </pc:sldChg>
      <pc:sldChg chg="del">
        <pc:chgData name="Chittaranjan Hens" userId="6fc03958433e8a43" providerId="LiveId" clId="{8FC35386-D2C4-451B-9307-371306956297}" dt="2023-01-06T05:44:02.349" v="7" actId="47"/>
        <pc:sldMkLst>
          <pc:docMk/>
          <pc:sldMk cId="2621272481" sldId="269"/>
        </pc:sldMkLst>
      </pc:sldChg>
      <pc:sldChg chg="del">
        <pc:chgData name="Chittaranjan Hens" userId="6fc03958433e8a43" providerId="LiveId" clId="{8FC35386-D2C4-451B-9307-371306956297}" dt="2023-01-06T05:44:14.092" v="8" actId="47"/>
        <pc:sldMkLst>
          <pc:docMk/>
          <pc:sldMk cId="1257611884" sldId="271"/>
        </pc:sldMkLst>
      </pc:sldChg>
      <pc:sldChg chg="del">
        <pc:chgData name="Chittaranjan Hens" userId="6fc03958433e8a43" providerId="LiveId" clId="{8FC35386-D2C4-451B-9307-371306956297}" dt="2023-01-06T05:44:49.605" v="17" actId="47"/>
        <pc:sldMkLst>
          <pc:docMk/>
          <pc:sldMk cId="3538302570" sldId="272"/>
        </pc:sldMkLst>
      </pc:sldChg>
      <pc:sldChg chg="del">
        <pc:chgData name="Chittaranjan Hens" userId="6fc03958433e8a43" providerId="LiveId" clId="{8FC35386-D2C4-451B-9307-371306956297}" dt="2023-01-06T05:44:40.618" v="16" actId="47"/>
        <pc:sldMkLst>
          <pc:docMk/>
          <pc:sldMk cId="1697572089" sldId="273"/>
        </pc:sldMkLst>
      </pc:sldChg>
      <pc:sldChg chg="del">
        <pc:chgData name="Chittaranjan Hens" userId="6fc03958433e8a43" providerId="LiveId" clId="{8FC35386-D2C4-451B-9307-371306956297}" dt="2023-01-06T05:44:20.468" v="10" actId="47"/>
        <pc:sldMkLst>
          <pc:docMk/>
          <pc:sldMk cId="2763457763" sldId="276"/>
        </pc:sldMkLst>
      </pc:sldChg>
      <pc:sldChg chg="del">
        <pc:chgData name="Chittaranjan Hens" userId="6fc03958433e8a43" providerId="LiveId" clId="{8FC35386-D2C4-451B-9307-371306956297}" dt="2023-01-06T05:44:21.595" v="11" actId="47"/>
        <pc:sldMkLst>
          <pc:docMk/>
          <pc:sldMk cId="2849777498" sldId="277"/>
        </pc:sldMkLst>
      </pc:sldChg>
      <pc:sldChg chg="del">
        <pc:chgData name="Chittaranjan Hens" userId="6fc03958433e8a43" providerId="LiveId" clId="{8FC35386-D2C4-451B-9307-371306956297}" dt="2023-01-06T05:44:25.427" v="12" actId="47"/>
        <pc:sldMkLst>
          <pc:docMk/>
          <pc:sldMk cId="599373940" sldId="279"/>
        </pc:sldMkLst>
      </pc:sldChg>
      <pc:sldChg chg="del">
        <pc:chgData name="Chittaranjan Hens" userId="6fc03958433e8a43" providerId="LiveId" clId="{8FC35386-D2C4-451B-9307-371306956297}" dt="2023-01-06T05:44:26.610" v="13" actId="47"/>
        <pc:sldMkLst>
          <pc:docMk/>
          <pc:sldMk cId="663381156" sldId="280"/>
        </pc:sldMkLst>
      </pc:sldChg>
      <pc:sldChg chg="del">
        <pc:chgData name="Chittaranjan Hens" userId="6fc03958433e8a43" providerId="LiveId" clId="{8FC35386-D2C4-451B-9307-371306956297}" dt="2023-01-06T05:44:30.328" v="14" actId="47"/>
        <pc:sldMkLst>
          <pc:docMk/>
          <pc:sldMk cId="2761927713" sldId="281"/>
        </pc:sldMkLst>
      </pc:sldChg>
      <pc:sldChg chg="del">
        <pc:chgData name="Chittaranjan Hens" userId="6fc03958433e8a43" providerId="LiveId" clId="{8FC35386-D2C4-451B-9307-371306956297}" dt="2023-01-06T05:44:55.871" v="18" actId="47"/>
        <pc:sldMkLst>
          <pc:docMk/>
          <pc:sldMk cId="496438074" sldId="283"/>
        </pc:sldMkLst>
      </pc:sldChg>
      <pc:sldChg chg="del">
        <pc:chgData name="Chittaranjan Hens" userId="6fc03958433e8a43" providerId="LiveId" clId="{8FC35386-D2C4-451B-9307-371306956297}" dt="2023-01-06T05:45:00.925" v="19" actId="47"/>
        <pc:sldMkLst>
          <pc:docMk/>
          <pc:sldMk cId="3002433760" sldId="295"/>
        </pc:sldMkLst>
      </pc:sldChg>
      <pc:sldChg chg="del">
        <pc:chgData name="Chittaranjan Hens" userId="6fc03958433e8a43" providerId="LiveId" clId="{8FC35386-D2C4-451B-9307-371306956297}" dt="2023-01-06T05:45:01.500" v="20" actId="47"/>
        <pc:sldMkLst>
          <pc:docMk/>
          <pc:sldMk cId="1974607926" sldId="296"/>
        </pc:sldMkLst>
      </pc:sldChg>
      <pc:sldChg chg="del">
        <pc:chgData name="Chittaranjan Hens" userId="6fc03958433e8a43" providerId="LiveId" clId="{8FC35386-D2C4-451B-9307-371306956297}" dt="2023-01-06T05:45:01.789" v="21" actId="47"/>
        <pc:sldMkLst>
          <pc:docMk/>
          <pc:sldMk cId="1419003722" sldId="297"/>
        </pc:sldMkLst>
      </pc:sldChg>
      <pc:sldChg chg="del">
        <pc:chgData name="Chittaranjan Hens" userId="6fc03958433e8a43" providerId="LiveId" clId="{8FC35386-D2C4-451B-9307-371306956297}" dt="2023-01-06T05:45:02.049" v="22" actId="47"/>
        <pc:sldMkLst>
          <pc:docMk/>
          <pc:sldMk cId="478051190" sldId="298"/>
        </pc:sldMkLst>
      </pc:sldChg>
      <pc:sldChg chg="del">
        <pc:chgData name="Chittaranjan Hens" userId="6fc03958433e8a43" providerId="LiveId" clId="{8FC35386-D2C4-451B-9307-371306956297}" dt="2023-01-06T05:45:02.756" v="24" actId="47"/>
        <pc:sldMkLst>
          <pc:docMk/>
          <pc:sldMk cId="121351726" sldId="299"/>
        </pc:sldMkLst>
      </pc:sldChg>
      <pc:sldChg chg="del">
        <pc:chgData name="Chittaranjan Hens" userId="6fc03958433e8a43" providerId="LiveId" clId="{8FC35386-D2C4-451B-9307-371306956297}" dt="2023-01-06T05:45:02.804" v="25" actId="47"/>
        <pc:sldMkLst>
          <pc:docMk/>
          <pc:sldMk cId="4121662994" sldId="327"/>
        </pc:sldMkLst>
      </pc:sldChg>
      <pc:sldChg chg="del">
        <pc:chgData name="Chittaranjan Hens" userId="6fc03958433e8a43" providerId="LiveId" clId="{8FC35386-D2C4-451B-9307-371306956297}" dt="2023-01-06T05:45:02.431" v="23" actId="47"/>
        <pc:sldMkLst>
          <pc:docMk/>
          <pc:sldMk cId="88886105" sldId="330"/>
        </pc:sldMkLst>
      </pc:sldChg>
      <pc:sldChg chg="del">
        <pc:chgData name="Chittaranjan Hens" userId="6fc03958433e8a43" providerId="LiveId" clId="{8FC35386-D2C4-451B-9307-371306956297}" dt="2023-01-06T05:44:15.388" v="9" actId="47"/>
        <pc:sldMkLst>
          <pc:docMk/>
          <pc:sldMk cId="569048894" sldId="331"/>
        </pc:sldMkLst>
      </pc:sldChg>
      <pc:sldChg chg="del">
        <pc:chgData name="Chittaranjan Hens" userId="6fc03958433e8a43" providerId="LiveId" clId="{8FC35386-D2C4-451B-9307-371306956297}" dt="2023-01-06T05:45:03.102" v="26" actId="47"/>
        <pc:sldMkLst>
          <pc:docMk/>
          <pc:sldMk cId="4428162" sldId="332"/>
        </pc:sldMkLst>
      </pc:sldChg>
      <pc:sldChg chg="modSp del mod">
        <pc:chgData name="Chittaranjan Hens" userId="6fc03958433e8a43" providerId="LiveId" clId="{8FC35386-D2C4-451B-9307-371306956297}" dt="2023-01-06T05:45:40.566" v="31" actId="47"/>
        <pc:sldMkLst>
          <pc:docMk/>
          <pc:sldMk cId="1251487997" sldId="333"/>
        </pc:sldMkLst>
        <pc:spChg chg="mod">
          <ac:chgData name="Chittaranjan Hens" userId="6fc03958433e8a43" providerId="LiveId" clId="{8FC35386-D2C4-451B-9307-371306956297}" dt="2023-01-06T05:45:17.583" v="27" actId="207"/>
          <ac:spMkLst>
            <pc:docMk/>
            <pc:sldMk cId="1251487997" sldId="333"/>
            <ac:spMk id="15" creationId="{011F0240-892C-55F4-B3D2-B3AF12991600}"/>
          </ac:spMkLst>
        </pc:spChg>
        <pc:picChg chg="mod">
          <ac:chgData name="Chittaranjan Hens" userId="6fc03958433e8a43" providerId="LiveId" clId="{8FC35386-D2C4-451B-9307-371306956297}" dt="2023-01-06T05:40:02.621" v="1" actId="1076"/>
          <ac:picMkLst>
            <pc:docMk/>
            <pc:sldMk cId="1251487997" sldId="333"/>
            <ac:picMk id="4" creationId="{A77CDD2A-AFD3-0864-6D67-957A858D6745}"/>
          </ac:picMkLst>
        </pc:picChg>
      </pc:sldChg>
      <pc:sldChg chg="del">
        <pc:chgData name="Chittaranjan Hens" userId="6fc03958433e8a43" providerId="LiveId" clId="{8FC35386-D2C4-451B-9307-371306956297}" dt="2023-01-06T05:45:29.640" v="28" actId="47"/>
        <pc:sldMkLst>
          <pc:docMk/>
          <pc:sldMk cId="2298120832" sldId="334"/>
        </pc:sldMkLst>
      </pc:sldChg>
      <pc:sldChg chg="del">
        <pc:chgData name="Chittaranjan Hens" userId="6fc03958433e8a43" providerId="LiveId" clId="{8FC35386-D2C4-451B-9307-371306956297}" dt="2023-01-06T05:45:31.867" v="29" actId="47"/>
        <pc:sldMkLst>
          <pc:docMk/>
          <pc:sldMk cId="204522122" sldId="335"/>
        </pc:sldMkLst>
      </pc:sldChg>
      <pc:sldChg chg="del">
        <pc:chgData name="Chittaranjan Hens" userId="6fc03958433e8a43" providerId="LiveId" clId="{8FC35386-D2C4-451B-9307-371306956297}" dt="2023-01-06T05:45:33.249" v="30" actId="47"/>
        <pc:sldMkLst>
          <pc:docMk/>
          <pc:sldMk cId="2201819629" sldId="336"/>
        </pc:sldMkLst>
      </pc:sldChg>
      <pc:sldChg chg="del">
        <pc:chgData name="Chittaranjan Hens" userId="6fc03958433e8a43" providerId="LiveId" clId="{8FC35386-D2C4-451B-9307-371306956297}" dt="2023-01-06T05:45:48.701" v="32" actId="47"/>
        <pc:sldMkLst>
          <pc:docMk/>
          <pc:sldMk cId="2328464785" sldId="337"/>
        </pc:sldMkLst>
      </pc:sldChg>
      <pc:sldChg chg="del">
        <pc:chgData name="Chittaranjan Hens" userId="6fc03958433e8a43" providerId="LiveId" clId="{8FC35386-D2C4-451B-9307-371306956297}" dt="2023-01-06T05:45:54.324" v="33" actId="47"/>
        <pc:sldMkLst>
          <pc:docMk/>
          <pc:sldMk cId="95184056" sldId="338"/>
        </pc:sldMkLst>
      </pc:sldChg>
      <pc:sldChg chg="del">
        <pc:chgData name="Chittaranjan Hens" userId="6fc03958433e8a43" providerId="LiveId" clId="{8FC35386-D2C4-451B-9307-371306956297}" dt="2023-01-06T05:45:56.836" v="34" actId="47"/>
        <pc:sldMkLst>
          <pc:docMk/>
          <pc:sldMk cId="3817621952" sldId="340"/>
        </pc:sldMkLst>
      </pc:sldChg>
      <pc:sldChg chg="del">
        <pc:chgData name="Chittaranjan Hens" userId="6fc03958433e8a43" providerId="LiveId" clId="{8FC35386-D2C4-451B-9307-371306956297}" dt="2023-01-06T05:45:57.734" v="35" actId="47"/>
        <pc:sldMkLst>
          <pc:docMk/>
          <pc:sldMk cId="2091613246" sldId="342"/>
        </pc:sldMkLst>
      </pc:sldChg>
      <pc:sldChg chg="del">
        <pc:chgData name="Chittaranjan Hens" userId="6fc03958433e8a43" providerId="LiveId" clId="{8FC35386-D2C4-451B-9307-371306956297}" dt="2023-01-06T05:46:00.804" v="36" actId="47"/>
        <pc:sldMkLst>
          <pc:docMk/>
          <pc:sldMk cId="2195383221" sldId="343"/>
        </pc:sldMkLst>
      </pc:sldChg>
      <pc:sldChg chg="del">
        <pc:chgData name="Chittaranjan Hens" userId="6fc03958433e8a43" providerId="LiveId" clId="{8FC35386-D2C4-451B-9307-371306956297}" dt="2023-01-06T05:46:02.585" v="37" actId="47"/>
        <pc:sldMkLst>
          <pc:docMk/>
          <pc:sldMk cId="410067781" sldId="344"/>
        </pc:sldMkLst>
      </pc:sldChg>
      <pc:sldChg chg="modSp del mod">
        <pc:chgData name="Chittaranjan Hens" userId="6fc03958433e8a43" providerId="LiveId" clId="{8FC35386-D2C4-451B-9307-371306956297}" dt="2023-01-06T05:46:03.873" v="38" actId="47"/>
        <pc:sldMkLst>
          <pc:docMk/>
          <pc:sldMk cId="1848923214" sldId="345"/>
        </pc:sldMkLst>
        <pc:picChg chg="mod">
          <ac:chgData name="Chittaranjan Hens" userId="6fc03958433e8a43" providerId="LiveId" clId="{8FC35386-D2C4-451B-9307-371306956297}" dt="2023-01-06T05:40:21.311" v="3" actId="1076"/>
          <ac:picMkLst>
            <pc:docMk/>
            <pc:sldMk cId="1848923214" sldId="345"/>
            <ac:picMk id="6" creationId="{A329220C-EEA4-59CB-3B2B-D8A303DEF507}"/>
          </ac:picMkLst>
        </pc:picChg>
      </pc:sldChg>
      <pc:sldChg chg="del">
        <pc:chgData name="Chittaranjan Hens" userId="6fc03958433e8a43" providerId="LiveId" clId="{8FC35386-D2C4-451B-9307-371306956297}" dt="2023-01-06T05:46:04.904" v="39" actId="47"/>
        <pc:sldMkLst>
          <pc:docMk/>
          <pc:sldMk cId="741208684" sldId="346"/>
        </pc:sldMkLst>
      </pc:sldChg>
      <pc:sldChg chg="del">
        <pc:chgData name="Chittaranjan Hens" userId="6fc03958433e8a43" providerId="LiveId" clId="{8FC35386-D2C4-451B-9307-371306956297}" dt="2023-01-06T05:46:06.444" v="40" actId="47"/>
        <pc:sldMkLst>
          <pc:docMk/>
          <pc:sldMk cId="2384910355" sldId="347"/>
        </pc:sldMkLst>
      </pc:sldChg>
      <pc:sldChg chg="del">
        <pc:chgData name="Chittaranjan Hens" userId="6fc03958433e8a43" providerId="LiveId" clId="{8FC35386-D2C4-451B-9307-371306956297}" dt="2023-01-06T05:46:07.700" v="41" actId="47"/>
        <pc:sldMkLst>
          <pc:docMk/>
          <pc:sldMk cId="2084815155" sldId="348"/>
        </pc:sldMkLst>
      </pc:sldChg>
      <pc:sldChg chg="addSp delSp modSp mod setBg setClrOvrMap">
        <pc:chgData name="Chittaranjan Hens" userId="6fc03958433e8a43" providerId="LiveId" clId="{8FC35386-D2C4-451B-9307-371306956297}" dt="2023-01-06T06:12:03.289" v="92" actId="478"/>
        <pc:sldMkLst>
          <pc:docMk/>
          <pc:sldMk cId="785561664" sldId="349"/>
        </pc:sldMkLst>
        <pc:spChg chg="add mod ord">
          <ac:chgData name="Chittaranjan Hens" userId="6fc03958433e8a43" providerId="LiveId" clId="{8FC35386-D2C4-451B-9307-371306956297}" dt="2023-01-06T06:11:49.757" v="89" actId="26606"/>
          <ac:spMkLst>
            <pc:docMk/>
            <pc:sldMk cId="785561664" sldId="349"/>
            <ac:spMk id="2" creationId="{A556E9E2-95A0-8720-EEEE-85E7BA4C9E5A}"/>
          </ac:spMkLst>
        </pc:spChg>
        <pc:spChg chg="mod">
          <ac:chgData name="Chittaranjan Hens" userId="6fc03958433e8a43" providerId="LiveId" clId="{8FC35386-D2C4-451B-9307-371306956297}" dt="2023-01-06T06:11:49.757" v="89" actId="26606"/>
          <ac:spMkLst>
            <pc:docMk/>
            <pc:sldMk cId="785561664" sldId="349"/>
            <ac:spMk id="8" creationId="{25DB9404-1245-DBD1-0A6B-C45569333CB3}"/>
          </ac:spMkLst>
        </pc:spChg>
        <pc:spChg chg="add del">
          <ac:chgData name="Chittaranjan Hens" userId="6fc03958433e8a43" providerId="LiveId" clId="{8FC35386-D2C4-451B-9307-371306956297}" dt="2023-01-06T06:11:19.827" v="79" actId="26606"/>
          <ac:spMkLst>
            <pc:docMk/>
            <pc:sldMk cId="785561664" sldId="349"/>
            <ac:spMk id="10" creationId="{C991AD47-9C99-472F-BDAA-21B183F33947}"/>
          </ac:spMkLst>
        </pc:spChg>
        <pc:spChg chg="add del">
          <ac:chgData name="Chittaranjan Hens" userId="6fc03958433e8a43" providerId="LiveId" clId="{8FC35386-D2C4-451B-9307-371306956297}" dt="2023-01-06T06:11:19.827" v="79" actId="26606"/>
          <ac:spMkLst>
            <pc:docMk/>
            <pc:sldMk cId="785561664" sldId="349"/>
            <ac:spMk id="11" creationId="{9E706731-3860-4E73-9335-A870F6741F0B}"/>
          </ac:spMkLst>
        </pc:spChg>
        <pc:spChg chg="add del">
          <ac:chgData name="Chittaranjan Hens" userId="6fc03958433e8a43" providerId="LiveId" clId="{8FC35386-D2C4-451B-9307-371306956297}" dt="2023-01-06T06:10:32.927" v="73" actId="26606"/>
          <ac:spMkLst>
            <pc:docMk/>
            <pc:sldMk cId="785561664" sldId="349"/>
            <ac:spMk id="13" creationId="{352BEC0E-22F8-46D0-9632-375DB541B06C}"/>
          </ac:spMkLst>
        </pc:spChg>
        <pc:spChg chg="add del">
          <ac:chgData name="Chittaranjan Hens" userId="6fc03958433e8a43" providerId="LiveId" clId="{8FC35386-D2C4-451B-9307-371306956297}" dt="2023-01-06T06:10:32.927" v="73" actId="26606"/>
          <ac:spMkLst>
            <pc:docMk/>
            <pc:sldMk cId="785561664" sldId="349"/>
            <ac:spMk id="15" creationId="{3FCFB1DE-0B7E-48CC-BA90-B2AB0889F9D6}"/>
          </ac:spMkLst>
        </pc:spChg>
        <pc:spChg chg="add del">
          <ac:chgData name="Chittaranjan Hens" userId="6fc03958433e8a43" providerId="LiveId" clId="{8FC35386-D2C4-451B-9307-371306956297}" dt="2023-01-06T06:11:19.827" v="79" actId="26606"/>
          <ac:spMkLst>
            <pc:docMk/>
            <pc:sldMk cId="785561664" sldId="349"/>
            <ac:spMk id="17" creationId="{CD2ED21F-DC95-4AD1-8327-D561F5FCA3A6}"/>
          </ac:spMkLst>
        </pc:spChg>
        <pc:spChg chg="add del">
          <ac:chgData name="Chittaranjan Hens" userId="6fc03958433e8a43" providerId="LiveId" clId="{8FC35386-D2C4-451B-9307-371306956297}" dt="2023-01-06T06:11:49.757" v="89" actId="26606"/>
          <ac:spMkLst>
            <pc:docMk/>
            <pc:sldMk cId="785561664" sldId="349"/>
            <ac:spMk id="19" creationId="{53B475F8-50AE-46A0-9943-B2B63183D50C}"/>
          </ac:spMkLst>
        </pc:spChg>
        <pc:spChg chg="add del">
          <ac:chgData name="Chittaranjan Hens" userId="6fc03958433e8a43" providerId="LiveId" clId="{8FC35386-D2C4-451B-9307-371306956297}" dt="2023-01-06T06:11:49.757" v="89" actId="26606"/>
          <ac:spMkLst>
            <pc:docMk/>
            <pc:sldMk cId="785561664" sldId="349"/>
            <ac:spMk id="20" creationId="{75F6FDB4-2351-48C2-A863-2364A02343C0}"/>
          </ac:spMkLst>
        </pc:spChg>
        <pc:picChg chg="add del mod ord">
          <ac:chgData name="Chittaranjan Hens" userId="6fc03958433e8a43" providerId="LiveId" clId="{8FC35386-D2C4-451B-9307-371306956297}" dt="2023-01-06T06:11:49.757" v="89" actId="26606"/>
          <ac:picMkLst>
            <pc:docMk/>
            <pc:sldMk cId="785561664" sldId="349"/>
            <ac:picMk id="4" creationId="{A77CDD2A-AFD3-0864-6D67-957A858D6745}"/>
          </ac:picMkLst>
        </pc:picChg>
        <pc:picChg chg="add mod">
          <ac:chgData name="Chittaranjan Hens" userId="6fc03958433e8a43" providerId="LiveId" clId="{8FC35386-D2C4-451B-9307-371306956297}" dt="2023-01-06T06:11:49.757" v="89" actId="26606"/>
          <ac:picMkLst>
            <pc:docMk/>
            <pc:sldMk cId="785561664" sldId="349"/>
            <ac:picMk id="5" creationId="{4683D138-54C9-4327-55A2-56023555D615}"/>
          </ac:picMkLst>
        </pc:picChg>
        <pc:picChg chg="add del mod">
          <ac:chgData name="Chittaranjan Hens" userId="6fc03958433e8a43" providerId="LiveId" clId="{8FC35386-D2C4-451B-9307-371306956297}" dt="2023-01-06T06:12:03.289" v="92" actId="478"/>
          <ac:picMkLst>
            <pc:docMk/>
            <pc:sldMk cId="785561664" sldId="349"/>
            <ac:picMk id="7" creationId="{09FA5CCB-E872-49C1-7782-DD5AAA4D2DFD}"/>
          </ac:picMkLst>
        </pc:picChg>
      </pc:sldChg>
      <pc:sldChg chg="add">
        <pc:chgData name="Chittaranjan Hens" userId="6fc03958433e8a43" providerId="LiveId" clId="{8FC35386-D2C4-451B-9307-371306956297}" dt="2023-01-06T06:11:58.311" v="91" actId="2890"/>
        <pc:sldMkLst>
          <pc:docMk/>
          <pc:sldMk cId="4134741998" sldId="350"/>
        </pc:sldMkLst>
      </pc:sldChg>
      <pc:sldChg chg="addSp delSp modSp add mod">
        <pc:chgData name="Chittaranjan Hens" userId="6fc03958433e8a43" providerId="LiveId" clId="{8FC35386-D2C4-451B-9307-371306956297}" dt="2023-01-06T07:48:33.986" v="1108" actId="2711"/>
        <pc:sldMkLst>
          <pc:docMk/>
          <pc:sldMk cId="1680325285" sldId="351"/>
        </pc:sldMkLst>
        <pc:spChg chg="del">
          <ac:chgData name="Chittaranjan Hens" userId="6fc03958433e8a43" providerId="LiveId" clId="{8FC35386-D2C4-451B-9307-371306956297}" dt="2023-01-06T06:12:10.822" v="94" actId="478"/>
          <ac:spMkLst>
            <pc:docMk/>
            <pc:sldMk cId="1680325285" sldId="351"/>
            <ac:spMk id="2" creationId="{A556E9E2-95A0-8720-EEEE-85E7BA4C9E5A}"/>
          </ac:spMkLst>
        </pc:spChg>
        <pc:spChg chg="mod">
          <ac:chgData name="Chittaranjan Hens" userId="6fc03958433e8a43" providerId="LiveId" clId="{8FC35386-D2C4-451B-9307-371306956297}" dt="2023-01-06T07:48:33.986" v="1108" actId="2711"/>
          <ac:spMkLst>
            <pc:docMk/>
            <pc:sldMk cId="1680325285" sldId="351"/>
            <ac:spMk id="8" creationId="{25DB9404-1245-DBD1-0A6B-C45569333CB3}"/>
          </ac:spMkLst>
        </pc:spChg>
        <pc:spChg chg="add mod">
          <ac:chgData name="Chittaranjan Hens" userId="6fc03958433e8a43" providerId="LiveId" clId="{8FC35386-D2C4-451B-9307-371306956297}" dt="2023-01-06T07:48:33.986" v="1108" actId="2711"/>
          <ac:spMkLst>
            <pc:docMk/>
            <pc:sldMk cId="1680325285" sldId="351"/>
            <ac:spMk id="9" creationId="{D8895241-1711-6415-7787-D51C6F3D9B74}"/>
          </ac:spMkLst>
        </pc:spChg>
        <pc:picChg chg="del">
          <ac:chgData name="Chittaranjan Hens" userId="6fc03958433e8a43" providerId="LiveId" clId="{8FC35386-D2C4-451B-9307-371306956297}" dt="2023-01-06T06:12:10.822" v="94" actId="478"/>
          <ac:picMkLst>
            <pc:docMk/>
            <pc:sldMk cId="1680325285" sldId="351"/>
            <ac:picMk id="5" creationId="{4683D138-54C9-4327-55A2-56023555D615}"/>
          </ac:picMkLst>
        </pc:picChg>
        <pc:picChg chg="add mod">
          <ac:chgData name="Chittaranjan Hens" userId="6fc03958433e8a43" providerId="LiveId" clId="{8FC35386-D2C4-451B-9307-371306956297}" dt="2023-01-06T06:15:05.987" v="116" actId="1076"/>
          <ac:picMkLst>
            <pc:docMk/>
            <pc:sldMk cId="1680325285" sldId="351"/>
            <ac:picMk id="6" creationId="{70877C20-EE06-5503-B5F9-AB1965203A90}"/>
          </ac:picMkLst>
        </pc:picChg>
        <pc:picChg chg="del">
          <ac:chgData name="Chittaranjan Hens" userId="6fc03958433e8a43" providerId="LiveId" clId="{8FC35386-D2C4-451B-9307-371306956297}" dt="2023-01-06T06:12:10.822" v="94" actId="478"/>
          <ac:picMkLst>
            <pc:docMk/>
            <pc:sldMk cId="1680325285" sldId="351"/>
            <ac:picMk id="7" creationId="{09FA5CCB-E872-49C1-7782-DD5AAA4D2DFD}"/>
          </ac:picMkLst>
        </pc:picChg>
      </pc:sldChg>
      <pc:sldChg chg="addSp modSp add del mod">
        <pc:chgData name="Chittaranjan Hens" userId="6fc03958433e8a43" providerId="LiveId" clId="{8FC35386-D2C4-451B-9307-371306956297}" dt="2023-01-06T06:16:42.711" v="166" actId="47"/>
        <pc:sldMkLst>
          <pc:docMk/>
          <pc:sldMk cId="914977954" sldId="352"/>
        </pc:sldMkLst>
        <pc:spChg chg="add mod">
          <ac:chgData name="Chittaranjan Hens" userId="6fc03958433e8a43" providerId="LiveId" clId="{8FC35386-D2C4-451B-9307-371306956297}" dt="2023-01-06T06:16:29.735" v="162" actId="207"/>
          <ac:spMkLst>
            <pc:docMk/>
            <pc:sldMk cId="914977954" sldId="352"/>
            <ac:spMk id="5" creationId="{9C96F9D1-BBDB-B6FA-9FB2-3107482107E7}"/>
          </ac:spMkLst>
        </pc:spChg>
        <pc:spChg chg="mod">
          <ac:chgData name="Chittaranjan Hens" userId="6fc03958433e8a43" providerId="LiveId" clId="{8FC35386-D2C4-451B-9307-371306956297}" dt="2023-01-06T06:16:04.101" v="150" actId="6549"/>
          <ac:spMkLst>
            <pc:docMk/>
            <pc:sldMk cId="914977954" sldId="352"/>
            <ac:spMk id="9" creationId="{D8895241-1711-6415-7787-D51C6F3D9B74}"/>
          </ac:spMkLst>
        </pc:spChg>
        <pc:picChg chg="add mod">
          <ac:chgData name="Chittaranjan Hens" userId="6fc03958433e8a43" providerId="LiveId" clId="{8FC35386-D2C4-451B-9307-371306956297}" dt="2023-01-06T06:16:19.399" v="154" actId="1076"/>
          <ac:picMkLst>
            <pc:docMk/>
            <pc:sldMk cId="914977954" sldId="352"/>
            <ac:picMk id="3" creationId="{A3109A05-B10E-4269-B025-91F2DD69F37B}"/>
          </ac:picMkLst>
        </pc:picChg>
      </pc:sldChg>
      <pc:sldChg chg="addSp delSp modSp add mod">
        <pc:chgData name="Chittaranjan Hens" userId="6fc03958433e8a43" providerId="LiveId" clId="{8FC35386-D2C4-451B-9307-371306956297}" dt="2023-01-15T19:24:55.536" v="2692" actId="1076"/>
        <pc:sldMkLst>
          <pc:docMk/>
          <pc:sldMk cId="1461595360" sldId="353"/>
        </pc:sldMkLst>
        <pc:spChg chg="add del mod">
          <ac:chgData name="Chittaranjan Hens" userId="6fc03958433e8a43" providerId="LiveId" clId="{8FC35386-D2C4-451B-9307-371306956297}" dt="2023-01-06T07:32:46.711" v="449" actId="478"/>
          <ac:spMkLst>
            <pc:docMk/>
            <pc:sldMk cId="1461595360" sldId="353"/>
            <ac:spMk id="2" creationId="{A0DC0FAC-5C88-5356-0615-9D0DA1B3FD9B}"/>
          </ac:spMkLst>
        </pc:spChg>
        <pc:spChg chg="mod">
          <ac:chgData name="Chittaranjan Hens" userId="6fc03958433e8a43" providerId="LiveId" clId="{8FC35386-D2C4-451B-9307-371306956297}" dt="2023-01-06T07:42:00.517" v="812" actId="207"/>
          <ac:spMkLst>
            <pc:docMk/>
            <pc:sldMk cId="1461595360" sldId="353"/>
            <ac:spMk id="5" creationId="{9C96F9D1-BBDB-B6FA-9FB2-3107482107E7}"/>
          </ac:spMkLst>
        </pc:spChg>
        <pc:spChg chg="mod">
          <ac:chgData name="Chittaranjan Hens" userId="6fc03958433e8a43" providerId="LiveId" clId="{8FC35386-D2C4-451B-9307-371306956297}" dt="2023-01-15T19:24:55.536" v="2692" actId="1076"/>
          <ac:spMkLst>
            <pc:docMk/>
            <pc:sldMk cId="1461595360" sldId="353"/>
            <ac:spMk id="8" creationId="{25DB9404-1245-DBD1-0A6B-C45569333CB3}"/>
          </ac:spMkLst>
        </pc:spChg>
        <pc:picChg chg="mod">
          <ac:chgData name="Chittaranjan Hens" userId="6fc03958433e8a43" providerId="LiveId" clId="{8FC35386-D2C4-451B-9307-371306956297}" dt="2023-01-06T06:16:34.463" v="164" actId="1076"/>
          <ac:picMkLst>
            <pc:docMk/>
            <pc:sldMk cId="1461595360" sldId="353"/>
            <ac:picMk id="3" creationId="{A3109A05-B10E-4269-B025-91F2DD69F37B}"/>
          </ac:picMkLst>
        </pc:picChg>
      </pc:sldChg>
      <pc:sldChg chg="addSp delSp modSp add del mod">
        <pc:chgData name="Chittaranjan Hens" userId="6fc03958433e8a43" providerId="LiveId" clId="{8FC35386-D2C4-451B-9307-371306956297}" dt="2023-01-06T07:41:37.635" v="806" actId="47"/>
        <pc:sldMkLst>
          <pc:docMk/>
          <pc:sldMk cId="830450336" sldId="354"/>
        </pc:sldMkLst>
        <pc:spChg chg="add mod">
          <ac:chgData name="Chittaranjan Hens" userId="6fc03958433e8a43" providerId="LiveId" clId="{8FC35386-D2C4-451B-9307-371306956297}" dt="2023-01-06T06:17:49.171" v="205" actId="1076"/>
          <ac:spMkLst>
            <pc:docMk/>
            <pc:sldMk cId="830450336" sldId="354"/>
            <ac:spMk id="2" creationId="{7569857E-6062-8433-0C30-1DA060816C2B}"/>
          </ac:spMkLst>
        </pc:spChg>
        <pc:spChg chg="mod">
          <ac:chgData name="Chittaranjan Hens" userId="6fc03958433e8a43" providerId="LiveId" clId="{8FC35386-D2C4-451B-9307-371306956297}" dt="2023-01-06T07:06:25.156" v="208" actId="207"/>
          <ac:spMkLst>
            <pc:docMk/>
            <pc:sldMk cId="830450336" sldId="354"/>
            <ac:spMk id="5" creationId="{9C96F9D1-BBDB-B6FA-9FB2-3107482107E7}"/>
          </ac:spMkLst>
        </pc:spChg>
        <pc:spChg chg="add mod">
          <ac:chgData name="Chittaranjan Hens" userId="6fc03958433e8a43" providerId="LiveId" clId="{8FC35386-D2C4-451B-9307-371306956297}" dt="2023-01-06T07:06:27.622" v="209" actId="207"/>
          <ac:spMkLst>
            <pc:docMk/>
            <pc:sldMk cId="830450336" sldId="354"/>
            <ac:spMk id="12" creationId="{4840ECC4-2786-D9EA-C32E-90C9B705C94A}"/>
          </ac:spMkLst>
        </pc:spChg>
        <pc:picChg chg="del">
          <ac:chgData name="Chittaranjan Hens" userId="6fc03958433e8a43" providerId="LiveId" clId="{8FC35386-D2C4-451B-9307-371306956297}" dt="2023-01-06T06:16:53.978" v="169" actId="478"/>
          <ac:picMkLst>
            <pc:docMk/>
            <pc:sldMk cId="830450336" sldId="354"/>
            <ac:picMk id="3" creationId="{A3109A05-B10E-4269-B025-91F2DD69F37B}"/>
          </ac:picMkLst>
        </pc:picChg>
        <pc:picChg chg="add mod">
          <ac:chgData name="Chittaranjan Hens" userId="6fc03958433e8a43" providerId="LiveId" clId="{8FC35386-D2C4-451B-9307-371306956297}" dt="2023-01-06T06:17:51.847" v="206" actId="1076"/>
          <ac:picMkLst>
            <pc:docMk/>
            <pc:sldMk cId="830450336" sldId="354"/>
            <ac:picMk id="10" creationId="{C1E89EA3-7E2C-82E5-65A6-888912BEACA2}"/>
          </ac:picMkLst>
        </pc:picChg>
        <pc:picChg chg="add mod">
          <ac:chgData name="Chittaranjan Hens" userId="6fc03958433e8a43" providerId="LiveId" clId="{8FC35386-D2C4-451B-9307-371306956297}" dt="2023-01-06T06:17:54.864" v="207" actId="1076"/>
          <ac:picMkLst>
            <pc:docMk/>
            <pc:sldMk cId="830450336" sldId="354"/>
            <ac:picMk id="11" creationId="{1B1AF6D2-8C8E-A056-2DF5-632379620536}"/>
          </ac:picMkLst>
        </pc:picChg>
      </pc:sldChg>
      <pc:sldChg chg="addSp delSp modSp add mod ord">
        <pc:chgData name="Chittaranjan Hens" userId="6fc03958433e8a43" providerId="LiveId" clId="{8FC35386-D2C4-451B-9307-371306956297}" dt="2023-01-15T19:24:58.470" v="2694" actId="1076"/>
        <pc:sldMkLst>
          <pc:docMk/>
          <pc:sldMk cId="4018644813" sldId="355"/>
        </pc:sldMkLst>
        <pc:spChg chg="add del mod">
          <ac:chgData name="Chittaranjan Hens" userId="6fc03958433e8a43" providerId="LiveId" clId="{8FC35386-D2C4-451B-9307-371306956297}" dt="2023-01-06T07:27:21.079" v="439"/>
          <ac:spMkLst>
            <pc:docMk/>
            <pc:sldMk cId="4018644813" sldId="355"/>
            <ac:spMk id="2" creationId="{4F41AF57-935C-39B5-7722-9659EFB624ED}"/>
          </ac:spMkLst>
        </pc:spChg>
        <pc:spChg chg="mod">
          <ac:chgData name="Chittaranjan Hens" userId="6fc03958433e8a43" providerId="LiveId" clId="{8FC35386-D2C4-451B-9307-371306956297}" dt="2023-01-06T07:48:02.358" v="1106" actId="2711"/>
          <ac:spMkLst>
            <pc:docMk/>
            <pc:sldMk cId="4018644813" sldId="355"/>
            <ac:spMk id="5" creationId="{9C96F9D1-BBDB-B6FA-9FB2-3107482107E7}"/>
          </ac:spMkLst>
        </pc:spChg>
        <pc:spChg chg="add mod">
          <ac:chgData name="Chittaranjan Hens" userId="6fc03958433e8a43" providerId="LiveId" clId="{8FC35386-D2C4-451B-9307-371306956297}" dt="2023-01-06T07:48:02.358" v="1106" actId="2711"/>
          <ac:spMkLst>
            <pc:docMk/>
            <pc:sldMk cId="4018644813" sldId="355"/>
            <ac:spMk id="7" creationId="{31B2941C-7A95-5B03-3803-36E8C977A522}"/>
          </ac:spMkLst>
        </pc:spChg>
        <pc:spChg chg="mod">
          <ac:chgData name="Chittaranjan Hens" userId="6fc03958433e8a43" providerId="LiveId" clId="{8FC35386-D2C4-451B-9307-371306956297}" dt="2023-01-15T19:24:58.470" v="2694" actId="1076"/>
          <ac:spMkLst>
            <pc:docMk/>
            <pc:sldMk cId="4018644813" sldId="355"/>
            <ac:spMk id="8" creationId="{25DB9404-1245-DBD1-0A6B-C45569333CB3}"/>
          </ac:spMkLst>
        </pc:spChg>
        <pc:spChg chg="mod">
          <ac:chgData name="Chittaranjan Hens" userId="6fc03958433e8a43" providerId="LiveId" clId="{8FC35386-D2C4-451B-9307-371306956297}" dt="2023-01-06T07:48:02.358" v="1106" actId="2711"/>
          <ac:spMkLst>
            <pc:docMk/>
            <pc:sldMk cId="4018644813" sldId="355"/>
            <ac:spMk id="9" creationId="{D8895241-1711-6415-7787-D51C6F3D9B74}"/>
          </ac:spMkLst>
        </pc:spChg>
        <pc:spChg chg="add mod">
          <ac:chgData name="Chittaranjan Hens" userId="6fc03958433e8a43" providerId="LiveId" clId="{8FC35386-D2C4-451B-9307-371306956297}" dt="2023-01-06T07:48:02.358" v="1106" actId="2711"/>
          <ac:spMkLst>
            <pc:docMk/>
            <pc:sldMk cId="4018644813" sldId="355"/>
            <ac:spMk id="10" creationId="{50CAC29A-9A53-9ABF-3062-D92FB73B5014}"/>
          </ac:spMkLst>
        </pc:spChg>
        <pc:spChg chg="add mod">
          <ac:chgData name="Chittaranjan Hens" userId="6fc03958433e8a43" providerId="LiveId" clId="{8FC35386-D2C4-451B-9307-371306956297}" dt="2023-01-06T07:48:02.358" v="1106" actId="2711"/>
          <ac:spMkLst>
            <pc:docMk/>
            <pc:sldMk cId="4018644813" sldId="355"/>
            <ac:spMk id="11" creationId="{38E6ABDE-C9C1-E2BA-224B-4BD3108E4F92}"/>
          </ac:spMkLst>
        </pc:spChg>
        <pc:spChg chg="add mod">
          <ac:chgData name="Chittaranjan Hens" userId="6fc03958433e8a43" providerId="LiveId" clId="{8FC35386-D2C4-451B-9307-371306956297}" dt="2023-01-06T07:56:25.923" v="1242" actId="1076"/>
          <ac:spMkLst>
            <pc:docMk/>
            <pc:sldMk cId="4018644813" sldId="355"/>
            <ac:spMk id="12" creationId="{32FA9E8B-6833-6C09-C503-4412C841796B}"/>
          </ac:spMkLst>
        </pc:spChg>
        <pc:picChg chg="del">
          <ac:chgData name="Chittaranjan Hens" userId="6fc03958433e8a43" providerId="LiveId" clId="{8FC35386-D2C4-451B-9307-371306956297}" dt="2023-01-06T07:27:21.072" v="437" actId="478"/>
          <ac:picMkLst>
            <pc:docMk/>
            <pc:sldMk cId="4018644813" sldId="355"/>
            <ac:picMk id="3" creationId="{A3109A05-B10E-4269-B025-91F2DD69F37B}"/>
          </ac:picMkLst>
        </pc:picChg>
        <pc:picChg chg="mod">
          <ac:chgData name="Chittaranjan Hens" userId="6fc03958433e8a43" providerId="LiveId" clId="{8FC35386-D2C4-451B-9307-371306956297}" dt="2023-01-06T07:48:02.358" v="1106" actId="2711"/>
          <ac:picMkLst>
            <pc:docMk/>
            <pc:sldMk cId="4018644813" sldId="355"/>
            <ac:picMk id="4" creationId="{A77CDD2A-AFD3-0864-6D67-957A858D6745}"/>
          </ac:picMkLst>
        </pc:picChg>
        <pc:picChg chg="mod">
          <ac:chgData name="Chittaranjan Hens" userId="6fc03958433e8a43" providerId="LiveId" clId="{8FC35386-D2C4-451B-9307-371306956297}" dt="2023-01-06T07:48:02.358" v="1106" actId="2711"/>
          <ac:picMkLst>
            <pc:docMk/>
            <pc:sldMk cId="4018644813" sldId="355"/>
            <ac:picMk id="6" creationId="{70877C20-EE06-5503-B5F9-AB1965203A90}"/>
          </ac:picMkLst>
        </pc:picChg>
      </pc:sldChg>
      <pc:sldChg chg="delSp modSp add mod">
        <pc:chgData name="Chittaranjan Hens" userId="6fc03958433e8a43" providerId="LiveId" clId="{8FC35386-D2C4-451B-9307-371306956297}" dt="2023-01-15T19:24:56.628" v="2693" actId="1076"/>
        <pc:sldMkLst>
          <pc:docMk/>
          <pc:sldMk cId="3292365335" sldId="356"/>
        </pc:sldMkLst>
        <pc:spChg chg="mod">
          <ac:chgData name="Chittaranjan Hens" userId="6fc03958433e8a43" providerId="LiveId" clId="{8FC35386-D2C4-451B-9307-371306956297}" dt="2023-01-06T07:48:09.669" v="1107" actId="2711"/>
          <ac:spMkLst>
            <pc:docMk/>
            <pc:sldMk cId="3292365335" sldId="356"/>
            <ac:spMk id="5" creationId="{9C96F9D1-BBDB-B6FA-9FB2-3107482107E7}"/>
          </ac:spMkLst>
        </pc:spChg>
        <pc:spChg chg="mod">
          <ac:chgData name="Chittaranjan Hens" userId="6fc03958433e8a43" providerId="LiveId" clId="{8FC35386-D2C4-451B-9307-371306956297}" dt="2023-01-06T07:48:09.669" v="1107" actId="2711"/>
          <ac:spMkLst>
            <pc:docMk/>
            <pc:sldMk cId="3292365335" sldId="356"/>
            <ac:spMk id="7" creationId="{31B2941C-7A95-5B03-3803-36E8C977A522}"/>
          </ac:spMkLst>
        </pc:spChg>
        <pc:spChg chg="mod">
          <ac:chgData name="Chittaranjan Hens" userId="6fc03958433e8a43" providerId="LiveId" clId="{8FC35386-D2C4-451B-9307-371306956297}" dt="2023-01-15T19:24:56.628" v="2693" actId="1076"/>
          <ac:spMkLst>
            <pc:docMk/>
            <pc:sldMk cId="3292365335" sldId="356"/>
            <ac:spMk id="8" creationId="{25DB9404-1245-DBD1-0A6B-C45569333CB3}"/>
          </ac:spMkLst>
        </pc:spChg>
        <pc:spChg chg="mod">
          <ac:chgData name="Chittaranjan Hens" userId="6fc03958433e8a43" providerId="LiveId" clId="{8FC35386-D2C4-451B-9307-371306956297}" dt="2023-01-06T07:48:09.669" v="1107" actId="2711"/>
          <ac:spMkLst>
            <pc:docMk/>
            <pc:sldMk cId="3292365335" sldId="356"/>
            <ac:spMk id="9" creationId="{D8895241-1711-6415-7787-D51C6F3D9B74}"/>
          </ac:spMkLst>
        </pc:spChg>
        <pc:spChg chg="mod">
          <ac:chgData name="Chittaranjan Hens" userId="6fc03958433e8a43" providerId="LiveId" clId="{8FC35386-D2C4-451B-9307-371306956297}" dt="2023-01-06T07:48:09.669" v="1107" actId="2711"/>
          <ac:spMkLst>
            <pc:docMk/>
            <pc:sldMk cId="3292365335" sldId="356"/>
            <ac:spMk id="10" creationId="{50CAC29A-9A53-9ABF-3062-D92FB73B5014}"/>
          </ac:spMkLst>
        </pc:spChg>
        <pc:spChg chg="mod">
          <ac:chgData name="Chittaranjan Hens" userId="6fc03958433e8a43" providerId="LiveId" clId="{8FC35386-D2C4-451B-9307-371306956297}" dt="2023-01-06T07:48:09.669" v="1107" actId="2711"/>
          <ac:spMkLst>
            <pc:docMk/>
            <pc:sldMk cId="3292365335" sldId="356"/>
            <ac:spMk id="11" creationId="{38E6ABDE-C9C1-E2BA-224B-4BD3108E4F92}"/>
          </ac:spMkLst>
        </pc:spChg>
        <pc:spChg chg="del">
          <ac:chgData name="Chittaranjan Hens" userId="6fc03958433e8a43" providerId="LiveId" clId="{8FC35386-D2C4-451B-9307-371306956297}" dt="2023-01-06T07:42:15.452" v="817" actId="478"/>
          <ac:spMkLst>
            <pc:docMk/>
            <pc:sldMk cId="3292365335" sldId="356"/>
            <ac:spMk id="12" creationId="{32FA9E8B-6833-6C09-C503-4412C841796B}"/>
          </ac:spMkLst>
        </pc:spChg>
        <pc:picChg chg="mod">
          <ac:chgData name="Chittaranjan Hens" userId="6fc03958433e8a43" providerId="LiveId" clId="{8FC35386-D2C4-451B-9307-371306956297}" dt="2023-01-06T07:48:09.669" v="1107" actId="2711"/>
          <ac:picMkLst>
            <pc:docMk/>
            <pc:sldMk cId="3292365335" sldId="356"/>
            <ac:picMk id="4" creationId="{A77CDD2A-AFD3-0864-6D67-957A858D6745}"/>
          </ac:picMkLst>
        </pc:picChg>
        <pc:picChg chg="mod">
          <ac:chgData name="Chittaranjan Hens" userId="6fc03958433e8a43" providerId="LiveId" clId="{8FC35386-D2C4-451B-9307-371306956297}" dt="2023-01-06T07:48:09.669" v="1107" actId="2711"/>
          <ac:picMkLst>
            <pc:docMk/>
            <pc:sldMk cId="3292365335" sldId="356"/>
            <ac:picMk id="6" creationId="{70877C20-EE06-5503-B5F9-AB1965203A90}"/>
          </ac:picMkLst>
        </pc:picChg>
      </pc:sldChg>
      <pc:sldChg chg="addSp modSp add mod">
        <pc:chgData name="Chittaranjan Hens" userId="6fc03958433e8a43" providerId="LiveId" clId="{8FC35386-D2C4-451B-9307-371306956297}" dt="2023-01-15T19:25:02.335" v="2695" actId="1076"/>
        <pc:sldMkLst>
          <pc:docMk/>
          <pc:sldMk cId="4124511645" sldId="357"/>
        </pc:sldMkLst>
        <pc:spChg chg="add mod">
          <ac:chgData name="Chittaranjan Hens" userId="6fc03958433e8a43" providerId="LiveId" clId="{8FC35386-D2C4-451B-9307-371306956297}" dt="2023-01-06T07:47:53.779" v="1105" actId="2711"/>
          <ac:spMkLst>
            <pc:docMk/>
            <pc:sldMk cId="4124511645" sldId="357"/>
            <ac:spMk id="2" creationId="{F7EAC845-DA5C-41F2-8BB3-2A2EA8301693}"/>
          </ac:spMkLst>
        </pc:spChg>
        <pc:spChg chg="mod">
          <ac:chgData name="Chittaranjan Hens" userId="6fc03958433e8a43" providerId="LiveId" clId="{8FC35386-D2C4-451B-9307-371306956297}" dt="2023-01-06T07:47:53.779" v="1105" actId="2711"/>
          <ac:spMkLst>
            <pc:docMk/>
            <pc:sldMk cId="4124511645" sldId="357"/>
            <ac:spMk id="5" creationId="{9C96F9D1-BBDB-B6FA-9FB2-3107482107E7}"/>
          </ac:spMkLst>
        </pc:spChg>
        <pc:spChg chg="mod">
          <ac:chgData name="Chittaranjan Hens" userId="6fc03958433e8a43" providerId="LiveId" clId="{8FC35386-D2C4-451B-9307-371306956297}" dt="2023-01-06T07:47:53.779" v="1105" actId="2711"/>
          <ac:spMkLst>
            <pc:docMk/>
            <pc:sldMk cId="4124511645" sldId="357"/>
            <ac:spMk id="7" creationId="{31B2941C-7A95-5B03-3803-36E8C977A522}"/>
          </ac:spMkLst>
        </pc:spChg>
        <pc:spChg chg="mod">
          <ac:chgData name="Chittaranjan Hens" userId="6fc03958433e8a43" providerId="LiveId" clId="{8FC35386-D2C4-451B-9307-371306956297}" dt="2023-01-15T19:25:02.335" v="2695" actId="1076"/>
          <ac:spMkLst>
            <pc:docMk/>
            <pc:sldMk cId="4124511645" sldId="357"/>
            <ac:spMk id="8" creationId="{25DB9404-1245-DBD1-0A6B-C45569333CB3}"/>
          </ac:spMkLst>
        </pc:spChg>
        <pc:spChg chg="mod">
          <ac:chgData name="Chittaranjan Hens" userId="6fc03958433e8a43" providerId="LiveId" clId="{8FC35386-D2C4-451B-9307-371306956297}" dt="2023-01-06T07:47:53.779" v="1105" actId="2711"/>
          <ac:spMkLst>
            <pc:docMk/>
            <pc:sldMk cId="4124511645" sldId="357"/>
            <ac:spMk id="9" creationId="{D8895241-1711-6415-7787-D51C6F3D9B74}"/>
          </ac:spMkLst>
        </pc:spChg>
        <pc:spChg chg="mod">
          <ac:chgData name="Chittaranjan Hens" userId="6fc03958433e8a43" providerId="LiveId" clId="{8FC35386-D2C4-451B-9307-371306956297}" dt="2023-01-06T07:47:53.779" v="1105" actId="2711"/>
          <ac:spMkLst>
            <pc:docMk/>
            <pc:sldMk cId="4124511645" sldId="357"/>
            <ac:spMk id="10" creationId="{50CAC29A-9A53-9ABF-3062-D92FB73B5014}"/>
          </ac:spMkLst>
        </pc:spChg>
        <pc:spChg chg="mod">
          <ac:chgData name="Chittaranjan Hens" userId="6fc03958433e8a43" providerId="LiveId" clId="{8FC35386-D2C4-451B-9307-371306956297}" dt="2023-01-06T07:47:53.779" v="1105" actId="2711"/>
          <ac:spMkLst>
            <pc:docMk/>
            <pc:sldMk cId="4124511645" sldId="357"/>
            <ac:spMk id="11" creationId="{38E6ABDE-C9C1-E2BA-224B-4BD3108E4F92}"/>
          </ac:spMkLst>
        </pc:spChg>
        <pc:spChg chg="mod">
          <ac:chgData name="Chittaranjan Hens" userId="6fc03958433e8a43" providerId="LiveId" clId="{8FC35386-D2C4-451B-9307-371306956297}" dt="2023-01-06T07:47:53.779" v="1105" actId="2711"/>
          <ac:spMkLst>
            <pc:docMk/>
            <pc:sldMk cId="4124511645" sldId="357"/>
            <ac:spMk id="12" creationId="{32FA9E8B-6833-6C09-C503-4412C841796B}"/>
          </ac:spMkLst>
        </pc:spChg>
        <pc:picChg chg="mod">
          <ac:chgData name="Chittaranjan Hens" userId="6fc03958433e8a43" providerId="LiveId" clId="{8FC35386-D2C4-451B-9307-371306956297}" dt="2023-01-06T07:47:53.779" v="1105" actId="2711"/>
          <ac:picMkLst>
            <pc:docMk/>
            <pc:sldMk cId="4124511645" sldId="357"/>
            <ac:picMk id="4" creationId="{A77CDD2A-AFD3-0864-6D67-957A858D6745}"/>
          </ac:picMkLst>
        </pc:picChg>
        <pc:picChg chg="mod">
          <ac:chgData name="Chittaranjan Hens" userId="6fc03958433e8a43" providerId="LiveId" clId="{8FC35386-D2C4-451B-9307-371306956297}" dt="2023-01-06T07:47:53.779" v="1105" actId="2711"/>
          <ac:picMkLst>
            <pc:docMk/>
            <pc:sldMk cId="4124511645" sldId="357"/>
            <ac:picMk id="6" creationId="{70877C20-EE06-5503-B5F9-AB1965203A90}"/>
          </ac:picMkLst>
        </pc:picChg>
      </pc:sldChg>
      <pc:sldChg chg="addSp modSp add mod">
        <pc:chgData name="Chittaranjan Hens" userId="6fc03958433e8a43" providerId="LiveId" clId="{8FC35386-D2C4-451B-9307-371306956297}" dt="2023-01-15T19:25:05.736" v="2696" actId="1076"/>
        <pc:sldMkLst>
          <pc:docMk/>
          <pc:sldMk cId="556724120" sldId="358"/>
        </pc:sldMkLst>
        <pc:spChg chg="mod">
          <ac:chgData name="Chittaranjan Hens" userId="6fc03958433e8a43" providerId="LiveId" clId="{8FC35386-D2C4-451B-9307-371306956297}" dt="2023-01-06T07:56:15.691" v="1240" actId="1076"/>
          <ac:spMkLst>
            <pc:docMk/>
            <pc:sldMk cId="556724120" sldId="358"/>
            <ac:spMk id="2" creationId="{F7EAC845-DA5C-41F2-8BB3-2A2EA8301693}"/>
          </ac:spMkLst>
        </pc:spChg>
        <pc:spChg chg="add mod">
          <ac:chgData name="Chittaranjan Hens" userId="6fc03958433e8a43" providerId="LiveId" clId="{8FC35386-D2C4-451B-9307-371306956297}" dt="2023-01-06T07:56:18.770" v="1241" actId="1076"/>
          <ac:spMkLst>
            <pc:docMk/>
            <pc:sldMk cId="556724120" sldId="358"/>
            <ac:spMk id="3" creationId="{A935EF63-BC6A-CD20-57EB-5E731D2F5C59}"/>
          </ac:spMkLst>
        </pc:spChg>
        <pc:spChg chg="mod">
          <ac:chgData name="Chittaranjan Hens" userId="6fc03958433e8a43" providerId="LiveId" clId="{8FC35386-D2C4-451B-9307-371306956297}" dt="2023-01-06T07:47:36.683" v="1103" actId="2711"/>
          <ac:spMkLst>
            <pc:docMk/>
            <pc:sldMk cId="556724120" sldId="358"/>
            <ac:spMk id="7" creationId="{31B2941C-7A95-5B03-3803-36E8C977A522}"/>
          </ac:spMkLst>
        </pc:spChg>
        <pc:spChg chg="mod">
          <ac:chgData name="Chittaranjan Hens" userId="6fc03958433e8a43" providerId="LiveId" clId="{8FC35386-D2C4-451B-9307-371306956297}" dt="2023-01-15T19:25:05.736" v="2696" actId="1076"/>
          <ac:spMkLst>
            <pc:docMk/>
            <pc:sldMk cId="556724120" sldId="358"/>
            <ac:spMk id="8" creationId="{25DB9404-1245-DBD1-0A6B-C45569333CB3}"/>
          </ac:spMkLst>
        </pc:spChg>
        <pc:spChg chg="mod">
          <ac:chgData name="Chittaranjan Hens" userId="6fc03958433e8a43" providerId="LiveId" clId="{8FC35386-D2C4-451B-9307-371306956297}" dt="2023-01-06T07:47:44.137" v="1104" actId="2711"/>
          <ac:spMkLst>
            <pc:docMk/>
            <pc:sldMk cId="556724120" sldId="358"/>
            <ac:spMk id="9" creationId="{D8895241-1711-6415-7787-D51C6F3D9B74}"/>
          </ac:spMkLst>
        </pc:spChg>
        <pc:spChg chg="mod">
          <ac:chgData name="Chittaranjan Hens" userId="6fc03958433e8a43" providerId="LiveId" clId="{8FC35386-D2C4-451B-9307-371306956297}" dt="2023-01-06T07:47:36.683" v="1103" actId="2711"/>
          <ac:spMkLst>
            <pc:docMk/>
            <pc:sldMk cId="556724120" sldId="358"/>
            <ac:spMk id="11" creationId="{38E6ABDE-C9C1-E2BA-224B-4BD3108E4F92}"/>
          </ac:spMkLst>
        </pc:spChg>
        <pc:spChg chg="mod">
          <ac:chgData name="Chittaranjan Hens" userId="6fc03958433e8a43" providerId="LiveId" clId="{8FC35386-D2C4-451B-9307-371306956297}" dt="2023-01-06T07:47:36.683" v="1103" actId="2711"/>
          <ac:spMkLst>
            <pc:docMk/>
            <pc:sldMk cId="556724120" sldId="358"/>
            <ac:spMk id="12" creationId="{32FA9E8B-6833-6C09-C503-4412C841796B}"/>
          </ac:spMkLst>
        </pc:spChg>
        <pc:picChg chg="mod">
          <ac:chgData name="Chittaranjan Hens" userId="6fc03958433e8a43" providerId="LiveId" clId="{8FC35386-D2C4-451B-9307-371306956297}" dt="2023-01-06T07:45:31.395" v="1044" actId="1076"/>
          <ac:picMkLst>
            <pc:docMk/>
            <pc:sldMk cId="556724120" sldId="358"/>
            <ac:picMk id="4" creationId="{A77CDD2A-AFD3-0864-6D67-957A858D6745}"/>
          </ac:picMkLst>
        </pc:picChg>
      </pc:sldChg>
      <pc:sldChg chg="addSp delSp modSp add mod modAnim">
        <pc:chgData name="Chittaranjan Hens" userId="6fc03958433e8a43" providerId="LiveId" clId="{8FC35386-D2C4-451B-9307-371306956297}" dt="2023-01-15T20:17:33.634" v="3265" actId="20577"/>
        <pc:sldMkLst>
          <pc:docMk/>
          <pc:sldMk cId="3315069420" sldId="359"/>
        </pc:sldMkLst>
        <pc:spChg chg="add mod">
          <ac:chgData name="Chittaranjan Hens" userId="6fc03958433e8a43" providerId="LiveId" clId="{8FC35386-D2C4-451B-9307-371306956297}" dt="2023-01-14T19:49:12.560" v="1953" actId="20577"/>
          <ac:spMkLst>
            <pc:docMk/>
            <pc:sldMk cId="3315069420" sldId="359"/>
            <ac:spMk id="2" creationId="{4B148BB1-DC18-C49E-752C-EF385821E0A0}"/>
          </ac:spMkLst>
        </pc:spChg>
        <pc:spChg chg="add mod">
          <ac:chgData name="Chittaranjan Hens" userId="6fc03958433e8a43" providerId="LiveId" clId="{8FC35386-D2C4-451B-9307-371306956297}" dt="2023-01-14T19:50:21.996" v="2004" actId="20577"/>
          <ac:spMkLst>
            <pc:docMk/>
            <pc:sldMk cId="3315069420" sldId="359"/>
            <ac:spMk id="3" creationId="{51D006F3-3EBE-2304-22E9-85341026A74A}"/>
          </ac:spMkLst>
        </pc:spChg>
        <pc:spChg chg="del">
          <ac:chgData name="Chittaranjan Hens" userId="6fc03958433e8a43" providerId="LiveId" clId="{8FC35386-D2C4-451B-9307-371306956297}" dt="2023-01-06T07:46:16.399" v="1050" actId="478"/>
          <ac:spMkLst>
            <pc:docMk/>
            <pc:sldMk cId="3315069420" sldId="359"/>
            <ac:spMk id="5" creationId="{9C96F9D1-BBDB-B6FA-9FB2-3107482107E7}"/>
          </ac:spMkLst>
        </pc:spChg>
        <pc:spChg chg="add mod">
          <ac:chgData name="Chittaranjan Hens" userId="6fc03958433e8a43" providerId="LiveId" clId="{8FC35386-D2C4-451B-9307-371306956297}" dt="2023-01-06T07:46:31.513" v="1056" actId="14100"/>
          <ac:spMkLst>
            <pc:docMk/>
            <pc:sldMk cId="3315069420" sldId="359"/>
            <ac:spMk id="7" creationId="{2A8832DD-FD54-1E1D-586A-E8F19F48755F}"/>
          </ac:spMkLst>
        </pc:spChg>
        <pc:spChg chg="del">
          <ac:chgData name="Chittaranjan Hens" userId="6fc03958433e8a43" providerId="LiveId" clId="{8FC35386-D2C4-451B-9307-371306956297}" dt="2023-01-06T07:46:13.473" v="1048" actId="478"/>
          <ac:spMkLst>
            <pc:docMk/>
            <pc:sldMk cId="3315069420" sldId="359"/>
            <ac:spMk id="9" creationId="{D8895241-1711-6415-7787-D51C6F3D9B74}"/>
          </ac:spMkLst>
        </pc:spChg>
        <pc:spChg chg="add mod">
          <ac:chgData name="Chittaranjan Hens" userId="6fc03958433e8a43" providerId="LiveId" clId="{8FC35386-D2C4-451B-9307-371306956297}" dt="2023-01-06T07:56:34.981" v="1243" actId="207"/>
          <ac:spMkLst>
            <pc:docMk/>
            <pc:sldMk cId="3315069420" sldId="359"/>
            <ac:spMk id="10" creationId="{13519538-2F71-074D-AAD0-167138838015}"/>
          </ac:spMkLst>
        </pc:spChg>
        <pc:spChg chg="add mod">
          <ac:chgData name="Chittaranjan Hens" userId="6fc03958433e8a43" providerId="LiveId" clId="{8FC35386-D2C4-451B-9307-371306956297}" dt="2023-01-15T20:17:33.634" v="3265" actId="20577"/>
          <ac:spMkLst>
            <pc:docMk/>
            <pc:sldMk cId="3315069420" sldId="359"/>
            <ac:spMk id="11" creationId="{01F666E0-5609-2CF7-9893-E8BE82773328}"/>
          </ac:spMkLst>
        </pc:spChg>
        <pc:picChg chg="del">
          <ac:chgData name="Chittaranjan Hens" userId="6fc03958433e8a43" providerId="LiveId" clId="{8FC35386-D2C4-451B-9307-371306956297}" dt="2023-01-06T07:46:14.604" v="1049" actId="478"/>
          <ac:picMkLst>
            <pc:docMk/>
            <pc:sldMk cId="3315069420" sldId="359"/>
            <ac:picMk id="3" creationId="{A3109A05-B10E-4269-B025-91F2DD69F37B}"/>
          </ac:picMkLst>
        </pc:picChg>
        <pc:picChg chg="mod">
          <ac:chgData name="Chittaranjan Hens" userId="6fc03958433e8a43" providerId="LiveId" clId="{8FC35386-D2C4-451B-9307-371306956297}" dt="2023-01-14T19:45:07.653" v="1873" actId="1076"/>
          <ac:picMkLst>
            <pc:docMk/>
            <pc:sldMk cId="3315069420" sldId="359"/>
            <ac:picMk id="4" creationId="{A77CDD2A-AFD3-0864-6D67-957A858D6745}"/>
          </ac:picMkLst>
        </pc:picChg>
        <pc:picChg chg="del">
          <ac:chgData name="Chittaranjan Hens" userId="6fc03958433e8a43" providerId="LiveId" clId="{8FC35386-D2C4-451B-9307-371306956297}" dt="2023-01-06T07:46:11.494" v="1047" actId="478"/>
          <ac:picMkLst>
            <pc:docMk/>
            <pc:sldMk cId="3315069420" sldId="359"/>
            <ac:picMk id="6" creationId="{70877C20-EE06-5503-B5F9-AB1965203A90}"/>
          </ac:picMkLst>
        </pc:picChg>
        <pc:picChg chg="add mod">
          <ac:chgData name="Chittaranjan Hens" userId="6fc03958433e8a43" providerId="LiveId" clId="{8FC35386-D2C4-451B-9307-371306956297}" dt="2023-01-14T19:55:05.789" v="2116" actId="1076"/>
          <ac:picMkLst>
            <pc:docMk/>
            <pc:sldMk cId="3315069420" sldId="359"/>
            <ac:picMk id="6" creationId="{930E0847-C390-2D6B-4294-FDA12484D2BD}"/>
          </ac:picMkLst>
        </pc:picChg>
      </pc:sldChg>
      <pc:sldChg chg="addSp modSp add del mod">
        <pc:chgData name="Chittaranjan Hens" userId="6fc03958433e8a43" providerId="LiveId" clId="{8FC35386-D2C4-451B-9307-371306956297}" dt="2023-01-06T07:56:51.713" v="1245" actId="47"/>
        <pc:sldMkLst>
          <pc:docMk/>
          <pc:sldMk cId="549701318" sldId="360"/>
        </pc:sldMkLst>
        <pc:spChg chg="mod">
          <ac:chgData name="Chittaranjan Hens" userId="6fc03958433e8a43" providerId="LiveId" clId="{8FC35386-D2C4-451B-9307-371306956297}" dt="2023-01-06T07:56:42.646" v="1244" actId="14100"/>
          <ac:spMkLst>
            <pc:docMk/>
            <pc:sldMk cId="549701318" sldId="360"/>
            <ac:spMk id="11" creationId="{01F666E0-5609-2CF7-9893-E8BE82773328}"/>
          </ac:spMkLst>
        </pc:spChg>
        <pc:picChg chg="add mod">
          <ac:chgData name="Chittaranjan Hens" userId="6fc03958433e8a43" providerId="LiveId" clId="{8FC35386-D2C4-451B-9307-371306956297}" dt="2023-01-06T07:52:10.532" v="1160" actId="14100"/>
          <ac:picMkLst>
            <pc:docMk/>
            <pc:sldMk cId="549701318" sldId="360"/>
            <ac:picMk id="3" creationId="{D850460A-A62F-3D61-9090-71713543C8BF}"/>
          </ac:picMkLst>
        </pc:picChg>
        <pc:picChg chg="mod">
          <ac:chgData name="Chittaranjan Hens" userId="6fc03958433e8a43" providerId="LiveId" clId="{8FC35386-D2C4-451B-9307-371306956297}" dt="2023-01-06T07:52:05.912" v="1158" actId="1076"/>
          <ac:picMkLst>
            <pc:docMk/>
            <pc:sldMk cId="549701318" sldId="360"/>
            <ac:picMk id="4" creationId="{A77CDD2A-AFD3-0864-6D67-957A858D6745}"/>
          </ac:picMkLst>
        </pc:picChg>
      </pc:sldChg>
      <pc:sldChg chg="addSp delSp modSp add mod">
        <pc:chgData name="Chittaranjan Hens" userId="6fc03958433e8a43" providerId="LiveId" clId="{8FC35386-D2C4-451B-9307-371306956297}" dt="2023-01-06T07:56:59.802" v="1247" actId="478"/>
        <pc:sldMkLst>
          <pc:docMk/>
          <pc:sldMk cId="1358715392" sldId="361"/>
        </pc:sldMkLst>
        <pc:picChg chg="mod">
          <ac:chgData name="Chittaranjan Hens" userId="6fc03958433e8a43" providerId="LiveId" clId="{8FC35386-D2C4-451B-9307-371306956297}" dt="2023-01-06T07:52:49.949" v="1171" actId="14100"/>
          <ac:picMkLst>
            <pc:docMk/>
            <pc:sldMk cId="1358715392" sldId="361"/>
            <ac:picMk id="3" creationId="{D850460A-A62F-3D61-9090-71713543C8BF}"/>
          </ac:picMkLst>
        </pc:picChg>
        <pc:picChg chg="add del mod">
          <ac:chgData name="Chittaranjan Hens" userId="6fc03958433e8a43" providerId="LiveId" clId="{8FC35386-D2C4-451B-9307-371306956297}" dt="2023-01-06T07:56:59.802" v="1247" actId="478"/>
          <ac:picMkLst>
            <pc:docMk/>
            <pc:sldMk cId="1358715392" sldId="361"/>
            <ac:picMk id="5" creationId="{2BBA2365-AA09-5E15-BCAD-24AA856078E9}"/>
          </ac:picMkLst>
        </pc:picChg>
      </pc:sldChg>
      <pc:sldChg chg="add del">
        <pc:chgData name="Chittaranjan Hens" userId="6fc03958433e8a43" providerId="LiveId" clId="{8FC35386-D2C4-451B-9307-371306956297}" dt="2023-01-06T07:57:18.768" v="1248" actId="47"/>
        <pc:sldMkLst>
          <pc:docMk/>
          <pc:sldMk cId="1420755588" sldId="362"/>
        </pc:sldMkLst>
      </pc:sldChg>
      <pc:sldChg chg="addSp delSp modSp add mod">
        <pc:chgData name="Chittaranjan Hens" userId="6fc03958433e8a43" providerId="LiveId" clId="{8FC35386-D2C4-451B-9307-371306956297}" dt="2023-01-19T03:40:44.385" v="3617" actId="1076"/>
        <pc:sldMkLst>
          <pc:docMk/>
          <pc:sldMk cId="370908212" sldId="363"/>
        </pc:sldMkLst>
        <pc:spChg chg="mod">
          <ac:chgData name="Chittaranjan Hens" userId="6fc03958433e8a43" providerId="LiveId" clId="{8FC35386-D2C4-451B-9307-371306956297}" dt="2023-01-06T07:53:39.089" v="1178" actId="1076"/>
          <ac:spMkLst>
            <pc:docMk/>
            <pc:sldMk cId="370908212" sldId="363"/>
            <ac:spMk id="7" creationId="{2A8832DD-FD54-1E1D-586A-E8F19F48755F}"/>
          </ac:spMkLst>
        </pc:spChg>
        <pc:spChg chg="mod">
          <ac:chgData name="Chittaranjan Hens" userId="6fc03958433e8a43" providerId="LiveId" clId="{8FC35386-D2C4-451B-9307-371306956297}" dt="2023-01-06T07:53:39.089" v="1178" actId="1076"/>
          <ac:spMkLst>
            <pc:docMk/>
            <pc:sldMk cId="370908212" sldId="363"/>
            <ac:spMk id="10" creationId="{13519538-2F71-074D-AAD0-167138838015}"/>
          </ac:spMkLst>
        </pc:spChg>
        <pc:spChg chg="mod">
          <ac:chgData name="Chittaranjan Hens" userId="6fc03958433e8a43" providerId="LiveId" clId="{8FC35386-D2C4-451B-9307-371306956297}" dt="2023-01-06T07:53:39.089" v="1178" actId="1076"/>
          <ac:spMkLst>
            <pc:docMk/>
            <pc:sldMk cId="370908212" sldId="363"/>
            <ac:spMk id="11" creationId="{01F666E0-5609-2CF7-9893-E8BE82773328}"/>
          </ac:spMkLst>
        </pc:spChg>
        <pc:picChg chg="mod">
          <ac:chgData name="Chittaranjan Hens" userId="6fc03958433e8a43" providerId="LiveId" clId="{8FC35386-D2C4-451B-9307-371306956297}" dt="2023-01-06T07:53:39.089" v="1178" actId="1076"/>
          <ac:picMkLst>
            <pc:docMk/>
            <pc:sldMk cId="370908212" sldId="363"/>
            <ac:picMk id="3" creationId="{D850460A-A62F-3D61-9090-71713543C8BF}"/>
          </ac:picMkLst>
        </pc:picChg>
        <pc:picChg chg="del mod">
          <ac:chgData name="Chittaranjan Hens" userId="6fc03958433e8a43" providerId="LiveId" clId="{8FC35386-D2C4-451B-9307-371306956297}" dt="2023-01-19T03:40:42.077" v="3616" actId="478"/>
          <ac:picMkLst>
            <pc:docMk/>
            <pc:sldMk cId="370908212" sldId="363"/>
            <ac:picMk id="5" creationId="{2BBA2365-AA09-5E15-BCAD-24AA856078E9}"/>
          </ac:picMkLst>
        </pc:picChg>
        <pc:picChg chg="add mod">
          <ac:chgData name="Chittaranjan Hens" userId="6fc03958433e8a43" providerId="LiveId" clId="{8FC35386-D2C4-451B-9307-371306956297}" dt="2023-01-19T03:40:44.385" v="3617" actId="1076"/>
          <ac:picMkLst>
            <pc:docMk/>
            <pc:sldMk cId="370908212" sldId="363"/>
            <ac:picMk id="6" creationId="{D1C8E00B-3139-043E-7745-5AF38B61E28F}"/>
          </ac:picMkLst>
        </pc:picChg>
      </pc:sldChg>
      <pc:sldChg chg="addSp delSp modSp add mod">
        <pc:chgData name="Chittaranjan Hens" userId="6fc03958433e8a43" providerId="LiveId" clId="{8FC35386-D2C4-451B-9307-371306956297}" dt="2023-01-19T03:49:41.392" v="3618" actId="20577"/>
        <pc:sldMkLst>
          <pc:docMk/>
          <pc:sldMk cId="331812590" sldId="364"/>
        </pc:sldMkLst>
        <pc:spChg chg="del">
          <ac:chgData name="Chittaranjan Hens" userId="6fc03958433e8a43" providerId="LiveId" clId="{8FC35386-D2C4-451B-9307-371306956297}" dt="2023-01-06T07:54:37.216" v="1189" actId="478"/>
          <ac:spMkLst>
            <pc:docMk/>
            <pc:sldMk cId="331812590" sldId="364"/>
            <ac:spMk id="7" creationId="{2A8832DD-FD54-1E1D-586A-E8F19F48755F}"/>
          </ac:spMkLst>
        </pc:spChg>
        <pc:spChg chg="mod">
          <ac:chgData name="Chittaranjan Hens" userId="6fc03958433e8a43" providerId="LiveId" clId="{8FC35386-D2C4-451B-9307-371306956297}" dt="2023-01-06T07:55:08.916" v="1213"/>
          <ac:spMkLst>
            <pc:docMk/>
            <pc:sldMk cId="331812590" sldId="364"/>
            <ac:spMk id="8" creationId="{25DB9404-1245-DBD1-0A6B-C45569333CB3}"/>
          </ac:spMkLst>
        </pc:spChg>
        <pc:spChg chg="add mod">
          <ac:chgData name="Chittaranjan Hens" userId="6fc03958433e8a43" providerId="LiveId" clId="{8FC35386-D2C4-451B-9307-371306956297}" dt="2023-01-06T08:03:46.050" v="1274" actId="14100"/>
          <ac:spMkLst>
            <pc:docMk/>
            <pc:sldMk cId="331812590" sldId="364"/>
            <ac:spMk id="9" creationId="{B43C4A6F-3ECA-6EB6-CBFA-14DF5F9E445F}"/>
          </ac:spMkLst>
        </pc:spChg>
        <pc:spChg chg="del">
          <ac:chgData name="Chittaranjan Hens" userId="6fc03958433e8a43" providerId="LiveId" clId="{8FC35386-D2C4-451B-9307-371306956297}" dt="2023-01-06T07:54:31.267" v="1188" actId="478"/>
          <ac:spMkLst>
            <pc:docMk/>
            <pc:sldMk cId="331812590" sldId="364"/>
            <ac:spMk id="10" creationId="{13519538-2F71-074D-AAD0-167138838015}"/>
          </ac:spMkLst>
        </pc:spChg>
        <pc:spChg chg="add del">
          <ac:chgData name="Chittaranjan Hens" userId="6fc03958433e8a43" providerId="LiveId" clId="{8FC35386-D2C4-451B-9307-371306956297}" dt="2023-01-06T07:54:29.521" v="1187" actId="478"/>
          <ac:spMkLst>
            <pc:docMk/>
            <pc:sldMk cId="331812590" sldId="364"/>
            <ac:spMk id="11" creationId="{01F666E0-5609-2CF7-9893-E8BE82773328}"/>
          </ac:spMkLst>
        </pc:spChg>
        <pc:spChg chg="add mod">
          <ac:chgData name="Chittaranjan Hens" userId="6fc03958433e8a43" providerId="LiveId" clId="{8FC35386-D2C4-451B-9307-371306956297}" dt="2023-01-19T03:49:41.392" v="3618" actId="20577"/>
          <ac:spMkLst>
            <pc:docMk/>
            <pc:sldMk cId="331812590" sldId="364"/>
            <ac:spMk id="15" creationId="{B1D111AE-BAD4-DCE3-B6C8-6A6EE7669BB5}"/>
          </ac:spMkLst>
        </pc:spChg>
        <pc:picChg chg="add del">
          <ac:chgData name="Chittaranjan Hens" userId="6fc03958433e8a43" providerId="LiveId" clId="{8FC35386-D2C4-451B-9307-371306956297}" dt="2023-01-06T07:54:27.759" v="1186" actId="478"/>
          <ac:picMkLst>
            <pc:docMk/>
            <pc:sldMk cId="331812590" sldId="364"/>
            <ac:picMk id="3" creationId="{D850460A-A62F-3D61-9090-71713543C8BF}"/>
          </ac:picMkLst>
        </pc:picChg>
        <pc:picChg chg="add del mod">
          <ac:chgData name="Chittaranjan Hens" userId="6fc03958433e8a43" providerId="LiveId" clId="{8FC35386-D2C4-451B-9307-371306956297}" dt="2023-01-06T08:03:27.287" v="1272" actId="1076"/>
          <ac:picMkLst>
            <pc:docMk/>
            <pc:sldMk cId="331812590" sldId="364"/>
            <ac:picMk id="4" creationId="{A77CDD2A-AFD3-0864-6D67-957A858D6745}"/>
          </ac:picMkLst>
        </pc:picChg>
        <pc:picChg chg="add del">
          <ac:chgData name="Chittaranjan Hens" userId="6fc03958433e8a43" providerId="LiveId" clId="{8FC35386-D2C4-451B-9307-371306956297}" dt="2023-01-06T07:54:27.759" v="1186" actId="478"/>
          <ac:picMkLst>
            <pc:docMk/>
            <pc:sldMk cId="331812590" sldId="364"/>
            <ac:picMk id="5" creationId="{2BBA2365-AA09-5E15-BCAD-24AA856078E9}"/>
          </ac:picMkLst>
        </pc:picChg>
        <pc:picChg chg="add del">
          <ac:chgData name="Chittaranjan Hens" userId="6fc03958433e8a43" providerId="LiveId" clId="{8FC35386-D2C4-451B-9307-371306956297}" dt="2023-01-06T07:54:27.759" v="1186" actId="478"/>
          <ac:picMkLst>
            <pc:docMk/>
            <pc:sldMk cId="331812590" sldId="364"/>
            <ac:picMk id="6" creationId="{D1C8E00B-3139-043E-7745-5AF38B61E28F}"/>
          </ac:picMkLst>
        </pc:picChg>
        <pc:picChg chg="add mod">
          <ac:chgData name="Chittaranjan Hens" userId="6fc03958433e8a43" providerId="LiveId" clId="{8FC35386-D2C4-451B-9307-371306956297}" dt="2023-01-06T08:03:30.755" v="1273" actId="1076"/>
          <ac:picMkLst>
            <pc:docMk/>
            <pc:sldMk cId="331812590" sldId="364"/>
            <ac:picMk id="13" creationId="{D25DE894-BA2B-E5E7-B4A2-5C7643C9E8E2}"/>
          </ac:picMkLst>
        </pc:picChg>
      </pc:sldChg>
      <pc:sldChg chg="delSp add mod">
        <pc:chgData name="Chittaranjan Hens" userId="6fc03958433e8a43" providerId="LiveId" clId="{8FC35386-D2C4-451B-9307-371306956297}" dt="2023-01-19T03:40:38.844" v="3615" actId="478"/>
        <pc:sldMkLst>
          <pc:docMk/>
          <pc:sldMk cId="4076806446" sldId="365"/>
        </pc:sldMkLst>
        <pc:picChg chg="del">
          <ac:chgData name="Chittaranjan Hens" userId="6fc03958433e8a43" providerId="LiveId" clId="{8FC35386-D2C4-451B-9307-371306956297}" dt="2023-01-19T03:40:38.844" v="3615" actId="478"/>
          <ac:picMkLst>
            <pc:docMk/>
            <pc:sldMk cId="4076806446" sldId="365"/>
            <ac:picMk id="5" creationId="{2BBA2365-AA09-5E15-BCAD-24AA856078E9}"/>
          </ac:picMkLst>
        </pc:picChg>
      </pc:sldChg>
      <pc:sldChg chg="addSp modSp add mod">
        <pc:chgData name="Chittaranjan Hens" userId="6fc03958433e8a43" providerId="LiveId" clId="{8FC35386-D2C4-451B-9307-371306956297}" dt="2023-01-06T08:00:09.177" v="1260" actId="14100"/>
        <pc:sldMkLst>
          <pc:docMk/>
          <pc:sldMk cId="3595911580" sldId="366"/>
        </pc:sldMkLst>
        <pc:picChg chg="add mod">
          <ac:chgData name="Chittaranjan Hens" userId="6fc03958433e8a43" providerId="LiveId" clId="{8FC35386-D2C4-451B-9307-371306956297}" dt="2023-01-06T08:00:09.177" v="1260" actId="14100"/>
          <ac:picMkLst>
            <pc:docMk/>
            <pc:sldMk cId="3595911580" sldId="366"/>
            <ac:picMk id="3" creationId="{59ABE35D-F46F-8C29-016B-2398C859C948}"/>
          </ac:picMkLst>
        </pc:picChg>
      </pc:sldChg>
      <pc:sldChg chg="addSp modSp add mod">
        <pc:chgData name="Chittaranjan Hens" userId="6fc03958433e8a43" providerId="LiveId" clId="{8FC35386-D2C4-451B-9307-371306956297}" dt="2023-01-06T08:03:15.425" v="1269" actId="1076"/>
        <pc:sldMkLst>
          <pc:docMk/>
          <pc:sldMk cId="3237885623" sldId="367"/>
        </pc:sldMkLst>
        <pc:picChg chg="add mod">
          <ac:chgData name="Chittaranjan Hens" userId="6fc03958433e8a43" providerId="LiveId" clId="{8FC35386-D2C4-451B-9307-371306956297}" dt="2023-01-06T08:03:15.425" v="1269" actId="1076"/>
          <ac:picMkLst>
            <pc:docMk/>
            <pc:sldMk cId="3237885623" sldId="367"/>
            <ac:picMk id="5" creationId="{76D10AD4-FBB4-F4A7-7C6F-F1DC0650B9F2}"/>
          </ac:picMkLst>
        </pc:picChg>
      </pc:sldChg>
      <pc:sldChg chg="addSp delSp modSp add mod">
        <pc:chgData name="Chittaranjan Hens" userId="6fc03958433e8a43" providerId="LiveId" clId="{8FC35386-D2C4-451B-9307-371306956297}" dt="2023-01-06T08:12:18.835" v="1598" actId="207"/>
        <pc:sldMkLst>
          <pc:docMk/>
          <pc:sldMk cId="149599313" sldId="368"/>
        </pc:sldMkLst>
        <pc:spChg chg="add mod">
          <ac:chgData name="Chittaranjan Hens" userId="6fc03958433e8a43" providerId="LiveId" clId="{8FC35386-D2C4-451B-9307-371306956297}" dt="2023-01-06T08:11:23.482" v="1548" actId="2711"/>
          <ac:spMkLst>
            <pc:docMk/>
            <pc:sldMk cId="149599313" sldId="368"/>
            <ac:spMk id="2" creationId="{01A6A313-ECF1-19B5-59C7-DDAA60D186C7}"/>
          </ac:spMkLst>
        </pc:spChg>
        <pc:spChg chg="add mod">
          <ac:chgData name="Chittaranjan Hens" userId="6fc03958433e8a43" providerId="LiveId" clId="{8FC35386-D2C4-451B-9307-371306956297}" dt="2023-01-06T08:12:18.835" v="1598" actId="207"/>
          <ac:spMkLst>
            <pc:docMk/>
            <pc:sldMk cId="149599313" sldId="368"/>
            <ac:spMk id="6" creationId="{286D1CF7-9C25-01F2-A4A4-FFF8B21AE647}"/>
          </ac:spMkLst>
        </pc:spChg>
        <pc:spChg chg="mod">
          <ac:chgData name="Chittaranjan Hens" userId="6fc03958433e8a43" providerId="LiveId" clId="{8FC35386-D2C4-451B-9307-371306956297}" dt="2023-01-06T08:08:19.114" v="1426" actId="20577"/>
          <ac:spMkLst>
            <pc:docMk/>
            <pc:sldMk cId="149599313" sldId="368"/>
            <ac:spMk id="8" creationId="{25DB9404-1245-DBD1-0A6B-C45569333CB3}"/>
          </ac:spMkLst>
        </pc:spChg>
        <pc:spChg chg="del mod">
          <ac:chgData name="Chittaranjan Hens" userId="6fc03958433e8a43" providerId="LiveId" clId="{8FC35386-D2C4-451B-9307-371306956297}" dt="2023-01-06T08:08:06.904" v="1398" actId="478"/>
          <ac:spMkLst>
            <pc:docMk/>
            <pc:sldMk cId="149599313" sldId="368"/>
            <ac:spMk id="9" creationId="{B43C4A6F-3ECA-6EB6-CBFA-14DF5F9E445F}"/>
          </ac:spMkLst>
        </pc:spChg>
        <pc:picChg chg="del mod">
          <ac:chgData name="Chittaranjan Hens" userId="6fc03958433e8a43" providerId="LiveId" clId="{8FC35386-D2C4-451B-9307-371306956297}" dt="2023-01-06T08:08:06.904" v="1398" actId="478"/>
          <ac:picMkLst>
            <pc:docMk/>
            <pc:sldMk cId="149599313" sldId="368"/>
            <ac:picMk id="3" creationId="{59ABE35D-F46F-8C29-016B-2398C859C948}"/>
          </ac:picMkLst>
        </pc:picChg>
        <pc:picChg chg="del mod">
          <ac:chgData name="Chittaranjan Hens" userId="6fc03958433e8a43" providerId="LiveId" clId="{8FC35386-D2C4-451B-9307-371306956297}" dt="2023-01-06T08:08:06.904" v="1398" actId="478"/>
          <ac:picMkLst>
            <pc:docMk/>
            <pc:sldMk cId="149599313" sldId="368"/>
            <ac:picMk id="5" creationId="{76D10AD4-FBB4-F4A7-7C6F-F1DC0650B9F2}"/>
          </ac:picMkLst>
        </pc:picChg>
        <pc:picChg chg="del mod">
          <ac:chgData name="Chittaranjan Hens" userId="6fc03958433e8a43" providerId="LiveId" clId="{8FC35386-D2C4-451B-9307-371306956297}" dt="2023-01-06T08:08:06.904" v="1398" actId="478"/>
          <ac:picMkLst>
            <pc:docMk/>
            <pc:sldMk cId="149599313" sldId="368"/>
            <ac:picMk id="13" creationId="{D25DE894-BA2B-E5E7-B4A2-5C7643C9E8E2}"/>
          </ac:picMkLst>
        </pc:picChg>
      </pc:sldChg>
      <pc:sldChg chg="add del">
        <pc:chgData name="Chittaranjan Hens" userId="6fc03958433e8a43" providerId="LiveId" clId="{8FC35386-D2C4-451B-9307-371306956297}" dt="2023-01-06T08:03:07.716" v="1268" actId="47"/>
        <pc:sldMkLst>
          <pc:docMk/>
          <pc:sldMk cId="4133219013" sldId="368"/>
        </pc:sldMkLst>
      </pc:sldChg>
      <pc:sldChg chg="addSp modSp add mod">
        <pc:chgData name="Chittaranjan Hens" userId="6fc03958433e8a43" providerId="LiveId" clId="{8FC35386-D2C4-451B-9307-371306956297}" dt="2023-01-06T08:13:10.424" v="1647" actId="1076"/>
        <pc:sldMkLst>
          <pc:docMk/>
          <pc:sldMk cId="777414581" sldId="369"/>
        </pc:sldMkLst>
        <pc:spChg chg="add mod">
          <ac:chgData name="Chittaranjan Hens" userId="6fc03958433e8a43" providerId="LiveId" clId="{8FC35386-D2C4-451B-9307-371306956297}" dt="2023-01-06T08:13:10.424" v="1647" actId="1076"/>
          <ac:spMkLst>
            <pc:docMk/>
            <pc:sldMk cId="777414581" sldId="369"/>
            <ac:spMk id="3" creationId="{0FBED422-4CBD-D3FB-DC0D-DED5EFB737CF}"/>
          </ac:spMkLst>
        </pc:spChg>
      </pc:sldChg>
      <pc:sldChg chg="addSp modSp add mod">
        <pc:chgData name="Chittaranjan Hens" userId="6fc03958433e8a43" providerId="LiveId" clId="{8FC35386-D2C4-451B-9307-371306956297}" dt="2023-01-15T20:20:41.879" v="3339" actId="1035"/>
        <pc:sldMkLst>
          <pc:docMk/>
          <pc:sldMk cId="909825114" sldId="370"/>
        </pc:sldMkLst>
        <pc:spChg chg="mod">
          <ac:chgData name="Chittaranjan Hens" userId="6fc03958433e8a43" providerId="LiveId" clId="{8FC35386-D2C4-451B-9307-371306956297}" dt="2023-01-06T08:13:37.456" v="1654" actId="1076"/>
          <ac:spMkLst>
            <pc:docMk/>
            <pc:sldMk cId="909825114" sldId="370"/>
            <ac:spMk id="3" creationId="{0FBED422-4CBD-D3FB-DC0D-DED5EFB737CF}"/>
          </ac:spMkLst>
        </pc:spChg>
        <pc:spChg chg="mod">
          <ac:chgData name="Chittaranjan Hens" userId="6fc03958433e8a43" providerId="LiveId" clId="{8FC35386-D2C4-451B-9307-371306956297}" dt="2023-01-06T08:13:44.075" v="1658" actId="1076"/>
          <ac:spMkLst>
            <pc:docMk/>
            <pc:sldMk cId="909825114" sldId="370"/>
            <ac:spMk id="6" creationId="{286D1CF7-9C25-01F2-A4A4-FFF8B21AE647}"/>
          </ac:spMkLst>
        </pc:spChg>
        <pc:spChg chg="mod">
          <ac:chgData name="Chittaranjan Hens" userId="6fc03958433e8a43" providerId="LiveId" clId="{8FC35386-D2C4-451B-9307-371306956297}" dt="2023-01-15T20:20:41.879" v="3339" actId="1035"/>
          <ac:spMkLst>
            <pc:docMk/>
            <pc:sldMk cId="909825114" sldId="370"/>
            <ac:spMk id="8" creationId="{25DB9404-1245-DBD1-0A6B-C45569333CB3}"/>
          </ac:spMkLst>
        </pc:spChg>
        <pc:picChg chg="mod">
          <ac:chgData name="Chittaranjan Hens" userId="6fc03958433e8a43" providerId="LiveId" clId="{8FC35386-D2C4-451B-9307-371306956297}" dt="2023-01-06T08:13:41.763" v="1657" actId="1076"/>
          <ac:picMkLst>
            <pc:docMk/>
            <pc:sldMk cId="909825114" sldId="370"/>
            <ac:picMk id="4" creationId="{A77CDD2A-AFD3-0864-6D67-957A858D6745}"/>
          </ac:picMkLst>
        </pc:picChg>
        <pc:picChg chg="add mod">
          <ac:chgData name="Chittaranjan Hens" userId="6fc03958433e8a43" providerId="LiveId" clId="{8FC35386-D2C4-451B-9307-371306956297}" dt="2023-01-06T08:13:39.350" v="1655" actId="1076"/>
          <ac:picMkLst>
            <pc:docMk/>
            <pc:sldMk cId="909825114" sldId="370"/>
            <ac:picMk id="7" creationId="{9EA8ACB0-5F40-7190-8629-AD4B62220356}"/>
          </ac:picMkLst>
        </pc:picChg>
      </pc:sldChg>
      <pc:sldChg chg="addSp modSp add mod">
        <pc:chgData name="Chittaranjan Hens" userId="6fc03958433e8a43" providerId="LiveId" clId="{8FC35386-D2C4-451B-9307-371306956297}" dt="2023-01-06T08:14:07.872" v="1663" actId="14100"/>
        <pc:sldMkLst>
          <pc:docMk/>
          <pc:sldMk cId="2186899752" sldId="371"/>
        </pc:sldMkLst>
        <pc:picChg chg="add mod">
          <ac:chgData name="Chittaranjan Hens" userId="6fc03958433e8a43" providerId="LiveId" clId="{8FC35386-D2C4-451B-9307-371306956297}" dt="2023-01-06T08:14:07.872" v="1663" actId="14100"/>
          <ac:picMkLst>
            <pc:docMk/>
            <pc:sldMk cId="2186899752" sldId="371"/>
            <ac:picMk id="9" creationId="{5DB1F541-5DEA-B018-AD24-EBC86BCCDF48}"/>
          </ac:picMkLst>
        </pc:picChg>
      </pc:sldChg>
      <pc:sldChg chg="addSp modSp add mod">
        <pc:chgData name="Chittaranjan Hens" userId="6fc03958433e8a43" providerId="LiveId" clId="{8FC35386-D2C4-451B-9307-371306956297}" dt="2023-01-06T08:14:56.181" v="1672" actId="1076"/>
        <pc:sldMkLst>
          <pc:docMk/>
          <pc:sldMk cId="1433234475" sldId="372"/>
        </pc:sldMkLst>
        <pc:picChg chg="mod">
          <ac:chgData name="Chittaranjan Hens" userId="6fc03958433e8a43" providerId="LiveId" clId="{8FC35386-D2C4-451B-9307-371306956297}" dt="2023-01-06T08:14:43.839" v="1665" actId="1076"/>
          <ac:picMkLst>
            <pc:docMk/>
            <pc:sldMk cId="1433234475" sldId="372"/>
            <ac:picMk id="9" creationId="{5DB1F541-5DEA-B018-AD24-EBC86BCCDF48}"/>
          </ac:picMkLst>
        </pc:picChg>
        <pc:picChg chg="add mod">
          <ac:chgData name="Chittaranjan Hens" userId="6fc03958433e8a43" providerId="LiveId" clId="{8FC35386-D2C4-451B-9307-371306956297}" dt="2023-01-06T08:14:56.181" v="1672" actId="1076"/>
          <ac:picMkLst>
            <pc:docMk/>
            <pc:sldMk cId="1433234475" sldId="372"/>
            <ac:picMk id="10" creationId="{DACB9DDD-ADB2-D15C-FF52-31123190698B}"/>
          </ac:picMkLst>
        </pc:picChg>
      </pc:sldChg>
      <pc:sldChg chg="addSp delSp modSp add mod">
        <pc:chgData name="Chittaranjan Hens" userId="6fc03958433e8a43" providerId="LiveId" clId="{8FC35386-D2C4-451B-9307-371306956297}" dt="2023-01-09T18:33:43.713" v="1722" actId="113"/>
        <pc:sldMkLst>
          <pc:docMk/>
          <pc:sldMk cId="1317176657" sldId="373"/>
        </pc:sldMkLst>
        <pc:spChg chg="del">
          <ac:chgData name="Chittaranjan Hens" userId="6fc03958433e8a43" providerId="LiveId" clId="{8FC35386-D2C4-451B-9307-371306956297}" dt="2023-01-06T08:15:09.122" v="1674" actId="478"/>
          <ac:spMkLst>
            <pc:docMk/>
            <pc:sldMk cId="1317176657" sldId="373"/>
            <ac:spMk id="2" creationId="{01A6A313-ECF1-19B5-59C7-DDAA60D186C7}"/>
          </ac:spMkLst>
        </pc:spChg>
        <pc:spChg chg="del">
          <ac:chgData name="Chittaranjan Hens" userId="6fc03958433e8a43" providerId="LiveId" clId="{8FC35386-D2C4-451B-9307-371306956297}" dt="2023-01-06T08:15:09.122" v="1674" actId="478"/>
          <ac:spMkLst>
            <pc:docMk/>
            <pc:sldMk cId="1317176657" sldId="373"/>
            <ac:spMk id="3" creationId="{0FBED422-4CBD-D3FB-DC0D-DED5EFB737CF}"/>
          </ac:spMkLst>
        </pc:spChg>
        <pc:spChg chg="del">
          <ac:chgData name="Chittaranjan Hens" userId="6fc03958433e8a43" providerId="LiveId" clId="{8FC35386-D2C4-451B-9307-371306956297}" dt="2023-01-06T08:15:09.122" v="1674" actId="478"/>
          <ac:spMkLst>
            <pc:docMk/>
            <pc:sldMk cId="1317176657" sldId="373"/>
            <ac:spMk id="6" creationId="{286D1CF7-9C25-01F2-A4A4-FFF8B21AE647}"/>
          </ac:spMkLst>
        </pc:spChg>
        <pc:spChg chg="add mod">
          <ac:chgData name="Chittaranjan Hens" userId="6fc03958433e8a43" providerId="LiveId" clId="{8FC35386-D2C4-451B-9307-371306956297}" dt="2023-01-09T18:33:43.713" v="1722" actId="113"/>
          <ac:spMkLst>
            <pc:docMk/>
            <pc:sldMk cId="1317176657" sldId="373"/>
            <ac:spMk id="12" creationId="{3CD1D11E-573A-E411-9DA5-65C536F51BFA}"/>
          </ac:spMkLst>
        </pc:spChg>
        <pc:spChg chg="add mod">
          <ac:chgData name="Chittaranjan Hens" userId="6fc03958433e8a43" providerId="LiveId" clId="{8FC35386-D2C4-451B-9307-371306956297}" dt="2023-01-06T08:18:02.448" v="1718" actId="20577"/>
          <ac:spMkLst>
            <pc:docMk/>
            <pc:sldMk cId="1317176657" sldId="373"/>
            <ac:spMk id="17" creationId="{D67D01BA-354E-7172-AC6A-1553A5FE55EE}"/>
          </ac:spMkLst>
        </pc:spChg>
        <pc:picChg chg="del">
          <ac:chgData name="Chittaranjan Hens" userId="6fc03958433e8a43" providerId="LiveId" clId="{8FC35386-D2C4-451B-9307-371306956297}" dt="2023-01-06T08:15:09.122" v="1674" actId="478"/>
          <ac:picMkLst>
            <pc:docMk/>
            <pc:sldMk cId="1317176657" sldId="373"/>
            <ac:picMk id="7" creationId="{9EA8ACB0-5F40-7190-8629-AD4B62220356}"/>
          </ac:picMkLst>
        </pc:picChg>
        <pc:picChg chg="del">
          <ac:chgData name="Chittaranjan Hens" userId="6fc03958433e8a43" providerId="LiveId" clId="{8FC35386-D2C4-451B-9307-371306956297}" dt="2023-01-06T08:15:09.122" v="1674" actId="478"/>
          <ac:picMkLst>
            <pc:docMk/>
            <pc:sldMk cId="1317176657" sldId="373"/>
            <ac:picMk id="9" creationId="{5DB1F541-5DEA-B018-AD24-EBC86BCCDF48}"/>
          </ac:picMkLst>
        </pc:picChg>
        <pc:picChg chg="del">
          <ac:chgData name="Chittaranjan Hens" userId="6fc03958433e8a43" providerId="LiveId" clId="{8FC35386-D2C4-451B-9307-371306956297}" dt="2023-01-06T08:15:09.122" v="1674" actId="478"/>
          <ac:picMkLst>
            <pc:docMk/>
            <pc:sldMk cId="1317176657" sldId="373"/>
            <ac:picMk id="10" creationId="{DACB9DDD-ADB2-D15C-FF52-31123190698B}"/>
          </ac:picMkLst>
        </pc:picChg>
        <pc:picChg chg="add mod">
          <ac:chgData name="Chittaranjan Hens" userId="6fc03958433e8a43" providerId="LiveId" clId="{8FC35386-D2C4-451B-9307-371306956297}" dt="2023-01-06T08:16:10.335" v="1677" actId="14100"/>
          <ac:picMkLst>
            <pc:docMk/>
            <pc:sldMk cId="1317176657" sldId="373"/>
            <ac:picMk id="11" creationId="{EB677EDC-015C-688B-2279-D8F083D46005}"/>
          </ac:picMkLst>
        </pc:picChg>
        <pc:picChg chg="add mod">
          <ac:chgData name="Chittaranjan Hens" userId="6fc03958433e8a43" providerId="LiveId" clId="{8FC35386-D2C4-451B-9307-371306956297}" dt="2023-01-06T08:17:40.681" v="1706" actId="14100"/>
          <ac:picMkLst>
            <pc:docMk/>
            <pc:sldMk cId="1317176657" sldId="373"/>
            <ac:picMk id="14" creationId="{C6800580-8E93-B465-AFC0-F6C63ABC9403}"/>
          </ac:picMkLst>
        </pc:picChg>
        <pc:picChg chg="add del">
          <ac:chgData name="Chittaranjan Hens" userId="6fc03958433e8a43" providerId="LiveId" clId="{8FC35386-D2C4-451B-9307-371306956297}" dt="2023-01-06T08:17:48.786" v="1708" actId="22"/>
          <ac:picMkLst>
            <pc:docMk/>
            <pc:sldMk cId="1317176657" sldId="373"/>
            <ac:picMk id="16" creationId="{49EE1766-C2BA-7623-0822-2C97F2C0EBB5}"/>
          </ac:picMkLst>
        </pc:picChg>
      </pc:sldChg>
      <pc:sldChg chg="addSp delSp modSp add mod modAnim">
        <pc:chgData name="Chittaranjan Hens" userId="6fc03958433e8a43" providerId="LiveId" clId="{8FC35386-D2C4-451B-9307-371306956297}" dt="2023-01-15T20:17:47.204" v="3267" actId="1076"/>
        <pc:sldMkLst>
          <pc:docMk/>
          <pc:sldMk cId="2161230056" sldId="374"/>
        </pc:sldMkLst>
        <pc:spChg chg="del">
          <ac:chgData name="Chittaranjan Hens" userId="6fc03958433e8a43" providerId="LiveId" clId="{8FC35386-D2C4-451B-9307-371306956297}" dt="2023-01-14T19:58:02.615" v="2133" actId="478"/>
          <ac:spMkLst>
            <pc:docMk/>
            <pc:sldMk cId="2161230056" sldId="374"/>
            <ac:spMk id="2" creationId="{4B148BB1-DC18-C49E-752C-EF385821E0A0}"/>
          </ac:spMkLst>
        </pc:spChg>
        <pc:spChg chg="del">
          <ac:chgData name="Chittaranjan Hens" userId="6fc03958433e8a43" providerId="LiveId" clId="{8FC35386-D2C4-451B-9307-371306956297}" dt="2023-01-14T19:58:02.615" v="2133" actId="478"/>
          <ac:spMkLst>
            <pc:docMk/>
            <pc:sldMk cId="2161230056" sldId="374"/>
            <ac:spMk id="3" creationId="{51D006F3-3EBE-2304-22E9-85341026A74A}"/>
          </ac:spMkLst>
        </pc:spChg>
        <pc:spChg chg="mod">
          <ac:chgData name="Chittaranjan Hens" userId="6fc03958433e8a43" providerId="LiveId" clId="{8FC35386-D2C4-451B-9307-371306956297}" dt="2023-01-14T19:58:31.625" v="2158" actId="1076"/>
          <ac:spMkLst>
            <pc:docMk/>
            <pc:sldMk cId="2161230056" sldId="374"/>
            <ac:spMk id="7" creationId="{2A8832DD-FD54-1E1D-586A-E8F19F48755F}"/>
          </ac:spMkLst>
        </pc:spChg>
        <pc:spChg chg="mod">
          <ac:chgData name="Chittaranjan Hens" userId="6fc03958433e8a43" providerId="LiveId" clId="{8FC35386-D2C4-451B-9307-371306956297}" dt="2023-01-15T16:10:40.552" v="2417" actId="20577"/>
          <ac:spMkLst>
            <pc:docMk/>
            <pc:sldMk cId="2161230056" sldId="374"/>
            <ac:spMk id="8" creationId="{25DB9404-1245-DBD1-0A6B-C45569333CB3}"/>
          </ac:spMkLst>
        </pc:spChg>
        <pc:spChg chg="del">
          <ac:chgData name="Chittaranjan Hens" userId="6fc03958433e8a43" providerId="LiveId" clId="{8FC35386-D2C4-451B-9307-371306956297}" dt="2023-01-14T19:58:15.966" v="2137" actId="478"/>
          <ac:spMkLst>
            <pc:docMk/>
            <pc:sldMk cId="2161230056" sldId="374"/>
            <ac:spMk id="10" creationId="{13519538-2F71-074D-AAD0-167138838015}"/>
          </ac:spMkLst>
        </pc:spChg>
        <pc:spChg chg="mod">
          <ac:chgData name="Chittaranjan Hens" userId="6fc03958433e8a43" providerId="LiveId" clId="{8FC35386-D2C4-451B-9307-371306956297}" dt="2023-01-15T19:16:49.647" v="2533" actId="113"/>
          <ac:spMkLst>
            <pc:docMk/>
            <pc:sldMk cId="2161230056" sldId="374"/>
            <ac:spMk id="11" creationId="{01F666E0-5609-2CF7-9893-E8BE82773328}"/>
          </ac:spMkLst>
        </pc:spChg>
        <pc:picChg chg="add del mod">
          <ac:chgData name="Chittaranjan Hens" userId="6fc03958433e8a43" providerId="LiveId" clId="{8FC35386-D2C4-451B-9307-371306956297}" dt="2023-01-14T20:01:37.445" v="2184" actId="1038"/>
          <ac:picMkLst>
            <pc:docMk/>
            <pc:sldMk cId="2161230056" sldId="374"/>
            <ac:picMk id="4" creationId="{A77CDD2A-AFD3-0864-6D67-957A858D6745}"/>
          </ac:picMkLst>
        </pc:picChg>
        <pc:picChg chg="mod">
          <ac:chgData name="Chittaranjan Hens" userId="6fc03958433e8a43" providerId="LiveId" clId="{8FC35386-D2C4-451B-9307-371306956297}" dt="2023-01-14T19:58:37.072" v="2160" actId="1076"/>
          <ac:picMkLst>
            <pc:docMk/>
            <pc:sldMk cId="2161230056" sldId="374"/>
            <ac:picMk id="6" creationId="{930E0847-C390-2D6B-4294-FDA12484D2BD}"/>
          </ac:picMkLst>
        </pc:picChg>
        <pc:picChg chg="add mod">
          <ac:chgData name="Chittaranjan Hens" userId="6fc03958433e8a43" providerId="LiveId" clId="{8FC35386-D2C4-451B-9307-371306956297}" dt="2023-01-15T20:17:47.204" v="3267" actId="1076"/>
          <ac:picMkLst>
            <pc:docMk/>
            <pc:sldMk cId="2161230056" sldId="374"/>
            <ac:picMk id="9" creationId="{A427E5A3-7732-3AF0-AE8F-2FE6D7603672}"/>
          </ac:picMkLst>
        </pc:picChg>
        <pc:picChg chg="add mod">
          <ac:chgData name="Chittaranjan Hens" userId="6fc03958433e8a43" providerId="LiveId" clId="{8FC35386-D2C4-451B-9307-371306956297}" dt="2023-01-15T20:17:43.934" v="3266" actId="1076"/>
          <ac:picMkLst>
            <pc:docMk/>
            <pc:sldMk cId="2161230056" sldId="374"/>
            <ac:picMk id="13" creationId="{F739C26F-5867-F686-5E61-3443A115D4D2}"/>
          </ac:picMkLst>
        </pc:picChg>
      </pc:sldChg>
      <pc:sldChg chg="add del">
        <pc:chgData name="Chittaranjan Hens" userId="6fc03958433e8a43" providerId="LiveId" clId="{8FC35386-D2C4-451B-9307-371306956297}" dt="2023-01-14T20:03:39.799" v="2311"/>
        <pc:sldMkLst>
          <pc:docMk/>
          <pc:sldMk cId="672065039" sldId="375"/>
        </pc:sldMkLst>
      </pc:sldChg>
      <pc:sldChg chg="addSp delSp modSp add mod delAnim">
        <pc:chgData name="Chittaranjan Hens" userId="6fc03958433e8a43" providerId="LiveId" clId="{8FC35386-D2C4-451B-9307-371306956297}" dt="2023-01-15T19:21:07.662" v="2670" actId="14100"/>
        <pc:sldMkLst>
          <pc:docMk/>
          <pc:sldMk cId="3201525191" sldId="375"/>
        </pc:sldMkLst>
        <pc:spChg chg="mod">
          <ac:chgData name="Chittaranjan Hens" userId="6fc03958433e8a43" providerId="LiveId" clId="{8FC35386-D2C4-451B-9307-371306956297}" dt="2023-01-15T16:10:31.928" v="2411" actId="20577"/>
          <ac:spMkLst>
            <pc:docMk/>
            <pc:sldMk cId="3201525191" sldId="375"/>
            <ac:spMk id="8" creationId="{25DB9404-1245-DBD1-0A6B-C45569333CB3}"/>
          </ac:spMkLst>
        </pc:spChg>
        <pc:spChg chg="add mod">
          <ac:chgData name="Chittaranjan Hens" userId="6fc03958433e8a43" providerId="LiveId" clId="{8FC35386-D2C4-451B-9307-371306956297}" dt="2023-01-15T19:20:13.159" v="2626" actId="20577"/>
          <ac:spMkLst>
            <pc:docMk/>
            <pc:sldMk cId="3201525191" sldId="375"/>
            <ac:spMk id="10" creationId="{6829B705-D393-BE77-637B-F1BF65E4F662}"/>
          </ac:spMkLst>
        </pc:spChg>
        <pc:spChg chg="del">
          <ac:chgData name="Chittaranjan Hens" userId="6fc03958433e8a43" providerId="LiveId" clId="{8FC35386-D2C4-451B-9307-371306956297}" dt="2023-01-14T20:04:28.143" v="2314" actId="478"/>
          <ac:spMkLst>
            <pc:docMk/>
            <pc:sldMk cId="3201525191" sldId="375"/>
            <ac:spMk id="11" creationId="{01F666E0-5609-2CF7-9893-E8BE82773328}"/>
          </ac:spMkLst>
        </pc:spChg>
        <pc:spChg chg="add mod">
          <ac:chgData name="Chittaranjan Hens" userId="6fc03958433e8a43" providerId="LiveId" clId="{8FC35386-D2C4-451B-9307-371306956297}" dt="2023-01-15T19:21:07.662" v="2670" actId="14100"/>
          <ac:spMkLst>
            <pc:docMk/>
            <pc:sldMk cId="3201525191" sldId="375"/>
            <ac:spMk id="12" creationId="{28334133-7A1C-7D54-A91F-1E6BDD5AD7F6}"/>
          </ac:spMkLst>
        </pc:spChg>
        <pc:picChg chg="add mod">
          <ac:chgData name="Chittaranjan Hens" userId="6fc03958433e8a43" providerId="LiveId" clId="{8FC35386-D2C4-451B-9307-371306956297}" dt="2023-01-15T19:20:45.554" v="2628"/>
          <ac:picMkLst>
            <pc:docMk/>
            <pc:sldMk cId="3201525191" sldId="375"/>
            <ac:picMk id="3" creationId="{BF4F05AD-FDDC-51DE-57A1-616095E0BA46}"/>
          </ac:picMkLst>
        </pc:picChg>
        <pc:picChg chg="del">
          <ac:chgData name="Chittaranjan Hens" userId="6fc03958433e8a43" providerId="LiveId" clId="{8FC35386-D2C4-451B-9307-371306956297}" dt="2023-01-14T20:04:30.310" v="2315" actId="478"/>
          <ac:picMkLst>
            <pc:docMk/>
            <pc:sldMk cId="3201525191" sldId="375"/>
            <ac:picMk id="6" creationId="{930E0847-C390-2D6B-4294-FDA12484D2BD}"/>
          </ac:picMkLst>
        </pc:picChg>
        <pc:picChg chg="mod">
          <ac:chgData name="Chittaranjan Hens" userId="6fc03958433e8a43" providerId="LiveId" clId="{8FC35386-D2C4-451B-9307-371306956297}" dt="2023-01-14T20:04:37.319" v="2316" actId="1076"/>
          <ac:picMkLst>
            <pc:docMk/>
            <pc:sldMk cId="3201525191" sldId="375"/>
            <ac:picMk id="9" creationId="{A427E5A3-7732-3AF0-AE8F-2FE6D7603672}"/>
          </ac:picMkLst>
        </pc:picChg>
        <pc:picChg chg="mod">
          <ac:chgData name="Chittaranjan Hens" userId="6fc03958433e8a43" providerId="LiveId" clId="{8FC35386-D2C4-451B-9307-371306956297}" dt="2023-01-14T20:05:22.458" v="2321" actId="1076"/>
          <ac:picMkLst>
            <pc:docMk/>
            <pc:sldMk cId="3201525191" sldId="375"/>
            <ac:picMk id="13" creationId="{F739C26F-5867-F686-5E61-3443A115D4D2}"/>
          </ac:picMkLst>
        </pc:picChg>
      </pc:sldChg>
      <pc:sldChg chg="addSp modSp add mod">
        <pc:chgData name="Chittaranjan Hens" userId="6fc03958433e8a43" providerId="LiveId" clId="{8FC35386-D2C4-451B-9307-371306956297}" dt="2023-01-15T18:31:29.400" v="2476" actId="27614"/>
        <pc:sldMkLst>
          <pc:docMk/>
          <pc:sldMk cId="1093387738" sldId="376"/>
        </pc:sldMkLst>
        <pc:picChg chg="add mod">
          <ac:chgData name="Chittaranjan Hens" userId="6fc03958433e8a43" providerId="LiveId" clId="{8FC35386-D2C4-451B-9307-371306956297}" dt="2023-01-15T18:31:29.400" v="2476" actId="27614"/>
          <ac:picMkLst>
            <pc:docMk/>
            <pc:sldMk cId="1093387738" sldId="376"/>
            <ac:picMk id="5" creationId="{5BF43651-957B-71A8-0F06-8172D754B137}"/>
          </ac:picMkLst>
        </pc:picChg>
      </pc:sldChg>
      <pc:sldChg chg="add del">
        <pc:chgData name="Chittaranjan Hens" userId="6fc03958433e8a43" providerId="LiveId" clId="{8FC35386-D2C4-451B-9307-371306956297}" dt="2023-01-15T19:14:36.404" v="2478"/>
        <pc:sldMkLst>
          <pc:docMk/>
          <pc:sldMk cId="620434010" sldId="377"/>
        </pc:sldMkLst>
      </pc:sldChg>
      <pc:sldChg chg="addSp delSp modSp add mod ord modAnim">
        <pc:chgData name="Chittaranjan Hens" userId="6fc03958433e8a43" providerId="LiveId" clId="{8FC35386-D2C4-451B-9307-371306956297}" dt="2023-01-15T19:22:14.757" v="2678" actId="6549"/>
        <pc:sldMkLst>
          <pc:docMk/>
          <pc:sldMk cId="3371463529" sldId="377"/>
        </pc:sldMkLst>
        <pc:spChg chg="del">
          <ac:chgData name="Chittaranjan Hens" userId="6fc03958433e8a43" providerId="LiveId" clId="{8FC35386-D2C4-451B-9307-371306956297}" dt="2023-01-15T19:15:29.938" v="2480" actId="478"/>
          <ac:spMkLst>
            <pc:docMk/>
            <pc:sldMk cId="3371463529" sldId="377"/>
            <ac:spMk id="2" creationId="{4B148BB1-DC18-C49E-752C-EF385821E0A0}"/>
          </ac:spMkLst>
        </pc:spChg>
        <pc:spChg chg="del">
          <ac:chgData name="Chittaranjan Hens" userId="6fc03958433e8a43" providerId="LiveId" clId="{8FC35386-D2C4-451B-9307-371306956297}" dt="2023-01-15T19:15:29.938" v="2480" actId="478"/>
          <ac:spMkLst>
            <pc:docMk/>
            <pc:sldMk cId="3371463529" sldId="377"/>
            <ac:spMk id="3" creationId="{51D006F3-3EBE-2304-22E9-85341026A74A}"/>
          </ac:spMkLst>
        </pc:spChg>
        <pc:spChg chg="mod">
          <ac:chgData name="Chittaranjan Hens" userId="6fc03958433e8a43" providerId="LiveId" clId="{8FC35386-D2C4-451B-9307-371306956297}" dt="2023-01-15T19:22:14.757" v="2678" actId="6549"/>
          <ac:spMkLst>
            <pc:docMk/>
            <pc:sldMk cId="3371463529" sldId="377"/>
            <ac:spMk id="11" creationId="{01F666E0-5609-2CF7-9893-E8BE82773328}"/>
          </ac:spMkLst>
        </pc:spChg>
        <pc:spChg chg="add mod">
          <ac:chgData name="Chittaranjan Hens" userId="6fc03958433e8a43" providerId="LiveId" clId="{8FC35386-D2C4-451B-9307-371306956297}" dt="2023-01-15T19:19:23.183" v="2623" actId="14100"/>
          <ac:spMkLst>
            <pc:docMk/>
            <pc:sldMk cId="3371463529" sldId="377"/>
            <ac:spMk id="12" creationId="{7EFE6637-EE50-FB1E-9C50-F1116B7C2F9C}"/>
          </ac:spMkLst>
        </pc:spChg>
        <pc:picChg chg="del">
          <ac:chgData name="Chittaranjan Hens" userId="6fc03958433e8a43" providerId="LiveId" clId="{8FC35386-D2C4-451B-9307-371306956297}" dt="2023-01-15T19:15:29.938" v="2480" actId="478"/>
          <ac:picMkLst>
            <pc:docMk/>
            <pc:sldMk cId="3371463529" sldId="377"/>
            <ac:picMk id="6" creationId="{930E0847-C390-2D6B-4294-FDA12484D2BD}"/>
          </ac:picMkLst>
        </pc:picChg>
        <pc:picChg chg="add mod">
          <ac:chgData name="Chittaranjan Hens" userId="6fc03958433e8a43" providerId="LiveId" clId="{8FC35386-D2C4-451B-9307-371306956297}" dt="2023-01-15T19:17:29.057" v="2539" actId="1076"/>
          <ac:picMkLst>
            <pc:docMk/>
            <pc:sldMk cId="3371463529" sldId="377"/>
            <ac:picMk id="9" creationId="{4F643471-DFB9-DA35-827E-65F9120B0E86}"/>
          </ac:picMkLst>
        </pc:picChg>
      </pc:sldChg>
      <pc:sldChg chg="addSp delSp modSp add mod delAnim modAnim">
        <pc:chgData name="Chittaranjan Hens" userId="6fc03958433e8a43" providerId="LiveId" clId="{8FC35386-D2C4-451B-9307-371306956297}" dt="2023-01-15T19:36:53.137" v="2870" actId="22"/>
        <pc:sldMkLst>
          <pc:docMk/>
          <pc:sldMk cId="2345985401" sldId="378"/>
        </pc:sldMkLst>
        <pc:spChg chg="add mod">
          <ac:chgData name="Chittaranjan Hens" userId="6fc03958433e8a43" providerId="LiveId" clId="{8FC35386-D2C4-451B-9307-371306956297}" dt="2023-01-15T19:25:17.973" v="2699" actId="207"/>
          <ac:spMkLst>
            <pc:docMk/>
            <pc:sldMk cId="2345985401" sldId="378"/>
            <ac:spMk id="3" creationId="{CDF78C70-205D-154B-E0F5-653A1C37F22E}"/>
          </ac:spMkLst>
        </pc:spChg>
        <pc:spChg chg="add mod">
          <ac:chgData name="Chittaranjan Hens" userId="6fc03958433e8a43" providerId="LiveId" clId="{8FC35386-D2C4-451B-9307-371306956297}" dt="2023-01-15T19:36:43.895" v="2868" actId="1076"/>
          <ac:spMkLst>
            <pc:docMk/>
            <pc:sldMk cId="2345985401" sldId="378"/>
            <ac:spMk id="5" creationId="{9BAB6A71-7598-E670-F17E-94F14C6EF81D}"/>
          </ac:spMkLst>
        </pc:spChg>
        <pc:spChg chg="del">
          <ac:chgData name="Chittaranjan Hens" userId="6fc03958433e8a43" providerId="LiveId" clId="{8FC35386-D2C4-451B-9307-371306956297}" dt="2023-01-15T19:23:57.600" v="2682" actId="478"/>
          <ac:spMkLst>
            <pc:docMk/>
            <pc:sldMk cId="2345985401" sldId="378"/>
            <ac:spMk id="7" creationId="{2A8832DD-FD54-1E1D-586A-E8F19F48755F}"/>
          </ac:spMkLst>
        </pc:spChg>
        <pc:spChg chg="add del mod">
          <ac:chgData name="Chittaranjan Hens" userId="6fc03958433e8a43" providerId="LiveId" clId="{8FC35386-D2C4-451B-9307-371306956297}" dt="2023-01-15T19:25:08.925" v="2698" actId="1076"/>
          <ac:spMkLst>
            <pc:docMk/>
            <pc:sldMk cId="2345985401" sldId="378"/>
            <ac:spMk id="8" creationId="{25DB9404-1245-DBD1-0A6B-C45569333CB3}"/>
          </ac:spMkLst>
        </pc:spChg>
        <pc:spChg chg="del">
          <ac:chgData name="Chittaranjan Hens" userId="6fc03958433e8a43" providerId="LiveId" clId="{8FC35386-D2C4-451B-9307-371306956297}" dt="2023-01-15T19:23:57.600" v="2682" actId="478"/>
          <ac:spMkLst>
            <pc:docMk/>
            <pc:sldMk cId="2345985401" sldId="378"/>
            <ac:spMk id="10" creationId="{13519538-2F71-074D-AAD0-167138838015}"/>
          </ac:spMkLst>
        </pc:spChg>
        <pc:spChg chg="del">
          <ac:chgData name="Chittaranjan Hens" userId="6fc03958433e8a43" providerId="LiveId" clId="{8FC35386-D2C4-451B-9307-371306956297}" dt="2023-01-15T19:23:50.605" v="2680" actId="478"/>
          <ac:spMkLst>
            <pc:docMk/>
            <pc:sldMk cId="2345985401" sldId="378"/>
            <ac:spMk id="11" creationId="{01F666E0-5609-2CF7-9893-E8BE82773328}"/>
          </ac:spMkLst>
        </pc:spChg>
        <pc:spChg chg="mod">
          <ac:chgData name="Chittaranjan Hens" userId="6fc03958433e8a43" providerId="LiveId" clId="{8FC35386-D2C4-451B-9307-371306956297}" dt="2023-01-15T19:30:00.878" v="2788" actId="113"/>
          <ac:spMkLst>
            <pc:docMk/>
            <pc:sldMk cId="2345985401" sldId="378"/>
            <ac:spMk id="12" creationId="{7EFE6637-EE50-FB1E-9C50-F1116B7C2F9C}"/>
          </ac:spMkLst>
        </pc:spChg>
        <pc:spChg chg="add del">
          <ac:chgData name="Chittaranjan Hens" userId="6fc03958433e8a43" providerId="LiveId" clId="{8FC35386-D2C4-451B-9307-371306956297}" dt="2023-01-15T19:36:53.137" v="2870" actId="22"/>
          <ac:spMkLst>
            <pc:docMk/>
            <pc:sldMk cId="2345985401" sldId="378"/>
            <ac:spMk id="13" creationId="{88ED7053-0CA4-F34C-4B2D-E57A4A78FFA0}"/>
          </ac:spMkLst>
        </pc:spChg>
        <pc:picChg chg="mod">
          <ac:chgData name="Chittaranjan Hens" userId="6fc03958433e8a43" providerId="LiveId" clId="{8FC35386-D2C4-451B-9307-371306956297}" dt="2023-01-15T19:27:14.876" v="2702" actId="1076"/>
          <ac:picMkLst>
            <pc:docMk/>
            <pc:sldMk cId="2345985401" sldId="378"/>
            <ac:picMk id="9" creationId="{4F643471-DFB9-DA35-827E-65F9120B0E86}"/>
          </ac:picMkLst>
        </pc:picChg>
      </pc:sldChg>
      <pc:sldChg chg="addSp delSp modSp add del mod modAnim">
        <pc:chgData name="Chittaranjan Hens" userId="6fc03958433e8a43" providerId="LiveId" clId="{8FC35386-D2C4-451B-9307-371306956297}" dt="2023-01-19T03:21:44.091" v="3570" actId="47"/>
        <pc:sldMkLst>
          <pc:docMk/>
          <pc:sldMk cId="3437359795" sldId="379"/>
        </pc:sldMkLst>
        <pc:spChg chg="mod">
          <ac:chgData name="Chittaranjan Hens" userId="6fc03958433e8a43" providerId="LiveId" clId="{8FC35386-D2C4-451B-9307-371306956297}" dt="2023-01-15T19:37:08.139" v="2874" actId="1076"/>
          <ac:spMkLst>
            <pc:docMk/>
            <pc:sldMk cId="3437359795" sldId="379"/>
            <ac:spMk id="5" creationId="{9BAB6A71-7598-E670-F17E-94F14C6EF81D}"/>
          </ac:spMkLst>
        </pc:spChg>
        <pc:spChg chg="del">
          <ac:chgData name="Chittaranjan Hens" userId="6fc03958433e8a43" providerId="LiveId" clId="{8FC35386-D2C4-451B-9307-371306956297}" dt="2023-01-15T19:37:01.418" v="2872" actId="478"/>
          <ac:spMkLst>
            <pc:docMk/>
            <pc:sldMk cId="3437359795" sldId="379"/>
            <ac:spMk id="12" creationId="{7EFE6637-EE50-FB1E-9C50-F1116B7C2F9C}"/>
          </ac:spMkLst>
        </pc:spChg>
        <pc:grpChg chg="mod">
          <ac:chgData name="Chittaranjan Hens" userId="6fc03958433e8a43" providerId="LiveId" clId="{8FC35386-D2C4-451B-9307-371306956297}" dt="2023-01-15T19:39:20.707" v="2885"/>
          <ac:grpSpMkLst>
            <pc:docMk/>
            <pc:sldMk cId="3437359795" sldId="379"/>
            <ac:grpSpMk id="16" creationId="{333F2644-DCBB-7DDA-75DF-228EAF2500F1}"/>
          </ac:grpSpMkLst>
        </pc:grpChg>
        <pc:graphicFrameChg chg="add mod modGraphic">
          <ac:chgData name="Chittaranjan Hens" userId="6fc03958433e8a43" providerId="LiveId" clId="{8FC35386-D2C4-451B-9307-371306956297}" dt="2023-01-15T19:41:14.869" v="2919" actId="1076"/>
          <ac:graphicFrameMkLst>
            <pc:docMk/>
            <pc:sldMk cId="3437359795" sldId="379"/>
            <ac:graphicFrameMk id="7" creationId="{EB76F576-0BDF-88BC-18CA-5677D5ED135F}"/>
          </ac:graphicFrameMkLst>
        </pc:graphicFrameChg>
        <pc:graphicFrameChg chg="add mod modGraphic">
          <ac:chgData name="Chittaranjan Hens" userId="6fc03958433e8a43" providerId="LiveId" clId="{8FC35386-D2C4-451B-9307-371306956297}" dt="2023-01-15T19:42:36.880" v="2940" actId="14100"/>
          <ac:graphicFrameMkLst>
            <pc:docMk/>
            <pc:sldMk cId="3437359795" sldId="379"/>
            <ac:graphicFrameMk id="18" creationId="{4FF43D0E-8557-9249-B69C-4BC6867F04BA}"/>
          </ac:graphicFrameMkLst>
        </pc:graphicFrameChg>
        <pc:graphicFrameChg chg="add mod">
          <ac:chgData name="Chittaranjan Hens" userId="6fc03958433e8a43" providerId="LiveId" clId="{8FC35386-D2C4-451B-9307-371306956297}" dt="2023-01-15T19:43:48.206" v="2977" actId="113"/>
          <ac:graphicFrameMkLst>
            <pc:docMk/>
            <pc:sldMk cId="3437359795" sldId="379"/>
            <ac:graphicFrameMk id="19" creationId="{11E22CFF-53CC-F60E-ECAF-34B1EED55B59}"/>
          </ac:graphicFrameMkLst>
        </pc:graphicFrameChg>
        <pc:picChg chg="mod">
          <ac:chgData name="Chittaranjan Hens" userId="6fc03958433e8a43" providerId="LiveId" clId="{8FC35386-D2C4-451B-9307-371306956297}" dt="2023-01-15T19:37:04.313" v="2873" actId="1076"/>
          <ac:picMkLst>
            <pc:docMk/>
            <pc:sldMk cId="3437359795" sldId="379"/>
            <ac:picMk id="9" creationId="{4F643471-DFB9-DA35-827E-65F9120B0E86}"/>
          </ac:picMkLst>
        </pc:picChg>
        <pc:inkChg chg="add del">
          <ac:chgData name="Chittaranjan Hens" userId="6fc03958433e8a43" providerId="LiveId" clId="{8FC35386-D2C4-451B-9307-371306956297}" dt="2023-01-15T19:37:38.157" v="2878" actId="9405"/>
          <ac:inkMkLst>
            <pc:docMk/>
            <pc:sldMk cId="3437359795" sldId="379"/>
            <ac:inkMk id="2" creationId="{41A0B338-0D9E-BAD6-1A7D-311B5908B00E}"/>
          </ac:inkMkLst>
        </pc:inkChg>
        <pc:inkChg chg="add del">
          <ac:chgData name="Chittaranjan Hens" userId="6fc03958433e8a43" providerId="LiveId" clId="{8FC35386-D2C4-451B-9307-371306956297}" dt="2023-01-15T19:37:37.756" v="2877" actId="9405"/>
          <ac:inkMkLst>
            <pc:docMk/>
            <pc:sldMk cId="3437359795" sldId="379"/>
            <ac:inkMk id="6" creationId="{7C796987-B026-EC8D-85CA-B79CF0668040}"/>
          </ac:inkMkLst>
        </pc:inkChg>
        <pc:inkChg chg="add">
          <ac:chgData name="Chittaranjan Hens" userId="6fc03958433e8a43" providerId="LiveId" clId="{8FC35386-D2C4-451B-9307-371306956297}" dt="2023-01-15T19:39:16.728" v="2880" actId="9405"/>
          <ac:inkMkLst>
            <pc:docMk/>
            <pc:sldMk cId="3437359795" sldId="379"/>
            <ac:inkMk id="10" creationId="{A95C763A-78A0-CC39-43E2-4EC647092969}"/>
          </ac:inkMkLst>
        </pc:inkChg>
        <pc:inkChg chg="add mod">
          <ac:chgData name="Chittaranjan Hens" userId="6fc03958433e8a43" providerId="LiveId" clId="{8FC35386-D2C4-451B-9307-371306956297}" dt="2023-01-15T19:39:20.707" v="2885"/>
          <ac:inkMkLst>
            <pc:docMk/>
            <pc:sldMk cId="3437359795" sldId="379"/>
            <ac:inkMk id="11" creationId="{5C150515-1A47-075F-95D4-7B1449952FEE}"/>
          </ac:inkMkLst>
        </pc:inkChg>
        <pc:inkChg chg="add mod">
          <ac:chgData name="Chittaranjan Hens" userId="6fc03958433e8a43" providerId="LiveId" clId="{8FC35386-D2C4-451B-9307-371306956297}" dt="2023-01-15T19:39:20.707" v="2885"/>
          <ac:inkMkLst>
            <pc:docMk/>
            <pc:sldMk cId="3437359795" sldId="379"/>
            <ac:inkMk id="13" creationId="{2CB90733-5C64-59DC-AD8F-12346183D467}"/>
          </ac:inkMkLst>
        </pc:inkChg>
        <pc:inkChg chg="add">
          <ac:chgData name="Chittaranjan Hens" userId="6fc03958433e8a43" providerId="LiveId" clId="{8FC35386-D2C4-451B-9307-371306956297}" dt="2023-01-15T19:39:18.924" v="2883" actId="9405"/>
          <ac:inkMkLst>
            <pc:docMk/>
            <pc:sldMk cId="3437359795" sldId="379"/>
            <ac:inkMk id="14" creationId="{F553FE48-B8F3-8DEA-B341-2F7AA4DAA591}"/>
          </ac:inkMkLst>
        </pc:inkChg>
        <pc:inkChg chg="add">
          <ac:chgData name="Chittaranjan Hens" userId="6fc03958433e8a43" providerId="LiveId" clId="{8FC35386-D2C4-451B-9307-371306956297}" dt="2023-01-15T19:39:19.787" v="2884" actId="9405"/>
          <ac:inkMkLst>
            <pc:docMk/>
            <pc:sldMk cId="3437359795" sldId="379"/>
            <ac:inkMk id="15" creationId="{751CD200-1057-EB81-D00A-A1D43A0233C6}"/>
          </ac:inkMkLst>
        </pc:inkChg>
        <pc:inkChg chg="add">
          <ac:chgData name="Chittaranjan Hens" userId="6fc03958433e8a43" providerId="LiveId" clId="{8FC35386-D2C4-451B-9307-371306956297}" dt="2023-01-15T19:39:20.940" v="2886" actId="9405"/>
          <ac:inkMkLst>
            <pc:docMk/>
            <pc:sldMk cId="3437359795" sldId="379"/>
            <ac:inkMk id="17" creationId="{50A9E662-A72A-BC57-FD84-E344643D3814}"/>
          </ac:inkMkLst>
        </pc:inkChg>
      </pc:sldChg>
      <pc:sldChg chg="add del">
        <pc:chgData name="Chittaranjan Hens" userId="6fc03958433e8a43" providerId="LiveId" clId="{8FC35386-D2C4-451B-9307-371306956297}" dt="2023-01-19T03:22:34.399" v="3572" actId="47"/>
        <pc:sldMkLst>
          <pc:docMk/>
          <pc:sldMk cId="1192907098" sldId="380"/>
        </pc:sldMkLst>
      </pc:sldChg>
      <pc:sldChg chg="addSp delSp modSp add mod modAnim">
        <pc:chgData name="Chittaranjan Hens" userId="6fc03958433e8a43" providerId="LiveId" clId="{8FC35386-D2C4-451B-9307-371306956297}" dt="2023-01-19T03:23:15.220" v="3614" actId="14100"/>
        <pc:sldMkLst>
          <pc:docMk/>
          <pc:sldMk cId="4258649537" sldId="381"/>
        </pc:sldMkLst>
        <pc:spChg chg="mod">
          <ac:chgData name="Chittaranjan Hens" userId="6fc03958433e8a43" providerId="LiveId" clId="{8FC35386-D2C4-451B-9307-371306956297}" dt="2023-01-15T20:01:13.822" v="2989" actId="1076"/>
          <ac:spMkLst>
            <pc:docMk/>
            <pc:sldMk cId="4258649537" sldId="381"/>
            <ac:spMk id="5" creationId="{9BAB6A71-7598-E670-F17E-94F14C6EF81D}"/>
          </ac:spMkLst>
        </pc:spChg>
        <pc:spChg chg="add del">
          <ac:chgData name="Chittaranjan Hens" userId="6fc03958433e8a43" providerId="LiveId" clId="{8FC35386-D2C4-451B-9307-371306956297}" dt="2023-01-15T20:01:06.342" v="2986" actId="22"/>
          <ac:spMkLst>
            <pc:docMk/>
            <pc:sldMk cId="4258649537" sldId="381"/>
            <ac:spMk id="20" creationId="{44E41F08-90B9-5A80-3DD1-8978CC43D6DB}"/>
          </ac:spMkLst>
        </pc:spChg>
        <pc:spChg chg="add mod">
          <ac:chgData name="Chittaranjan Hens" userId="6fc03958433e8a43" providerId="LiveId" clId="{8FC35386-D2C4-451B-9307-371306956297}" dt="2023-01-19T03:22:52.179" v="3612" actId="1035"/>
          <ac:spMkLst>
            <pc:docMk/>
            <pc:sldMk cId="4258649537" sldId="381"/>
            <ac:spMk id="22" creationId="{21E987D1-0992-D51A-EC24-C1D3CE3886CF}"/>
          </ac:spMkLst>
        </pc:spChg>
        <pc:graphicFrameChg chg="mod modGraphic">
          <ac:chgData name="Chittaranjan Hens" userId="6fc03958433e8a43" providerId="LiveId" clId="{8FC35386-D2C4-451B-9307-371306956297}" dt="2023-01-15T20:02:23.598" v="3018" actId="1076"/>
          <ac:graphicFrameMkLst>
            <pc:docMk/>
            <pc:sldMk cId="4258649537" sldId="381"/>
            <ac:graphicFrameMk id="18" creationId="{4FF43D0E-8557-9249-B69C-4BC6867F04BA}"/>
          </ac:graphicFrameMkLst>
        </pc:graphicFrameChg>
        <pc:graphicFrameChg chg="add mod">
          <ac:chgData name="Chittaranjan Hens" userId="6fc03958433e8a43" providerId="LiveId" clId="{8FC35386-D2C4-451B-9307-371306956297}" dt="2023-01-19T03:22:52.179" v="3612" actId="1035"/>
          <ac:graphicFrameMkLst>
            <pc:docMk/>
            <pc:sldMk cId="4258649537" sldId="381"/>
            <ac:graphicFrameMk id="23" creationId="{3DE83902-2CD8-3BF4-FEAA-107B44678BFE}"/>
          </ac:graphicFrameMkLst>
        </pc:graphicFrameChg>
        <pc:picChg chg="add mod">
          <ac:chgData name="Chittaranjan Hens" userId="6fc03958433e8a43" providerId="LiveId" clId="{8FC35386-D2C4-451B-9307-371306956297}" dt="2023-01-19T03:23:15.220" v="3614" actId="14100"/>
          <ac:picMkLst>
            <pc:docMk/>
            <pc:sldMk cId="4258649537" sldId="381"/>
            <ac:picMk id="6" creationId="{3614BDB3-6B85-1664-828E-D93CDE3F1B5B}"/>
          </ac:picMkLst>
        </pc:picChg>
      </pc:sldChg>
      <pc:sldChg chg="addSp delSp modSp add mod delAnim">
        <pc:chgData name="Chittaranjan Hens" userId="6fc03958433e8a43" providerId="LiveId" clId="{8FC35386-D2C4-451B-9307-371306956297}" dt="2023-01-15T20:04:18.484" v="3067" actId="20577"/>
        <pc:sldMkLst>
          <pc:docMk/>
          <pc:sldMk cId="1411089668" sldId="382"/>
        </pc:sldMkLst>
        <pc:spChg chg="del">
          <ac:chgData name="Chittaranjan Hens" userId="6fc03958433e8a43" providerId="LiveId" clId="{8FC35386-D2C4-451B-9307-371306956297}" dt="2023-01-15T20:03:13.702" v="3026" actId="478"/>
          <ac:spMkLst>
            <pc:docMk/>
            <pc:sldMk cId="1411089668" sldId="382"/>
            <ac:spMk id="3" creationId="{CDF78C70-205D-154B-E0F5-653A1C37F22E}"/>
          </ac:spMkLst>
        </pc:spChg>
        <pc:spChg chg="del">
          <ac:chgData name="Chittaranjan Hens" userId="6fc03958433e8a43" providerId="LiveId" clId="{8FC35386-D2C4-451B-9307-371306956297}" dt="2023-01-15T20:03:10.125" v="3025" actId="478"/>
          <ac:spMkLst>
            <pc:docMk/>
            <pc:sldMk cId="1411089668" sldId="382"/>
            <ac:spMk id="5" creationId="{9BAB6A71-7598-E670-F17E-94F14C6EF81D}"/>
          </ac:spMkLst>
        </pc:spChg>
        <pc:spChg chg="add mod">
          <ac:chgData name="Chittaranjan Hens" userId="6fc03958433e8a43" providerId="LiveId" clId="{8FC35386-D2C4-451B-9307-371306956297}" dt="2023-01-15T20:04:18.484" v="3067" actId="20577"/>
          <ac:spMkLst>
            <pc:docMk/>
            <pc:sldMk cId="1411089668" sldId="382"/>
            <ac:spMk id="12" creationId="{CC52D1DE-B1E7-E980-747E-635C043151CD}"/>
          </ac:spMkLst>
        </pc:spChg>
        <pc:spChg chg="mod">
          <ac:chgData name="Chittaranjan Hens" userId="6fc03958433e8a43" providerId="LiveId" clId="{8FC35386-D2C4-451B-9307-371306956297}" dt="2023-01-15T20:03:48.358" v="3056" actId="14100"/>
          <ac:spMkLst>
            <pc:docMk/>
            <pc:sldMk cId="1411089668" sldId="382"/>
            <ac:spMk id="22" creationId="{21E987D1-0992-D51A-EC24-C1D3CE3886CF}"/>
          </ac:spMkLst>
        </pc:spChg>
        <pc:graphicFrameChg chg="del">
          <ac:chgData name="Chittaranjan Hens" userId="6fc03958433e8a43" providerId="LiveId" clId="{8FC35386-D2C4-451B-9307-371306956297}" dt="2023-01-15T20:03:10.125" v="3025" actId="478"/>
          <ac:graphicFrameMkLst>
            <pc:docMk/>
            <pc:sldMk cId="1411089668" sldId="382"/>
            <ac:graphicFrameMk id="7" creationId="{EB76F576-0BDF-88BC-18CA-5677D5ED135F}"/>
          </ac:graphicFrameMkLst>
        </pc:graphicFrameChg>
        <pc:graphicFrameChg chg="del">
          <ac:chgData name="Chittaranjan Hens" userId="6fc03958433e8a43" providerId="LiveId" clId="{8FC35386-D2C4-451B-9307-371306956297}" dt="2023-01-15T20:03:10.125" v="3025" actId="478"/>
          <ac:graphicFrameMkLst>
            <pc:docMk/>
            <pc:sldMk cId="1411089668" sldId="382"/>
            <ac:graphicFrameMk id="18" creationId="{4FF43D0E-8557-9249-B69C-4BC6867F04BA}"/>
          </ac:graphicFrameMkLst>
        </pc:graphicFrameChg>
        <pc:graphicFrameChg chg="del">
          <ac:chgData name="Chittaranjan Hens" userId="6fc03958433e8a43" providerId="LiveId" clId="{8FC35386-D2C4-451B-9307-371306956297}" dt="2023-01-15T20:03:10.125" v="3025" actId="478"/>
          <ac:graphicFrameMkLst>
            <pc:docMk/>
            <pc:sldMk cId="1411089668" sldId="382"/>
            <ac:graphicFrameMk id="19" creationId="{11E22CFF-53CC-F60E-ECAF-34B1EED55B59}"/>
          </ac:graphicFrameMkLst>
        </pc:graphicFrameChg>
        <pc:graphicFrameChg chg="mod modGraphic">
          <ac:chgData name="Chittaranjan Hens" userId="6fc03958433e8a43" providerId="LiveId" clId="{8FC35386-D2C4-451B-9307-371306956297}" dt="2023-01-15T20:03:53.272" v="3057" actId="1076"/>
          <ac:graphicFrameMkLst>
            <pc:docMk/>
            <pc:sldMk cId="1411089668" sldId="382"/>
            <ac:graphicFrameMk id="23" creationId="{3DE83902-2CD8-3BF4-FEAA-107B44678BFE}"/>
          </ac:graphicFrameMkLst>
        </pc:graphicFrameChg>
        <pc:picChg chg="mod">
          <ac:chgData name="Chittaranjan Hens" userId="6fc03958433e8a43" providerId="LiveId" clId="{8FC35386-D2C4-451B-9307-371306956297}" dt="2023-01-15T20:03:35.060" v="3027" actId="1076"/>
          <ac:picMkLst>
            <pc:docMk/>
            <pc:sldMk cId="1411089668" sldId="382"/>
            <ac:picMk id="6" creationId="{3614BDB3-6B85-1664-828E-D93CDE3F1B5B}"/>
          </ac:picMkLst>
        </pc:picChg>
        <pc:picChg chg="del">
          <ac:chgData name="Chittaranjan Hens" userId="6fc03958433e8a43" providerId="LiveId" clId="{8FC35386-D2C4-451B-9307-371306956297}" dt="2023-01-15T20:03:10.125" v="3025" actId="478"/>
          <ac:picMkLst>
            <pc:docMk/>
            <pc:sldMk cId="1411089668" sldId="382"/>
            <ac:picMk id="9" creationId="{4F643471-DFB9-DA35-827E-65F9120B0E86}"/>
          </ac:picMkLst>
        </pc:picChg>
      </pc:sldChg>
      <pc:sldChg chg="add del">
        <pc:chgData name="Chittaranjan Hens" userId="6fc03958433e8a43" providerId="LiveId" clId="{8FC35386-D2C4-451B-9307-371306956297}" dt="2023-01-15T20:02:52.833" v="3023"/>
        <pc:sldMkLst>
          <pc:docMk/>
          <pc:sldMk cId="3571261572" sldId="382"/>
        </pc:sldMkLst>
      </pc:sldChg>
      <pc:sldChg chg="addSp delSp modSp add mod modAnim">
        <pc:chgData name="Chittaranjan Hens" userId="6fc03958433e8a43" providerId="LiveId" clId="{8FC35386-D2C4-451B-9307-371306956297}" dt="2023-01-15T20:09:46.371" v="3184"/>
        <pc:sldMkLst>
          <pc:docMk/>
          <pc:sldMk cId="3027114888" sldId="383"/>
        </pc:sldMkLst>
        <pc:spChg chg="add mod">
          <ac:chgData name="Chittaranjan Hens" userId="6fc03958433e8a43" providerId="LiveId" clId="{8FC35386-D2C4-451B-9307-371306956297}" dt="2023-01-15T20:08:22.246" v="3173" actId="20577"/>
          <ac:spMkLst>
            <pc:docMk/>
            <pc:sldMk cId="3027114888" sldId="383"/>
            <ac:spMk id="6" creationId="{D0ED7558-F42B-7EE2-7A70-929C205175DC}"/>
          </ac:spMkLst>
        </pc:spChg>
        <pc:spChg chg="mod">
          <ac:chgData name="Chittaranjan Hens" userId="6fc03958433e8a43" providerId="LiveId" clId="{8FC35386-D2C4-451B-9307-371306956297}" dt="2023-01-15T20:06:37.685" v="3084" actId="20577"/>
          <ac:spMkLst>
            <pc:docMk/>
            <pc:sldMk cId="3027114888" sldId="383"/>
            <ac:spMk id="8" creationId="{25DB9404-1245-DBD1-0A6B-C45569333CB3}"/>
          </ac:spMkLst>
        </pc:spChg>
        <pc:spChg chg="del">
          <ac:chgData name="Chittaranjan Hens" userId="6fc03958433e8a43" providerId="LiveId" clId="{8FC35386-D2C4-451B-9307-371306956297}" dt="2023-01-15T20:06:30.104" v="3071" actId="478"/>
          <ac:spMkLst>
            <pc:docMk/>
            <pc:sldMk cId="3027114888" sldId="383"/>
            <ac:spMk id="12" creationId="{3CD1D11E-573A-E411-9DA5-65C536F51BFA}"/>
          </ac:spMkLst>
        </pc:spChg>
        <pc:spChg chg="del">
          <ac:chgData name="Chittaranjan Hens" userId="6fc03958433e8a43" providerId="LiveId" clId="{8FC35386-D2C4-451B-9307-371306956297}" dt="2023-01-15T20:06:27.821" v="3070" actId="478"/>
          <ac:spMkLst>
            <pc:docMk/>
            <pc:sldMk cId="3027114888" sldId="383"/>
            <ac:spMk id="17" creationId="{D67D01BA-354E-7172-AC6A-1553A5FE55EE}"/>
          </ac:spMkLst>
        </pc:spChg>
        <pc:picChg chg="add mod">
          <ac:chgData name="Chittaranjan Hens" userId="6fc03958433e8a43" providerId="LiveId" clId="{8FC35386-D2C4-451B-9307-371306956297}" dt="2023-01-15T20:07:01.173" v="3088" actId="1076"/>
          <ac:picMkLst>
            <pc:docMk/>
            <pc:sldMk cId="3027114888" sldId="383"/>
            <ac:picMk id="3" creationId="{52A27449-8960-9254-4F41-49B28BB3D416}"/>
          </ac:picMkLst>
        </pc:picChg>
        <pc:picChg chg="mod">
          <ac:chgData name="Chittaranjan Hens" userId="6fc03958433e8a43" providerId="LiveId" clId="{8FC35386-D2C4-451B-9307-371306956297}" dt="2023-01-15T20:07:29.258" v="3096" actId="1076"/>
          <ac:picMkLst>
            <pc:docMk/>
            <pc:sldMk cId="3027114888" sldId="383"/>
            <ac:picMk id="4" creationId="{A77CDD2A-AFD3-0864-6D67-957A858D6745}"/>
          </ac:picMkLst>
        </pc:picChg>
        <pc:picChg chg="add del mod">
          <ac:chgData name="Chittaranjan Hens" userId="6fc03958433e8a43" providerId="LiveId" clId="{8FC35386-D2C4-451B-9307-371306956297}" dt="2023-01-15T20:07:09.700" v="3090"/>
          <ac:picMkLst>
            <pc:docMk/>
            <pc:sldMk cId="3027114888" sldId="383"/>
            <ac:picMk id="5" creationId="{7ACA3DAE-3851-7D66-27F3-7B06BB3857CB}"/>
          </ac:picMkLst>
        </pc:picChg>
        <pc:picChg chg="add mod">
          <ac:chgData name="Chittaranjan Hens" userId="6fc03958433e8a43" providerId="LiveId" clId="{8FC35386-D2C4-451B-9307-371306956297}" dt="2023-01-15T20:09:07.509" v="3181" actId="1076"/>
          <ac:picMkLst>
            <pc:docMk/>
            <pc:sldMk cId="3027114888" sldId="383"/>
            <ac:picMk id="9" creationId="{D4CA2379-FEDD-542A-5654-20A50C683D04}"/>
          </ac:picMkLst>
        </pc:picChg>
        <pc:picChg chg="del">
          <ac:chgData name="Chittaranjan Hens" userId="6fc03958433e8a43" providerId="LiveId" clId="{8FC35386-D2C4-451B-9307-371306956297}" dt="2023-01-15T20:06:24.544" v="3069" actId="478"/>
          <ac:picMkLst>
            <pc:docMk/>
            <pc:sldMk cId="3027114888" sldId="383"/>
            <ac:picMk id="11" creationId="{EB677EDC-015C-688B-2279-D8F083D46005}"/>
          </ac:picMkLst>
        </pc:picChg>
        <pc:picChg chg="add mod">
          <ac:chgData name="Chittaranjan Hens" userId="6fc03958433e8a43" providerId="LiveId" clId="{8FC35386-D2C4-451B-9307-371306956297}" dt="2023-01-15T20:09:42.090" v="3183" actId="1076"/>
          <ac:picMkLst>
            <pc:docMk/>
            <pc:sldMk cId="3027114888" sldId="383"/>
            <ac:picMk id="13" creationId="{2D938E49-1DE7-82B4-43D1-153F375BA163}"/>
          </ac:picMkLst>
        </pc:picChg>
        <pc:picChg chg="del">
          <ac:chgData name="Chittaranjan Hens" userId="6fc03958433e8a43" providerId="LiveId" clId="{8FC35386-D2C4-451B-9307-371306956297}" dt="2023-01-15T20:06:24.544" v="3069" actId="478"/>
          <ac:picMkLst>
            <pc:docMk/>
            <pc:sldMk cId="3027114888" sldId="383"/>
            <ac:picMk id="14" creationId="{C6800580-8E93-B465-AFC0-F6C63ABC9403}"/>
          </ac:picMkLst>
        </pc:picChg>
      </pc:sldChg>
      <pc:sldChg chg="delSp modSp add mod delAnim">
        <pc:chgData name="Chittaranjan Hens" userId="6fc03958433e8a43" providerId="LiveId" clId="{8FC35386-D2C4-451B-9307-371306956297}" dt="2023-01-15T20:11:18.390" v="3202" actId="1076"/>
        <pc:sldMkLst>
          <pc:docMk/>
          <pc:sldMk cId="828855938" sldId="384"/>
        </pc:sldMkLst>
        <pc:spChg chg="del">
          <ac:chgData name="Chittaranjan Hens" userId="6fc03958433e8a43" providerId="LiveId" clId="{8FC35386-D2C4-451B-9307-371306956297}" dt="2023-01-15T20:10:08.976" v="3186" actId="478"/>
          <ac:spMkLst>
            <pc:docMk/>
            <pc:sldMk cId="828855938" sldId="384"/>
            <ac:spMk id="6" creationId="{D0ED7558-F42B-7EE2-7A70-929C205175DC}"/>
          </ac:spMkLst>
        </pc:spChg>
        <pc:spChg chg="mod">
          <ac:chgData name="Chittaranjan Hens" userId="6fc03958433e8a43" providerId="LiveId" clId="{8FC35386-D2C4-451B-9307-371306956297}" dt="2023-01-15T20:11:18.390" v="3202" actId="1076"/>
          <ac:spMkLst>
            <pc:docMk/>
            <pc:sldMk cId="828855938" sldId="384"/>
            <ac:spMk id="8" creationId="{25DB9404-1245-DBD1-0A6B-C45569333CB3}"/>
          </ac:spMkLst>
        </pc:spChg>
        <pc:picChg chg="del">
          <ac:chgData name="Chittaranjan Hens" userId="6fc03958433e8a43" providerId="LiveId" clId="{8FC35386-D2C4-451B-9307-371306956297}" dt="2023-01-15T20:10:08.976" v="3186" actId="478"/>
          <ac:picMkLst>
            <pc:docMk/>
            <pc:sldMk cId="828855938" sldId="384"/>
            <ac:picMk id="3" creationId="{52A27449-8960-9254-4F41-49B28BB3D416}"/>
          </ac:picMkLst>
        </pc:picChg>
        <pc:picChg chg="del">
          <ac:chgData name="Chittaranjan Hens" userId="6fc03958433e8a43" providerId="LiveId" clId="{8FC35386-D2C4-451B-9307-371306956297}" dt="2023-01-15T20:10:08.976" v="3186" actId="478"/>
          <ac:picMkLst>
            <pc:docMk/>
            <pc:sldMk cId="828855938" sldId="384"/>
            <ac:picMk id="9" creationId="{D4CA2379-FEDD-542A-5654-20A50C683D04}"/>
          </ac:picMkLst>
        </pc:picChg>
        <pc:picChg chg="del">
          <ac:chgData name="Chittaranjan Hens" userId="6fc03958433e8a43" providerId="LiveId" clId="{8FC35386-D2C4-451B-9307-371306956297}" dt="2023-01-15T20:10:08.976" v="3186" actId="478"/>
          <ac:picMkLst>
            <pc:docMk/>
            <pc:sldMk cId="828855938" sldId="384"/>
            <ac:picMk id="13" creationId="{2D938E49-1DE7-82B4-43D1-153F375BA163}"/>
          </ac:picMkLst>
        </pc:picChg>
      </pc:sldChg>
      <pc:sldChg chg="add del">
        <pc:chgData name="Chittaranjan Hens" userId="6fc03958433e8a43" providerId="LiveId" clId="{8FC35386-D2C4-451B-9307-371306956297}" dt="2023-01-15T20:08:41.907" v="3175"/>
        <pc:sldMkLst>
          <pc:docMk/>
          <pc:sldMk cId="942580408" sldId="384"/>
        </pc:sldMkLst>
      </pc:sldChg>
      <pc:sldChg chg="add del">
        <pc:chgData name="Chittaranjan Hens" userId="6fc03958433e8a43" providerId="LiveId" clId="{8FC35386-D2C4-451B-9307-371306956297}" dt="2023-01-15T20:08:57.734" v="3179"/>
        <pc:sldMkLst>
          <pc:docMk/>
          <pc:sldMk cId="4135480842" sldId="384"/>
        </pc:sldMkLst>
      </pc:sldChg>
      <pc:sldChg chg="addSp delSp modSp add mod">
        <pc:chgData name="Chittaranjan Hens" userId="6fc03958433e8a43" providerId="LiveId" clId="{8FC35386-D2C4-451B-9307-371306956297}" dt="2023-01-15T20:15:21.966" v="3227" actId="14100"/>
        <pc:sldMkLst>
          <pc:docMk/>
          <pc:sldMk cId="1460658313" sldId="385"/>
        </pc:sldMkLst>
        <pc:spChg chg="add mod">
          <ac:chgData name="Chittaranjan Hens" userId="6fc03958433e8a43" providerId="LiveId" clId="{8FC35386-D2C4-451B-9307-371306956297}" dt="2023-01-15T20:15:21.966" v="3227" actId="14100"/>
          <ac:spMkLst>
            <pc:docMk/>
            <pc:sldMk cId="1460658313" sldId="385"/>
            <ac:spMk id="6" creationId="{07B39A6D-8EB0-8D49-B73E-BAE30AB27EA7}"/>
          </ac:spMkLst>
        </pc:spChg>
        <pc:spChg chg="del">
          <ac:chgData name="Chittaranjan Hens" userId="6fc03958433e8a43" providerId="LiveId" clId="{8FC35386-D2C4-451B-9307-371306956297}" dt="2023-01-15T20:12:12.227" v="3206" actId="478"/>
          <ac:spMkLst>
            <pc:docMk/>
            <pc:sldMk cId="1460658313" sldId="385"/>
            <ac:spMk id="8" creationId="{25DB9404-1245-DBD1-0A6B-C45569333CB3}"/>
          </ac:spMkLst>
        </pc:spChg>
        <pc:picChg chg="add mod">
          <ac:chgData name="Chittaranjan Hens" userId="6fc03958433e8a43" providerId="LiveId" clId="{8FC35386-D2C4-451B-9307-371306956297}" dt="2023-01-15T20:12:28.480" v="3210" actId="1076"/>
          <ac:picMkLst>
            <pc:docMk/>
            <pc:sldMk cId="1460658313" sldId="385"/>
            <ac:picMk id="3" creationId="{362436D7-E9F7-E6C6-371F-F5752ED1B3B7}"/>
          </ac:picMkLst>
        </pc:picChg>
      </pc:sldChg>
      <pc:sldChg chg="add del">
        <pc:chgData name="Chittaranjan Hens" userId="6fc03958433e8a43" providerId="LiveId" clId="{8FC35386-D2C4-451B-9307-371306956297}" dt="2023-01-15T20:12:01.813" v="3204"/>
        <pc:sldMkLst>
          <pc:docMk/>
          <pc:sldMk cId="2308615709" sldId="385"/>
        </pc:sldMkLst>
      </pc:sldChg>
      <pc:sldChg chg="add del">
        <pc:chgData name="Chittaranjan Hens" userId="6fc03958433e8a43" providerId="LiveId" clId="{8FC35386-D2C4-451B-9307-371306956297}" dt="2023-01-15T20:08:57.235" v="3178"/>
        <pc:sldMkLst>
          <pc:docMk/>
          <pc:sldMk cId="3053646196" sldId="385"/>
        </pc:sldMkLst>
      </pc:sldChg>
      <pc:sldChg chg="add del">
        <pc:chgData name="Chittaranjan Hens" userId="6fc03958433e8a43" providerId="LiveId" clId="{8FC35386-D2C4-451B-9307-371306956297}" dt="2023-01-15T20:12:15.726" v="3208"/>
        <pc:sldMkLst>
          <pc:docMk/>
          <pc:sldMk cId="41963012" sldId="386"/>
        </pc:sldMkLst>
      </pc:sldChg>
      <pc:sldChg chg="addSp delSp modSp add mod">
        <pc:chgData name="Chittaranjan Hens" userId="6fc03958433e8a43" providerId="LiveId" clId="{8FC35386-D2C4-451B-9307-371306956297}" dt="2023-01-15T20:16:37.943" v="3261" actId="20577"/>
        <pc:sldMkLst>
          <pc:docMk/>
          <pc:sldMk cId="2544770133" sldId="386"/>
        </pc:sldMkLst>
        <pc:spChg chg="add mod">
          <ac:chgData name="Chittaranjan Hens" userId="6fc03958433e8a43" providerId="LiveId" clId="{8FC35386-D2C4-451B-9307-371306956297}" dt="2023-01-15T20:16:37.943" v="3261" actId="20577"/>
          <ac:spMkLst>
            <pc:docMk/>
            <pc:sldMk cId="2544770133" sldId="386"/>
            <ac:spMk id="2" creationId="{88657352-2FB4-21C5-40A8-19287A047EA9}"/>
          </ac:spMkLst>
        </pc:spChg>
        <pc:spChg chg="del">
          <ac:chgData name="Chittaranjan Hens" userId="6fc03958433e8a43" providerId="LiveId" clId="{8FC35386-D2C4-451B-9307-371306956297}" dt="2023-01-15T20:15:29.973" v="3229" actId="478"/>
          <ac:spMkLst>
            <pc:docMk/>
            <pc:sldMk cId="2544770133" sldId="386"/>
            <ac:spMk id="6" creationId="{07B39A6D-8EB0-8D49-B73E-BAE30AB27EA7}"/>
          </ac:spMkLst>
        </pc:spChg>
      </pc:sldChg>
      <pc:sldChg chg="modSp add mod ord">
        <pc:chgData name="Chittaranjan Hens" userId="6fc03958433e8a43" providerId="LiveId" clId="{8FC35386-D2C4-451B-9307-371306956297}" dt="2023-01-15T20:20:09.177" v="3322" actId="113"/>
        <pc:sldMkLst>
          <pc:docMk/>
          <pc:sldMk cId="2573251469" sldId="387"/>
        </pc:sldMkLst>
        <pc:spChg chg="mod">
          <ac:chgData name="Chittaranjan Hens" userId="6fc03958433e8a43" providerId="LiveId" clId="{8FC35386-D2C4-451B-9307-371306956297}" dt="2023-01-15T20:20:09.177" v="3322" actId="113"/>
          <ac:spMkLst>
            <pc:docMk/>
            <pc:sldMk cId="2573251469" sldId="387"/>
            <ac:spMk id="8" creationId="{25DB9404-1245-DBD1-0A6B-C45569333CB3}"/>
          </ac:spMkLst>
        </pc:spChg>
      </pc:sldChg>
      <pc:sldChg chg="add del">
        <pc:chgData name="Chittaranjan Hens" userId="6fc03958433e8a43" providerId="LiveId" clId="{8FC35386-D2C4-451B-9307-371306956297}" dt="2023-01-15T20:16:50.058" v="3263"/>
        <pc:sldMkLst>
          <pc:docMk/>
          <pc:sldMk cId="3563401240" sldId="387"/>
        </pc:sldMkLst>
      </pc:sldChg>
      <pc:sldChg chg="addSp modSp add mod">
        <pc:chgData name="Chittaranjan Hens" userId="6fc03958433e8a43" providerId="LiveId" clId="{8FC35386-D2C4-451B-9307-371306956297}" dt="2023-01-15T20:26:32.202" v="3357" actId="1076"/>
        <pc:sldMkLst>
          <pc:docMk/>
          <pc:sldMk cId="2528986088" sldId="388"/>
        </pc:sldMkLst>
        <pc:spChg chg="mod">
          <ac:chgData name="Chittaranjan Hens" userId="6fc03958433e8a43" providerId="LiveId" clId="{8FC35386-D2C4-451B-9307-371306956297}" dt="2023-01-15T20:20:29.927" v="3325" actId="1076"/>
          <ac:spMkLst>
            <pc:docMk/>
            <pc:sldMk cId="2528986088" sldId="388"/>
            <ac:spMk id="8" creationId="{25DB9404-1245-DBD1-0A6B-C45569333CB3}"/>
          </ac:spMkLst>
        </pc:spChg>
        <pc:picChg chg="add mod">
          <ac:chgData name="Chittaranjan Hens" userId="6fc03958433e8a43" providerId="LiveId" clId="{8FC35386-D2C4-451B-9307-371306956297}" dt="2023-01-15T20:26:32.202" v="3357" actId="1076"/>
          <ac:picMkLst>
            <pc:docMk/>
            <pc:sldMk cId="2528986088" sldId="388"/>
            <ac:picMk id="3" creationId="{C6C6AC1F-A65D-6695-54B8-4AFA8FD0E3D6}"/>
          </ac:picMkLst>
        </pc:picChg>
        <pc:picChg chg="mod">
          <ac:chgData name="Chittaranjan Hens" userId="6fc03958433e8a43" providerId="LiveId" clId="{8FC35386-D2C4-451B-9307-371306956297}" dt="2023-01-15T20:21:38.615" v="3342" actId="14100"/>
          <ac:picMkLst>
            <pc:docMk/>
            <pc:sldMk cId="2528986088" sldId="388"/>
            <ac:picMk id="4" creationId="{A77CDD2A-AFD3-0864-6D67-957A858D6745}"/>
          </ac:picMkLst>
        </pc:picChg>
      </pc:sldChg>
      <pc:sldChg chg="addSp delSp modSp add mod delAnim modAnim">
        <pc:chgData name="Chittaranjan Hens" userId="6fc03958433e8a43" providerId="LiveId" clId="{8FC35386-D2C4-451B-9307-371306956297}" dt="2023-01-19T03:52:57.941" v="3621" actId="478"/>
        <pc:sldMkLst>
          <pc:docMk/>
          <pc:sldMk cId="285416135" sldId="389"/>
        </pc:sldMkLst>
        <pc:spChg chg="add del mod">
          <ac:chgData name="Chittaranjan Hens" userId="6fc03958433e8a43" providerId="LiveId" clId="{8FC35386-D2C4-451B-9307-371306956297}" dt="2023-01-19T03:52:53.508" v="3620" actId="478"/>
          <ac:spMkLst>
            <pc:docMk/>
            <pc:sldMk cId="285416135" sldId="389"/>
            <ac:spMk id="2" creationId="{E80CA7C6-C856-7219-85D1-8D714648D492}"/>
          </ac:spMkLst>
        </pc:spChg>
        <pc:spChg chg="add mod">
          <ac:chgData name="Chittaranjan Hens" userId="6fc03958433e8a43" providerId="LiveId" clId="{8FC35386-D2C4-451B-9307-371306956297}" dt="2023-01-15T20:28:25.403" v="3388" actId="20577"/>
          <ac:spMkLst>
            <pc:docMk/>
            <pc:sldMk cId="285416135" sldId="389"/>
            <ac:spMk id="9" creationId="{6D2FE705-77AC-A547-9B7D-EEEAEBC1E8DE}"/>
          </ac:spMkLst>
        </pc:spChg>
        <pc:spChg chg="add del mod">
          <ac:chgData name="Chittaranjan Hens" userId="6fc03958433e8a43" providerId="LiveId" clId="{8FC35386-D2C4-451B-9307-371306956297}" dt="2023-01-19T03:52:57.941" v="3621" actId="478"/>
          <ac:spMkLst>
            <pc:docMk/>
            <pc:sldMk cId="285416135" sldId="389"/>
            <ac:spMk id="11" creationId="{E594FE9B-74B7-E74D-9C54-F98C1E398730}"/>
          </ac:spMkLst>
        </pc:spChg>
        <pc:picChg chg="del mod">
          <ac:chgData name="Chittaranjan Hens" userId="6fc03958433e8a43" providerId="LiveId" clId="{8FC35386-D2C4-451B-9307-371306956297}" dt="2023-01-15T20:25:50.751" v="3353" actId="478"/>
          <ac:picMkLst>
            <pc:docMk/>
            <pc:sldMk cId="285416135" sldId="389"/>
            <ac:picMk id="3" creationId="{C6C6AC1F-A65D-6695-54B8-4AFA8FD0E3D6}"/>
          </ac:picMkLst>
        </pc:picChg>
        <pc:picChg chg="add mod">
          <ac:chgData name="Chittaranjan Hens" userId="6fc03958433e8a43" providerId="LiveId" clId="{8FC35386-D2C4-451B-9307-371306956297}" dt="2023-01-18T19:58:24.073" v="3407" actId="1076"/>
          <ac:picMkLst>
            <pc:docMk/>
            <pc:sldMk cId="285416135" sldId="389"/>
            <ac:picMk id="5" creationId="{04179B0E-A4DF-6394-5D6C-91999C741E3A}"/>
          </ac:picMkLst>
        </pc:picChg>
        <pc:picChg chg="add del mod">
          <ac:chgData name="Chittaranjan Hens" userId="6fc03958433e8a43" providerId="LiveId" clId="{8FC35386-D2C4-451B-9307-371306956297}" dt="2023-01-19T03:52:53.508" v="3620" actId="478"/>
          <ac:picMkLst>
            <pc:docMk/>
            <pc:sldMk cId="285416135" sldId="389"/>
            <ac:picMk id="7" creationId="{42648DE4-4515-A560-5B3E-F826039EEEED}"/>
          </ac:picMkLst>
        </pc:picChg>
      </pc:sldChg>
      <pc:sldChg chg="addSp delSp modSp add mod ord">
        <pc:chgData name="Chittaranjan Hens" userId="6fc03958433e8a43" providerId="LiveId" clId="{8FC35386-D2C4-451B-9307-371306956297}" dt="2023-01-18T20:21:27.894" v="3417" actId="14100"/>
        <pc:sldMkLst>
          <pc:docMk/>
          <pc:sldMk cId="1970279252" sldId="390"/>
        </pc:sldMkLst>
        <pc:picChg chg="del">
          <ac:chgData name="Chittaranjan Hens" userId="6fc03958433e8a43" providerId="LiveId" clId="{8FC35386-D2C4-451B-9307-371306956297}" dt="2023-01-18T20:01:08.420" v="3411" actId="478"/>
          <ac:picMkLst>
            <pc:docMk/>
            <pc:sldMk cId="1970279252" sldId="390"/>
            <ac:picMk id="3" creationId="{C6C6AC1F-A65D-6695-54B8-4AFA8FD0E3D6}"/>
          </ac:picMkLst>
        </pc:picChg>
        <pc:picChg chg="add mod">
          <ac:chgData name="Chittaranjan Hens" userId="6fc03958433e8a43" providerId="LiveId" clId="{8FC35386-D2C4-451B-9307-371306956297}" dt="2023-01-18T20:21:27.894" v="3417" actId="14100"/>
          <ac:picMkLst>
            <pc:docMk/>
            <pc:sldMk cId="1970279252" sldId="390"/>
            <ac:picMk id="5" creationId="{E934A7D0-EBFB-C502-1034-E26987366ACD}"/>
          </ac:picMkLst>
        </pc:picChg>
      </pc:sldChg>
      <pc:sldChg chg="addSp delSp modSp add mod">
        <pc:chgData name="Chittaranjan Hens" userId="6fc03958433e8a43" providerId="LiveId" clId="{8FC35386-D2C4-451B-9307-371306956297}" dt="2023-01-18T20:23:38.531" v="3458" actId="1076"/>
        <pc:sldMkLst>
          <pc:docMk/>
          <pc:sldMk cId="3897246681" sldId="391"/>
        </pc:sldMkLst>
        <pc:spChg chg="mod">
          <ac:chgData name="Chittaranjan Hens" userId="6fc03958433e8a43" providerId="LiveId" clId="{8FC35386-D2C4-451B-9307-371306956297}" dt="2023-01-18T20:23:30.578" v="3455" actId="20577"/>
          <ac:spMkLst>
            <pc:docMk/>
            <pc:sldMk cId="3897246681" sldId="391"/>
            <ac:spMk id="8" creationId="{25DB9404-1245-DBD1-0A6B-C45569333CB3}"/>
          </ac:spMkLst>
        </pc:spChg>
        <pc:picChg chg="add mod">
          <ac:chgData name="Chittaranjan Hens" userId="6fc03958433e8a43" providerId="LiveId" clId="{8FC35386-D2C4-451B-9307-371306956297}" dt="2023-01-18T20:23:38.531" v="3458" actId="1076"/>
          <ac:picMkLst>
            <pc:docMk/>
            <pc:sldMk cId="3897246681" sldId="391"/>
            <ac:picMk id="3" creationId="{C816FE9A-91D6-D854-16D5-9A311FC5BC5A}"/>
          </ac:picMkLst>
        </pc:picChg>
        <pc:picChg chg="del">
          <ac:chgData name="Chittaranjan Hens" userId="6fc03958433e8a43" providerId="LiveId" clId="{8FC35386-D2C4-451B-9307-371306956297}" dt="2023-01-18T20:21:40.939" v="3419" actId="478"/>
          <ac:picMkLst>
            <pc:docMk/>
            <pc:sldMk cId="3897246681" sldId="391"/>
            <ac:picMk id="5" creationId="{E934A7D0-EBFB-C502-1034-E26987366ACD}"/>
          </ac:picMkLst>
        </pc:picChg>
      </pc:sldChg>
      <pc:sldChg chg="addSp delSp modSp add mod ord">
        <pc:chgData name="Chittaranjan Hens" userId="6fc03958433e8a43" providerId="LiveId" clId="{8FC35386-D2C4-451B-9307-371306956297}" dt="2023-01-18T20:26:34.260" v="3486" actId="14100"/>
        <pc:sldMkLst>
          <pc:docMk/>
          <pc:sldMk cId="2274980967" sldId="392"/>
        </pc:sldMkLst>
        <pc:picChg chg="del">
          <ac:chgData name="Chittaranjan Hens" userId="6fc03958433e8a43" providerId="LiveId" clId="{8FC35386-D2C4-451B-9307-371306956297}" dt="2023-01-18T20:23:43.146" v="3460" actId="478"/>
          <ac:picMkLst>
            <pc:docMk/>
            <pc:sldMk cId="2274980967" sldId="392"/>
            <ac:picMk id="3" creationId="{C816FE9A-91D6-D854-16D5-9A311FC5BC5A}"/>
          </ac:picMkLst>
        </pc:picChg>
        <pc:picChg chg="add mod">
          <ac:chgData name="Chittaranjan Hens" userId="6fc03958433e8a43" providerId="LiveId" clId="{8FC35386-D2C4-451B-9307-371306956297}" dt="2023-01-18T20:26:13.030" v="3479" actId="1076"/>
          <ac:picMkLst>
            <pc:docMk/>
            <pc:sldMk cId="2274980967" sldId="392"/>
            <ac:picMk id="5" creationId="{430823CF-3482-3757-9811-B88DA27EDF83}"/>
          </ac:picMkLst>
        </pc:picChg>
        <pc:picChg chg="add mod">
          <ac:chgData name="Chittaranjan Hens" userId="6fc03958433e8a43" providerId="LiveId" clId="{8FC35386-D2C4-451B-9307-371306956297}" dt="2023-01-18T20:26:34.260" v="3486" actId="14100"/>
          <ac:picMkLst>
            <pc:docMk/>
            <pc:sldMk cId="2274980967" sldId="392"/>
            <ac:picMk id="7" creationId="{730CE7E9-5B2C-6AB2-A46B-8A04901BA49B}"/>
          </ac:picMkLst>
        </pc:picChg>
      </pc:sldChg>
      <pc:sldChg chg="addSp delSp modSp add mod">
        <pc:chgData name="Chittaranjan Hens" userId="6fc03958433e8a43" providerId="LiveId" clId="{8FC35386-D2C4-451B-9307-371306956297}" dt="2023-01-18T20:24:13.245" v="3471" actId="1076"/>
        <pc:sldMkLst>
          <pc:docMk/>
          <pc:sldMk cId="2209401888" sldId="393"/>
        </pc:sldMkLst>
        <pc:picChg chg="del">
          <ac:chgData name="Chittaranjan Hens" userId="6fc03958433e8a43" providerId="LiveId" clId="{8FC35386-D2C4-451B-9307-371306956297}" dt="2023-01-18T20:23:57.130" v="3464" actId="478"/>
          <ac:picMkLst>
            <pc:docMk/>
            <pc:sldMk cId="2209401888" sldId="393"/>
            <ac:picMk id="3" creationId="{C816FE9A-91D6-D854-16D5-9A311FC5BC5A}"/>
          </ac:picMkLst>
        </pc:picChg>
        <pc:picChg chg="add mod">
          <ac:chgData name="Chittaranjan Hens" userId="6fc03958433e8a43" providerId="LiveId" clId="{8FC35386-D2C4-451B-9307-371306956297}" dt="2023-01-18T20:24:13.245" v="3471" actId="1076"/>
          <ac:picMkLst>
            <pc:docMk/>
            <pc:sldMk cId="2209401888" sldId="393"/>
            <ac:picMk id="5" creationId="{66A3748A-F6F8-D1F0-18F6-3BC16921A9E2}"/>
          </ac:picMkLst>
        </pc:picChg>
      </pc:sldChg>
      <pc:sldChg chg="add del">
        <pc:chgData name="Chittaranjan Hens" userId="6fc03958433e8a43" providerId="LiveId" clId="{8FC35386-D2C4-451B-9307-371306956297}" dt="2023-01-18T20:24:24.842" v="3475"/>
        <pc:sldMkLst>
          <pc:docMk/>
          <pc:sldMk cId="1039238508" sldId="394"/>
        </pc:sldMkLst>
      </pc:sldChg>
      <pc:sldChg chg="addSp delSp modSp add mod">
        <pc:chgData name="Chittaranjan Hens" userId="6fc03958433e8a43" providerId="LiveId" clId="{8FC35386-D2C4-451B-9307-371306956297}" dt="2023-01-18T20:29:01.708" v="3499" actId="14100"/>
        <pc:sldMkLst>
          <pc:docMk/>
          <pc:sldMk cId="3868141465" sldId="394"/>
        </pc:sldMkLst>
        <pc:picChg chg="add mod">
          <ac:chgData name="Chittaranjan Hens" userId="6fc03958433e8a43" providerId="LiveId" clId="{8FC35386-D2C4-451B-9307-371306956297}" dt="2023-01-18T20:27:08.228" v="3493" actId="1076"/>
          <ac:picMkLst>
            <pc:docMk/>
            <pc:sldMk cId="3868141465" sldId="394"/>
            <ac:picMk id="3" creationId="{A8255B69-2B33-57E4-FF08-1C2E616FC992}"/>
          </ac:picMkLst>
        </pc:picChg>
        <pc:picChg chg="mod">
          <ac:chgData name="Chittaranjan Hens" userId="6fc03958433e8a43" providerId="LiveId" clId="{8FC35386-D2C4-451B-9307-371306956297}" dt="2023-01-18T20:26:58.390" v="3491" actId="14100"/>
          <ac:picMkLst>
            <pc:docMk/>
            <pc:sldMk cId="3868141465" sldId="394"/>
            <ac:picMk id="4" creationId="{A77CDD2A-AFD3-0864-6D67-957A858D6745}"/>
          </ac:picMkLst>
        </pc:picChg>
        <pc:picChg chg="del">
          <ac:chgData name="Chittaranjan Hens" userId="6fc03958433e8a43" providerId="LiveId" clId="{8FC35386-D2C4-451B-9307-371306956297}" dt="2023-01-18T20:26:42.759" v="3488" actId="478"/>
          <ac:picMkLst>
            <pc:docMk/>
            <pc:sldMk cId="3868141465" sldId="394"/>
            <ac:picMk id="5" creationId="{430823CF-3482-3757-9811-B88DA27EDF83}"/>
          </ac:picMkLst>
        </pc:picChg>
        <pc:picChg chg="del">
          <ac:chgData name="Chittaranjan Hens" userId="6fc03958433e8a43" providerId="LiveId" clId="{8FC35386-D2C4-451B-9307-371306956297}" dt="2023-01-18T20:26:42.759" v="3488" actId="478"/>
          <ac:picMkLst>
            <pc:docMk/>
            <pc:sldMk cId="3868141465" sldId="394"/>
            <ac:picMk id="7" creationId="{730CE7E9-5B2C-6AB2-A46B-8A04901BA49B}"/>
          </ac:picMkLst>
        </pc:picChg>
        <pc:picChg chg="add mod">
          <ac:chgData name="Chittaranjan Hens" userId="6fc03958433e8a43" providerId="LiveId" clId="{8FC35386-D2C4-451B-9307-371306956297}" dt="2023-01-18T20:29:01.708" v="3499" actId="14100"/>
          <ac:picMkLst>
            <pc:docMk/>
            <pc:sldMk cId="3868141465" sldId="394"/>
            <ac:picMk id="9" creationId="{9CA7C16A-041A-1B82-76A4-B2D00B85DF00}"/>
          </ac:picMkLst>
        </pc:picChg>
      </pc:sldChg>
      <pc:sldChg chg="addSp delSp modSp add mod">
        <pc:chgData name="Chittaranjan Hens" userId="6fc03958433e8a43" providerId="LiveId" clId="{8FC35386-D2C4-451B-9307-371306956297}" dt="2023-01-18T20:30:15.317" v="3510" actId="14100"/>
        <pc:sldMkLst>
          <pc:docMk/>
          <pc:sldMk cId="759109169" sldId="395"/>
        </pc:sldMkLst>
        <pc:picChg chg="del">
          <ac:chgData name="Chittaranjan Hens" userId="6fc03958433e8a43" providerId="LiveId" clId="{8FC35386-D2C4-451B-9307-371306956297}" dt="2023-01-18T20:29:40.385" v="3501" actId="478"/>
          <ac:picMkLst>
            <pc:docMk/>
            <pc:sldMk cId="759109169" sldId="395"/>
            <ac:picMk id="3" creationId="{A8255B69-2B33-57E4-FF08-1C2E616FC992}"/>
          </ac:picMkLst>
        </pc:picChg>
        <pc:picChg chg="add mod">
          <ac:chgData name="Chittaranjan Hens" userId="6fc03958433e8a43" providerId="LiveId" clId="{8FC35386-D2C4-451B-9307-371306956297}" dt="2023-01-18T20:30:15.317" v="3510" actId="14100"/>
          <ac:picMkLst>
            <pc:docMk/>
            <pc:sldMk cId="759109169" sldId="395"/>
            <ac:picMk id="5" creationId="{A71F9D97-DE26-DD1A-CC05-34F1D51C7E08}"/>
          </ac:picMkLst>
        </pc:picChg>
        <pc:picChg chg="del">
          <ac:chgData name="Chittaranjan Hens" userId="6fc03958433e8a43" providerId="LiveId" clId="{8FC35386-D2C4-451B-9307-371306956297}" dt="2023-01-18T20:29:40.385" v="3501" actId="478"/>
          <ac:picMkLst>
            <pc:docMk/>
            <pc:sldMk cId="759109169" sldId="395"/>
            <ac:picMk id="9" creationId="{9CA7C16A-041A-1B82-76A4-B2D00B85DF00}"/>
          </ac:picMkLst>
        </pc:picChg>
      </pc:sldChg>
      <pc:sldChg chg="delSp add del mod">
        <pc:chgData name="Chittaranjan Hens" userId="6fc03958433e8a43" providerId="LiveId" clId="{8FC35386-D2C4-451B-9307-371306956297}" dt="2023-01-18T20:31:47.630" v="3516" actId="47"/>
        <pc:sldMkLst>
          <pc:docMk/>
          <pc:sldMk cId="114128326" sldId="396"/>
        </pc:sldMkLst>
        <pc:picChg chg="del">
          <ac:chgData name="Chittaranjan Hens" userId="6fc03958433e8a43" providerId="LiveId" clId="{8FC35386-D2C4-451B-9307-371306956297}" dt="2023-01-18T20:31:43.609" v="3514" actId="478"/>
          <ac:picMkLst>
            <pc:docMk/>
            <pc:sldMk cId="114128326" sldId="396"/>
            <ac:picMk id="5" creationId="{A71F9D97-DE26-DD1A-CC05-34F1D51C7E08}"/>
          </ac:picMkLst>
        </pc:picChg>
      </pc:sldChg>
      <pc:sldChg chg="add del">
        <pc:chgData name="Chittaranjan Hens" userId="6fc03958433e8a43" providerId="LiveId" clId="{8FC35386-D2C4-451B-9307-371306956297}" dt="2023-01-18T20:31:30.596" v="3512"/>
        <pc:sldMkLst>
          <pc:docMk/>
          <pc:sldMk cId="1214510858" sldId="396"/>
        </pc:sldMkLst>
      </pc:sldChg>
      <pc:sldChg chg="add del">
        <pc:chgData name="Chittaranjan Hens" userId="6fc03958433e8a43" providerId="LiveId" clId="{8FC35386-D2C4-451B-9307-371306956297}" dt="2023-01-18T20:29:43.642" v="3503"/>
        <pc:sldMkLst>
          <pc:docMk/>
          <pc:sldMk cId="3986940596" sldId="396"/>
        </pc:sldMkLst>
      </pc:sldChg>
      <pc:sldChg chg="addSp delSp modSp add mod">
        <pc:chgData name="Chittaranjan Hens" userId="6fc03958433e8a43" providerId="LiveId" clId="{8FC35386-D2C4-451B-9307-371306956297}" dt="2023-01-18T20:32:04.041" v="3520" actId="1076"/>
        <pc:sldMkLst>
          <pc:docMk/>
          <pc:sldMk cId="3808855737" sldId="397"/>
        </pc:sldMkLst>
        <pc:picChg chg="add mod">
          <ac:chgData name="Chittaranjan Hens" userId="6fc03958433e8a43" providerId="LiveId" clId="{8FC35386-D2C4-451B-9307-371306956297}" dt="2023-01-18T20:32:04.041" v="3520" actId="1076"/>
          <ac:picMkLst>
            <pc:docMk/>
            <pc:sldMk cId="3808855737" sldId="397"/>
            <ac:picMk id="3" creationId="{0A1C6059-6956-84E8-74EF-71B8BD8A4F1E}"/>
          </ac:picMkLst>
        </pc:picChg>
        <pc:picChg chg="del">
          <ac:chgData name="Chittaranjan Hens" userId="6fc03958433e8a43" providerId="LiveId" clId="{8FC35386-D2C4-451B-9307-371306956297}" dt="2023-01-18T20:31:51.038" v="3517" actId="478"/>
          <ac:picMkLst>
            <pc:docMk/>
            <pc:sldMk cId="3808855737" sldId="397"/>
            <ac:picMk id="5" creationId="{A71F9D97-DE26-DD1A-CC05-34F1D51C7E08}"/>
          </ac:picMkLst>
        </pc:picChg>
      </pc:sldChg>
      <pc:sldChg chg="addSp delSp modSp add mod">
        <pc:chgData name="Chittaranjan Hens" userId="6fc03958433e8a43" providerId="LiveId" clId="{8FC35386-D2C4-451B-9307-371306956297}" dt="2023-01-18T20:32:38.384" v="3525" actId="14100"/>
        <pc:sldMkLst>
          <pc:docMk/>
          <pc:sldMk cId="4197076598" sldId="398"/>
        </pc:sldMkLst>
        <pc:picChg chg="del">
          <ac:chgData name="Chittaranjan Hens" userId="6fc03958433e8a43" providerId="LiveId" clId="{8FC35386-D2C4-451B-9307-371306956297}" dt="2023-01-18T20:32:22.260" v="3522" actId="478"/>
          <ac:picMkLst>
            <pc:docMk/>
            <pc:sldMk cId="4197076598" sldId="398"/>
            <ac:picMk id="3" creationId="{0A1C6059-6956-84E8-74EF-71B8BD8A4F1E}"/>
          </ac:picMkLst>
        </pc:picChg>
        <pc:picChg chg="add mod">
          <ac:chgData name="Chittaranjan Hens" userId="6fc03958433e8a43" providerId="LiveId" clId="{8FC35386-D2C4-451B-9307-371306956297}" dt="2023-01-18T20:32:38.384" v="3525" actId="14100"/>
          <ac:picMkLst>
            <pc:docMk/>
            <pc:sldMk cId="4197076598" sldId="398"/>
            <ac:picMk id="5" creationId="{9ED14135-9B1D-522F-31C8-9F889A7B2628}"/>
          </ac:picMkLst>
        </pc:picChg>
      </pc:sldChg>
      <pc:sldChg chg="addSp delSp modSp add mod">
        <pc:chgData name="Chittaranjan Hens" userId="6fc03958433e8a43" providerId="LiveId" clId="{8FC35386-D2C4-451B-9307-371306956297}" dt="2023-01-18T20:33:33.721" v="3532" actId="14100"/>
        <pc:sldMkLst>
          <pc:docMk/>
          <pc:sldMk cId="4177647138" sldId="399"/>
        </pc:sldMkLst>
        <pc:picChg chg="add mod">
          <ac:chgData name="Chittaranjan Hens" userId="6fc03958433e8a43" providerId="LiveId" clId="{8FC35386-D2C4-451B-9307-371306956297}" dt="2023-01-18T20:33:33.721" v="3532" actId="14100"/>
          <ac:picMkLst>
            <pc:docMk/>
            <pc:sldMk cId="4177647138" sldId="399"/>
            <ac:picMk id="3" creationId="{5C460B0F-2AAF-D1DD-50A7-EF454E64970F}"/>
          </ac:picMkLst>
        </pc:picChg>
        <pc:picChg chg="del">
          <ac:chgData name="Chittaranjan Hens" userId="6fc03958433e8a43" providerId="LiveId" clId="{8FC35386-D2C4-451B-9307-371306956297}" dt="2023-01-18T20:33:22.678" v="3527" actId="478"/>
          <ac:picMkLst>
            <pc:docMk/>
            <pc:sldMk cId="4177647138" sldId="399"/>
            <ac:picMk id="5" creationId="{9ED14135-9B1D-522F-31C8-9F889A7B2628}"/>
          </ac:picMkLst>
        </pc:picChg>
      </pc:sldChg>
      <pc:sldChg chg="addSp delSp modSp add mod">
        <pc:chgData name="Chittaranjan Hens" userId="6fc03958433e8a43" providerId="LiveId" clId="{8FC35386-D2C4-451B-9307-371306956297}" dt="2023-01-18T20:41:40.688" v="3559" actId="1076"/>
        <pc:sldMkLst>
          <pc:docMk/>
          <pc:sldMk cId="2682729343" sldId="400"/>
        </pc:sldMkLst>
        <pc:picChg chg="del">
          <ac:chgData name="Chittaranjan Hens" userId="6fc03958433e8a43" providerId="LiveId" clId="{8FC35386-D2C4-451B-9307-371306956297}" dt="2023-01-18T20:33:55.487" v="3534" actId="478"/>
          <ac:picMkLst>
            <pc:docMk/>
            <pc:sldMk cId="2682729343" sldId="400"/>
            <ac:picMk id="3" creationId="{5C460B0F-2AAF-D1DD-50A7-EF454E64970F}"/>
          </ac:picMkLst>
        </pc:picChg>
        <pc:picChg chg="add mod">
          <ac:chgData name="Chittaranjan Hens" userId="6fc03958433e8a43" providerId="LiveId" clId="{8FC35386-D2C4-451B-9307-371306956297}" dt="2023-01-18T20:41:40.688" v="3559" actId="1076"/>
          <ac:picMkLst>
            <pc:docMk/>
            <pc:sldMk cId="2682729343" sldId="400"/>
            <ac:picMk id="5" creationId="{2BA2A335-7A8E-FE14-B921-9EE246BF229A}"/>
          </ac:picMkLst>
        </pc:picChg>
      </pc:sldChg>
      <pc:sldChg chg="addSp delSp modSp add mod ord">
        <pc:chgData name="Chittaranjan Hens" userId="6fc03958433e8a43" providerId="LiveId" clId="{8FC35386-D2C4-451B-9307-371306956297}" dt="2023-01-18T20:34:17.134" v="3542"/>
        <pc:sldMkLst>
          <pc:docMk/>
          <pc:sldMk cId="3962138899" sldId="401"/>
        </pc:sldMkLst>
        <pc:picChg chg="del">
          <ac:chgData name="Chittaranjan Hens" userId="6fc03958433e8a43" providerId="LiveId" clId="{8FC35386-D2C4-451B-9307-371306956297}" dt="2023-01-18T20:34:00.637" v="3536" actId="478"/>
          <ac:picMkLst>
            <pc:docMk/>
            <pc:sldMk cId="3962138899" sldId="401"/>
            <ac:picMk id="3" creationId="{5C460B0F-2AAF-D1DD-50A7-EF454E64970F}"/>
          </ac:picMkLst>
        </pc:picChg>
        <pc:picChg chg="add mod">
          <ac:chgData name="Chittaranjan Hens" userId="6fc03958433e8a43" providerId="LiveId" clId="{8FC35386-D2C4-451B-9307-371306956297}" dt="2023-01-18T20:34:13.494" v="3540" actId="14100"/>
          <ac:picMkLst>
            <pc:docMk/>
            <pc:sldMk cId="3962138899" sldId="401"/>
            <ac:picMk id="5" creationId="{B2EA33EC-0D44-7A1B-4F1E-59F857587FA7}"/>
          </ac:picMkLst>
        </pc:picChg>
      </pc:sldChg>
      <pc:sldChg chg="addSp delSp modSp add mod">
        <pc:chgData name="Chittaranjan Hens" userId="6fc03958433e8a43" providerId="LiveId" clId="{8FC35386-D2C4-451B-9307-371306956297}" dt="2023-01-18T20:41:43.708" v="3560" actId="1076"/>
        <pc:sldMkLst>
          <pc:docMk/>
          <pc:sldMk cId="2797840225" sldId="402"/>
        </pc:sldMkLst>
        <pc:picChg chg="add mod">
          <ac:chgData name="Chittaranjan Hens" userId="6fc03958433e8a43" providerId="LiveId" clId="{8FC35386-D2C4-451B-9307-371306956297}" dt="2023-01-18T20:41:43.708" v="3560" actId="1076"/>
          <ac:picMkLst>
            <pc:docMk/>
            <pc:sldMk cId="2797840225" sldId="402"/>
            <ac:picMk id="3" creationId="{9C62DD53-3045-BA56-D12B-8A4EC6CBCDC7}"/>
          </ac:picMkLst>
        </pc:picChg>
        <pc:picChg chg="del">
          <ac:chgData name="Chittaranjan Hens" userId="6fc03958433e8a43" providerId="LiveId" clId="{8FC35386-D2C4-451B-9307-371306956297}" dt="2023-01-18T20:35:05.578" v="3548" actId="478"/>
          <ac:picMkLst>
            <pc:docMk/>
            <pc:sldMk cId="2797840225" sldId="402"/>
            <ac:picMk id="5" creationId="{2BA2A335-7A8E-FE14-B921-9EE246BF229A}"/>
          </ac:picMkLst>
        </pc:picChg>
      </pc:sldChg>
      <pc:sldChg chg="addSp delSp modSp add mod ord">
        <pc:chgData name="Chittaranjan Hens" userId="6fc03958433e8a43" providerId="LiveId" clId="{8FC35386-D2C4-451B-9307-371306956297}" dt="2023-01-18T20:41:37.420" v="3558" actId="14100"/>
        <pc:sldMkLst>
          <pc:docMk/>
          <pc:sldMk cId="3719028658" sldId="403"/>
        </pc:sldMkLst>
        <pc:picChg chg="add mod">
          <ac:chgData name="Chittaranjan Hens" userId="6fc03958433e8a43" providerId="LiveId" clId="{8FC35386-D2C4-451B-9307-371306956297}" dt="2023-01-18T20:41:37.420" v="3558" actId="14100"/>
          <ac:picMkLst>
            <pc:docMk/>
            <pc:sldMk cId="3719028658" sldId="403"/>
            <ac:picMk id="3" creationId="{E10C8841-8844-0AC9-3B95-33F3F581D751}"/>
          </ac:picMkLst>
        </pc:picChg>
        <pc:picChg chg="del">
          <ac:chgData name="Chittaranjan Hens" userId="6fc03958433e8a43" providerId="LiveId" clId="{8FC35386-D2C4-451B-9307-371306956297}" dt="2023-01-18T20:41:19.955" v="3555" actId="478"/>
          <ac:picMkLst>
            <pc:docMk/>
            <pc:sldMk cId="3719028658" sldId="403"/>
            <ac:picMk id="5" creationId="{2BA2A335-7A8E-FE14-B921-9EE246BF229A}"/>
          </ac:picMkLst>
        </pc:picChg>
      </pc:sldChg>
      <pc:sldChg chg="addSp delSp modSp add mod">
        <pc:chgData name="Chittaranjan Hens" userId="6fc03958433e8a43" providerId="LiveId" clId="{8FC35386-D2C4-451B-9307-371306956297}" dt="2023-01-18T20:44:16.853" v="3568" actId="1076"/>
        <pc:sldMkLst>
          <pc:docMk/>
          <pc:sldMk cId="1173691794" sldId="404"/>
        </pc:sldMkLst>
        <pc:picChg chg="del">
          <ac:chgData name="Chittaranjan Hens" userId="6fc03958433e8a43" providerId="LiveId" clId="{8FC35386-D2C4-451B-9307-371306956297}" dt="2023-01-18T20:43:20.167" v="3562" actId="478"/>
          <ac:picMkLst>
            <pc:docMk/>
            <pc:sldMk cId="1173691794" sldId="404"/>
            <ac:picMk id="3" creationId="{9C62DD53-3045-BA56-D12B-8A4EC6CBCDC7}"/>
          </ac:picMkLst>
        </pc:picChg>
        <pc:picChg chg="add del">
          <ac:chgData name="Chittaranjan Hens" userId="6fc03958433e8a43" providerId="LiveId" clId="{8FC35386-D2C4-451B-9307-371306956297}" dt="2023-01-18T20:43:52.278" v="3564" actId="478"/>
          <ac:picMkLst>
            <pc:docMk/>
            <pc:sldMk cId="1173691794" sldId="404"/>
            <ac:picMk id="5" creationId="{6562781D-3A68-C0E9-2C2E-BC0AB246B243}"/>
          </ac:picMkLst>
        </pc:picChg>
        <pc:picChg chg="add mod">
          <ac:chgData name="Chittaranjan Hens" userId="6fc03958433e8a43" providerId="LiveId" clId="{8FC35386-D2C4-451B-9307-371306956297}" dt="2023-01-18T20:44:16.853" v="3568" actId="1076"/>
          <ac:picMkLst>
            <pc:docMk/>
            <pc:sldMk cId="1173691794" sldId="404"/>
            <ac:picMk id="7" creationId="{2CE21BE3-2607-3EF7-B58D-32FC42E443C4}"/>
          </ac:picMkLst>
        </pc:picChg>
      </pc:sldChg>
      <pc:sldChg chg="add">
        <pc:chgData name="Chittaranjan Hens" userId="6fc03958433e8a43" providerId="LiveId" clId="{8FC35386-D2C4-451B-9307-371306956297}" dt="2023-01-19T03:52:05.143" v="3619"/>
        <pc:sldMkLst>
          <pc:docMk/>
          <pc:sldMk cId="3529858167" sldId="405"/>
        </pc:sldMkLst>
      </pc:sldChg>
      <pc:sldChg chg="addSp modSp add mod modTransition modAnim">
        <pc:chgData name="Chittaranjan Hens" userId="6fc03958433e8a43" providerId="LiveId" clId="{8FC35386-D2C4-451B-9307-371306956297}" dt="2023-01-19T05:22:24.529" v="3671"/>
        <pc:sldMkLst>
          <pc:docMk/>
          <pc:sldMk cId="0" sldId="406"/>
        </pc:sldMkLst>
        <pc:spChg chg="mod">
          <ac:chgData name="Chittaranjan Hens" userId="6fc03958433e8a43" providerId="LiveId" clId="{8FC35386-D2C4-451B-9307-371306956297}" dt="2023-01-19T05:19:26.027" v="3644" actId="1076"/>
          <ac:spMkLst>
            <pc:docMk/>
            <pc:sldMk cId="0" sldId="406"/>
            <ac:spMk id="1029" creationId="{A67599F7-9947-F9D4-F831-F9EB1C23D5E7}"/>
          </ac:spMkLst>
        </pc:spChg>
        <pc:spChg chg="mod">
          <ac:chgData name="Chittaranjan Hens" userId="6fc03958433e8a43" providerId="LiveId" clId="{8FC35386-D2C4-451B-9307-371306956297}" dt="2023-01-19T05:21:08.109" v="3666" actId="207"/>
          <ac:spMkLst>
            <pc:docMk/>
            <pc:sldMk cId="0" sldId="406"/>
            <ac:spMk id="1030" creationId="{8AE9DB68-BDD4-AB03-6C46-1CCD2A5C1B3B}"/>
          </ac:spMkLst>
        </pc:spChg>
        <pc:graphicFrameChg chg="mod">
          <ac:chgData name="Chittaranjan Hens" userId="6fc03958433e8a43" providerId="LiveId" clId="{8FC35386-D2C4-451B-9307-371306956297}" dt="2023-01-19T05:19:51.026" v="3648" actId="1076"/>
          <ac:graphicFrameMkLst>
            <pc:docMk/>
            <pc:sldMk cId="0" sldId="406"/>
            <ac:graphicFrameMk id="3" creationId="{5418349B-6CCD-27A2-7132-83A9C88B04A6}"/>
          </ac:graphicFrameMkLst>
        </pc:graphicFrameChg>
        <pc:graphicFrameChg chg="mod">
          <ac:chgData name="Chittaranjan Hens" userId="6fc03958433e8a43" providerId="LiveId" clId="{8FC35386-D2C4-451B-9307-371306956297}" dt="2023-01-19T05:19:54.633" v="3649" actId="1076"/>
          <ac:graphicFrameMkLst>
            <pc:docMk/>
            <pc:sldMk cId="0" sldId="406"/>
            <ac:graphicFrameMk id="8" creationId="{6A7098A6-7D30-FD95-E02B-CD1703C8C8D4}"/>
          </ac:graphicFrameMkLst>
        </pc:graphicFrameChg>
        <pc:picChg chg="add mod ord">
          <ac:chgData name="Chittaranjan Hens" userId="6fc03958433e8a43" providerId="LiveId" clId="{8FC35386-D2C4-451B-9307-371306956297}" dt="2023-01-19T05:18:26.672" v="3631" actId="167"/>
          <ac:picMkLst>
            <pc:docMk/>
            <pc:sldMk cId="0" sldId="406"/>
            <ac:picMk id="2" creationId="{4AC6EBDB-7FB8-0A7F-C10A-10AA553AEFA3}"/>
          </ac:picMkLst>
        </pc:picChg>
        <pc:picChg chg="mod">
          <ac:chgData name="Chittaranjan Hens" userId="6fc03958433e8a43" providerId="LiveId" clId="{8FC35386-D2C4-451B-9307-371306956297}" dt="2023-01-19T05:20:10.293" v="3652" actId="1076"/>
          <ac:picMkLst>
            <pc:docMk/>
            <pc:sldMk cId="0" sldId="406"/>
            <ac:picMk id="1031" creationId="{382499D9-1593-A322-4081-FA147775E1AB}"/>
          </ac:picMkLst>
        </pc:picChg>
      </pc:sldChg>
      <pc:sldChg chg="addSp delSp modSp add del mod modTransition">
        <pc:chgData name="Chittaranjan Hens" userId="6fc03958433e8a43" providerId="LiveId" clId="{8FC35386-D2C4-451B-9307-371306956297}" dt="2023-01-19T05:27:35.857" v="3756" actId="478"/>
        <pc:sldMkLst>
          <pc:docMk/>
          <pc:sldMk cId="0" sldId="407"/>
        </pc:sldMkLst>
        <pc:spChg chg="add del mod">
          <ac:chgData name="Chittaranjan Hens" userId="6fc03958433e8a43" providerId="LiveId" clId="{8FC35386-D2C4-451B-9307-371306956297}" dt="2023-01-19T05:24:51.893" v="3693" actId="478"/>
          <ac:spMkLst>
            <pc:docMk/>
            <pc:sldMk cId="0" sldId="407"/>
            <ac:spMk id="4" creationId="{3DC4A963-6B34-2B74-2F58-D291D1523CFD}"/>
          </ac:spMkLst>
        </pc:spChg>
        <pc:spChg chg="add mod">
          <ac:chgData name="Chittaranjan Hens" userId="6fc03958433e8a43" providerId="LiveId" clId="{8FC35386-D2C4-451B-9307-371306956297}" dt="2023-01-19T05:24:53.217" v="3694"/>
          <ac:spMkLst>
            <pc:docMk/>
            <pc:sldMk cId="0" sldId="407"/>
            <ac:spMk id="5" creationId="{091C65ED-6635-BEBC-75C9-956C453EB5DA}"/>
          </ac:spMkLst>
        </pc:spChg>
        <pc:spChg chg="del">
          <ac:chgData name="Chittaranjan Hens" userId="6fc03958433e8a43" providerId="LiveId" clId="{8FC35386-D2C4-451B-9307-371306956297}" dt="2023-01-19T05:24:43.755" v="3690" actId="478"/>
          <ac:spMkLst>
            <pc:docMk/>
            <pc:sldMk cId="0" sldId="407"/>
            <ac:spMk id="2056" creationId="{72164FBD-BC4C-CCCB-FD6F-7CE143589D91}"/>
          </ac:spMkLst>
        </pc:spChg>
        <pc:spChg chg="mod">
          <ac:chgData name="Chittaranjan Hens" userId="6fc03958433e8a43" providerId="LiveId" clId="{8FC35386-D2C4-451B-9307-371306956297}" dt="2023-01-19T05:27:32.839" v="3755" actId="6549"/>
          <ac:spMkLst>
            <pc:docMk/>
            <pc:sldMk cId="0" sldId="407"/>
            <ac:spMk id="2057" creationId="{5D9976F5-D542-A3EE-FAC7-F5501604734C}"/>
          </ac:spMkLst>
        </pc:spChg>
        <pc:graphicFrameChg chg="add del mod">
          <ac:chgData name="Chittaranjan Hens" userId="6fc03958433e8a43" providerId="LiveId" clId="{8FC35386-D2C4-451B-9307-371306956297}" dt="2023-01-19T05:27:35.857" v="3756" actId="478"/>
          <ac:graphicFrameMkLst>
            <pc:docMk/>
            <pc:sldMk cId="0" sldId="407"/>
            <ac:graphicFrameMk id="6" creationId="{91388E02-63D6-7B84-8208-8074F629F4D5}"/>
          </ac:graphicFrameMkLst>
        </pc:graphicFrameChg>
        <pc:graphicFrameChg chg="mod">
          <ac:chgData name="Chittaranjan Hens" userId="6fc03958433e8a43" providerId="LiveId" clId="{8FC35386-D2C4-451B-9307-371306956297}" dt="2023-01-19T05:26:31.048" v="3730" actId="1076"/>
          <ac:graphicFrameMkLst>
            <pc:docMk/>
            <pc:sldMk cId="0" sldId="407"/>
            <ac:graphicFrameMk id="8" creationId="{5FF9E483-8207-0E2C-95EA-7565DADFD9CC}"/>
          </ac:graphicFrameMkLst>
        </pc:graphicFrameChg>
        <pc:graphicFrameChg chg="mod">
          <ac:chgData name="Chittaranjan Hens" userId="6fc03958433e8a43" providerId="LiveId" clId="{8FC35386-D2C4-451B-9307-371306956297}" dt="2023-01-19T05:26:43.720" v="3743" actId="1076"/>
          <ac:graphicFrameMkLst>
            <pc:docMk/>
            <pc:sldMk cId="0" sldId="407"/>
            <ac:graphicFrameMk id="10" creationId="{23C1834E-DA7D-32BE-1701-7642BD9025F6}"/>
          </ac:graphicFrameMkLst>
        </pc:graphicFrameChg>
        <pc:graphicFrameChg chg="del mod">
          <ac:chgData name="Chittaranjan Hens" userId="6fc03958433e8a43" providerId="LiveId" clId="{8FC35386-D2C4-451B-9307-371306956297}" dt="2023-01-19T05:26:02.384" v="3702" actId="21"/>
          <ac:graphicFrameMkLst>
            <pc:docMk/>
            <pc:sldMk cId="0" sldId="407"/>
            <ac:graphicFrameMk id="2053" creationId="{14F717F9-E174-AB47-8FC5-9EFBC3D8A7EE}"/>
          </ac:graphicFrameMkLst>
        </pc:graphicFrameChg>
        <pc:graphicFrameChg chg="del">
          <ac:chgData name="Chittaranjan Hens" userId="6fc03958433e8a43" providerId="LiveId" clId="{8FC35386-D2C4-451B-9307-371306956297}" dt="2023-01-19T05:27:35.857" v="3756" actId="478"/>
          <ac:graphicFrameMkLst>
            <pc:docMk/>
            <pc:sldMk cId="0" sldId="407"/>
            <ac:graphicFrameMk id="2054" creationId="{E0478526-C213-C130-851D-DBC6BCF86A93}"/>
          </ac:graphicFrameMkLst>
        </pc:graphicFrameChg>
        <pc:picChg chg="add del mod ord">
          <ac:chgData name="Chittaranjan Hens" userId="6fc03958433e8a43" providerId="LiveId" clId="{8FC35386-D2C4-451B-9307-371306956297}" dt="2023-01-19T05:24:48.342" v="3692" actId="478"/>
          <ac:picMkLst>
            <pc:docMk/>
            <pc:sldMk cId="0" sldId="407"/>
            <ac:picMk id="2" creationId="{3CCFEEAA-AA5A-EDF6-8720-19C7475A1F76}"/>
          </ac:picMkLst>
        </pc:picChg>
      </pc:sldChg>
      <pc:sldChg chg="delSp modSp add mod">
        <pc:chgData name="Chittaranjan Hens" userId="6fc03958433e8a43" providerId="LiveId" clId="{8FC35386-D2C4-451B-9307-371306956297}" dt="2023-01-19T05:28:20.721" v="3760" actId="478"/>
        <pc:sldMkLst>
          <pc:docMk/>
          <pc:sldMk cId="703473011" sldId="408"/>
        </pc:sldMkLst>
        <pc:spChg chg="mod">
          <ac:chgData name="Chittaranjan Hens" userId="6fc03958433e8a43" providerId="LiveId" clId="{8FC35386-D2C4-451B-9307-371306956297}" dt="2023-01-19T05:28:17.844" v="3759" actId="6549"/>
          <ac:spMkLst>
            <pc:docMk/>
            <pc:sldMk cId="703473011" sldId="408"/>
            <ac:spMk id="2057" creationId="{5D9976F5-D542-A3EE-FAC7-F5501604734C}"/>
          </ac:spMkLst>
        </pc:spChg>
        <pc:graphicFrameChg chg="del">
          <ac:chgData name="Chittaranjan Hens" userId="6fc03958433e8a43" providerId="LiveId" clId="{8FC35386-D2C4-451B-9307-371306956297}" dt="2023-01-19T05:28:20.721" v="3760" actId="478"/>
          <ac:graphicFrameMkLst>
            <pc:docMk/>
            <pc:sldMk cId="703473011" sldId="408"/>
            <ac:graphicFrameMk id="6" creationId="{91388E02-63D6-7B84-8208-8074F629F4D5}"/>
          </ac:graphicFrameMkLst>
        </pc:graphicFrameChg>
        <pc:graphicFrameChg chg="del mod">
          <ac:chgData name="Chittaranjan Hens" userId="6fc03958433e8a43" providerId="LiveId" clId="{8FC35386-D2C4-451B-9307-371306956297}" dt="2023-01-19T05:28:20.721" v="3760" actId="478"/>
          <ac:graphicFrameMkLst>
            <pc:docMk/>
            <pc:sldMk cId="703473011" sldId="408"/>
            <ac:graphicFrameMk id="2054" creationId="{E0478526-C213-C130-851D-DBC6BCF86A93}"/>
          </ac:graphicFrameMkLst>
        </pc:graphicFrameChg>
      </pc:sldChg>
      <pc:sldChg chg="add del">
        <pc:chgData name="Chittaranjan Hens" userId="6fc03958433e8a43" providerId="LiveId" clId="{8FC35386-D2C4-451B-9307-371306956297}" dt="2023-01-19T05:18:51.030" v="3636" actId="47"/>
        <pc:sldMkLst>
          <pc:docMk/>
          <pc:sldMk cId="1130757567" sldId="408"/>
        </pc:sldMkLst>
      </pc:sldChg>
      <pc:sldChg chg="add del">
        <pc:chgData name="Chittaranjan Hens" userId="6fc03958433e8a43" providerId="LiveId" clId="{8FC35386-D2C4-451B-9307-371306956297}" dt="2023-01-19T05:20:02.794" v="3651" actId="47"/>
        <pc:sldMkLst>
          <pc:docMk/>
          <pc:sldMk cId="1419299212" sldId="408"/>
        </pc:sldMkLst>
      </pc:sldChg>
      <pc:sldChg chg="add del">
        <pc:chgData name="Chittaranjan Hens" userId="6fc03958433e8a43" providerId="LiveId" clId="{8FC35386-D2C4-451B-9307-371306956297}" dt="2023-01-19T05:18:49.059" v="3635" actId="47"/>
        <pc:sldMkLst>
          <pc:docMk/>
          <pc:sldMk cId="1608587973" sldId="409"/>
        </pc:sldMkLst>
      </pc:sldChg>
      <pc:sldChg chg="add">
        <pc:chgData name="Chittaranjan Hens" userId="6fc03958433e8a43" providerId="LiveId" clId="{8FC35386-D2C4-451B-9307-371306956297}" dt="2023-01-19T05:27:59.627" v="3758"/>
        <pc:sldMkLst>
          <pc:docMk/>
          <pc:sldMk cId="2694055609" sldId="409"/>
        </pc:sldMkLst>
      </pc:sldChg>
      <pc:sldChg chg="add del">
        <pc:chgData name="Chittaranjan Hens" userId="6fc03958433e8a43" providerId="LiveId" clId="{8FC35386-D2C4-451B-9307-371306956297}" dt="2023-01-19T05:21:44.303" v="3670" actId="47"/>
        <pc:sldMkLst>
          <pc:docMk/>
          <pc:sldMk cId="3707804236" sldId="409"/>
        </pc:sldMkLst>
      </pc:sldChg>
    </pc:docChg>
  </pc:docChgLst>
  <pc:docChgLst>
    <pc:chgData name="Chittaranjan Hens" userId="6fc03958433e8a43" providerId="LiveId" clId="{AE445185-F013-4E27-B402-5F71FF9385C1}"/>
    <pc:docChg chg="undo custSel addSld delSld modSld sldOrd">
      <pc:chgData name="Chittaranjan Hens" userId="6fc03958433e8a43" providerId="LiveId" clId="{AE445185-F013-4E27-B402-5F71FF9385C1}" dt="2023-01-04T04:54:16.229" v="1661" actId="20577"/>
      <pc:docMkLst>
        <pc:docMk/>
      </pc:docMkLst>
      <pc:sldChg chg="addSp delSp modSp mod">
        <pc:chgData name="Chittaranjan Hens" userId="6fc03958433e8a43" providerId="LiveId" clId="{AE445185-F013-4E27-B402-5F71FF9385C1}" dt="2023-01-03T06:41:34.968" v="11" actId="478"/>
        <pc:sldMkLst>
          <pc:docMk/>
          <pc:sldMk cId="1314684922" sldId="265"/>
        </pc:sldMkLst>
        <pc:spChg chg="del">
          <ac:chgData name="Chittaranjan Hens" userId="6fc03958433e8a43" providerId="LiveId" clId="{AE445185-F013-4E27-B402-5F71FF9385C1}" dt="2023-01-03T06:41:34.968" v="11" actId="478"/>
          <ac:spMkLst>
            <pc:docMk/>
            <pc:sldMk cId="1314684922" sldId="265"/>
            <ac:spMk id="10" creationId="{1C15AE70-CE66-C80A-3774-62D466699564}"/>
          </ac:spMkLst>
        </pc:spChg>
        <pc:spChg chg="add del mod">
          <ac:chgData name="Chittaranjan Hens" userId="6fc03958433e8a43" providerId="LiveId" clId="{AE445185-F013-4E27-B402-5F71FF9385C1}" dt="2023-01-03T06:41:34.968" v="11" actId="478"/>
          <ac:spMkLst>
            <pc:docMk/>
            <pc:sldMk cId="1314684922" sldId="265"/>
            <ac:spMk id="11" creationId="{1FF2F98F-485E-1D68-FF73-11DB93DEC4A1}"/>
          </ac:spMkLst>
        </pc:spChg>
      </pc:sldChg>
      <pc:sldChg chg="add ord">
        <pc:chgData name="Chittaranjan Hens" userId="6fc03958433e8a43" providerId="LiveId" clId="{AE445185-F013-4E27-B402-5F71FF9385C1}" dt="2023-01-03T15:25:11.307" v="692"/>
        <pc:sldMkLst>
          <pc:docMk/>
          <pc:sldMk cId="3796521375" sldId="266"/>
        </pc:sldMkLst>
      </pc:sldChg>
      <pc:sldChg chg="addSp delSp modSp del mod">
        <pc:chgData name="Chittaranjan Hens" userId="6fc03958433e8a43" providerId="LiveId" clId="{AE445185-F013-4E27-B402-5F71FF9385C1}" dt="2023-01-03T15:24:55.888" v="689" actId="2696"/>
        <pc:sldMkLst>
          <pc:docMk/>
          <pc:sldMk cId="4274601899" sldId="266"/>
        </pc:sldMkLst>
        <pc:spChg chg="del mod">
          <ac:chgData name="Chittaranjan Hens" userId="6fc03958433e8a43" providerId="LiveId" clId="{AE445185-F013-4E27-B402-5F71FF9385C1}" dt="2023-01-03T06:42:06.344" v="16" actId="21"/>
          <ac:spMkLst>
            <pc:docMk/>
            <pc:sldMk cId="4274601899" sldId="266"/>
            <ac:spMk id="3" creationId="{59453772-5ED0-36E9-D627-C209C17A9569}"/>
          </ac:spMkLst>
        </pc:spChg>
        <pc:spChg chg="del mod ord">
          <ac:chgData name="Chittaranjan Hens" userId="6fc03958433e8a43" providerId="LiveId" clId="{AE445185-F013-4E27-B402-5F71FF9385C1}" dt="2023-01-03T06:44:36.339" v="51" actId="478"/>
          <ac:spMkLst>
            <pc:docMk/>
            <pc:sldMk cId="4274601899" sldId="266"/>
            <ac:spMk id="7" creationId="{21117221-805A-A307-A95D-5DE83F3C60CF}"/>
          </ac:spMkLst>
        </pc:spChg>
        <pc:spChg chg="del">
          <ac:chgData name="Chittaranjan Hens" userId="6fc03958433e8a43" providerId="LiveId" clId="{AE445185-F013-4E27-B402-5F71FF9385C1}" dt="2023-01-03T06:41:47.840" v="12" actId="478"/>
          <ac:spMkLst>
            <pc:docMk/>
            <pc:sldMk cId="4274601899" sldId="266"/>
            <ac:spMk id="8" creationId="{25DB9404-1245-DBD1-0A6B-C45569333CB3}"/>
          </ac:spMkLst>
        </pc:spChg>
        <pc:spChg chg="del mod ord">
          <ac:chgData name="Chittaranjan Hens" userId="6fc03958433e8a43" providerId="LiveId" clId="{AE445185-F013-4E27-B402-5F71FF9385C1}" dt="2023-01-03T06:44:36.339" v="51" actId="478"/>
          <ac:spMkLst>
            <pc:docMk/>
            <pc:sldMk cId="4274601899" sldId="266"/>
            <ac:spMk id="10" creationId="{766FA964-726A-3589-C687-AAAD5C196735}"/>
          </ac:spMkLst>
        </pc:spChg>
        <pc:spChg chg="del">
          <ac:chgData name="Chittaranjan Hens" userId="6fc03958433e8a43" providerId="LiveId" clId="{AE445185-F013-4E27-B402-5F71FF9385C1}" dt="2023-01-03T06:45:32.552" v="67" actId="21"/>
          <ac:spMkLst>
            <pc:docMk/>
            <pc:sldMk cId="4274601899" sldId="266"/>
            <ac:spMk id="11" creationId="{978A99B9-EEDA-CD51-30CA-B2D8090E258D}"/>
          </ac:spMkLst>
        </pc:spChg>
        <pc:spChg chg="mod ord">
          <ac:chgData name="Chittaranjan Hens" userId="6fc03958433e8a43" providerId="LiveId" clId="{AE445185-F013-4E27-B402-5F71FF9385C1}" dt="2023-01-03T06:45:06.255" v="60" actId="164"/>
          <ac:spMkLst>
            <pc:docMk/>
            <pc:sldMk cId="4274601899" sldId="266"/>
            <ac:spMk id="12" creationId="{91DB39D1-498E-B306-B9F3-0694A13EF8C2}"/>
          </ac:spMkLst>
        </pc:spChg>
        <pc:spChg chg="mod ord">
          <ac:chgData name="Chittaranjan Hens" userId="6fc03958433e8a43" providerId="LiveId" clId="{AE445185-F013-4E27-B402-5F71FF9385C1}" dt="2023-01-03T06:45:06.255" v="60" actId="164"/>
          <ac:spMkLst>
            <pc:docMk/>
            <pc:sldMk cId="4274601899" sldId="266"/>
            <ac:spMk id="13" creationId="{F0ADBD19-E508-4250-4278-575CC9BED2B4}"/>
          </ac:spMkLst>
        </pc:spChg>
        <pc:spChg chg="mod ord">
          <ac:chgData name="Chittaranjan Hens" userId="6fc03958433e8a43" providerId="LiveId" clId="{AE445185-F013-4E27-B402-5F71FF9385C1}" dt="2023-01-03T06:45:06.255" v="60" actId="164"/>
          <ac:spMkLst>
            <pc:docMk/>
            <pc:sldMk cId="4274601899" sldId="266"/>
            <ac:spMk id="14" creationId="{8C2EB2F2-7470-CC07-0F64-3FB8D76B09A0}"/>
          </ac:spMkLst>
        </pc:spChg>
        <pc:spChg chg="mod ord">
          <ac:chgData name="Chittaranjan Hens" userId="6fc03958433e8a43" providerId="LiveId" clId="{AE445185-F013-4E27-B402-5F71FF9385C1}" dt="2023-01-03T06:45:06.255" v="60" actId="164"/>
          <ac:spMkLst>
            <pc:docMk/>
            <pc:sldMk cId="4274601899" sldId="266"/>
            <ac:spMk id="15" creationId="{6A610DD8-6ABF-7D1F-4A23-25E0E99E5295}"/>
          </ac:spMkLst>
        </pc:spChg>
        <pc:spChg chg="mod ord">
          <ac:chgData name="Chittaranjan Hens" userId="6fc03958433e8a43" providerId="LiveId" clId="{AE445185-F013-4E27-B402-5F71FF9385C1}" dt="2023-01-03T06:45:06.255" v="60" actId="164"/>
          <ac:spMkLst>
            <pc:docMk/>
            <pc:sldMk cId="4274601899" sldId="266"/>
            <ac:spMk id="16" creationId="{CF3FE3C4-B51C-B428-FFF8-CD492169AF83}"/>
          </ac:spMkLst>
        </pc:spChg>
        <pc:spChg chg="add mod">
          <ac:chgData name="Chittaranjan Hens" userId="6fc03958433e8a43" providerId="LiveId" clId="{AE445185-F013-4E27-B402-5F71FF9385C1}" dt="2023-01-03T13:23:25.895" v="221" actId="14100"/>
          <ac:spMkLst>
            <pc:docMk/>
            <pc:sldMk cId="4274601899" sldId="266"/>
            <ac:spMk id="17" creationId="{F85CD333-F927-35AD-9B26-D704E9D39C34}"/>
          </ac:spMkLst>
        </pc:spChg>
        <pc:spChg chg="add del">
          <ac:chgData name="Chittaranjan Hens" userId="6fc03958433e8a43" providerId="LiveId" clId="{AE445185-F013-4E27-B402-5F71FF9385C1}" dt="2023-01-03T06:43:52.593" v="37" actId="22"/>
          <ac:spMkLst>
            <pc:docMk/>
            <pc:sldMk cId="4274601899" sldId="266"/>
            <ac:spMk id="20" creationId="{021ED659-DC64-0E44-18A8-1931844FF528}"/>
          </ac:spMkLst>
        </pc:spChg>
        <pc:spChg chg="add mod">
          <ac:chgData name="Chittaranjan Hens" userId="6fc03958433e8a43" providerId="LiveId" clId="{AE445185-F013-4E27-B402-5F71FF9385C1}" dt="2023-01-03T08:15:42.321" v="154" actId="1035"/>
          <ac:spMkLst>
            <pc:docMk/>
            <pc:sldMk cId="4274601899" sldId="266"/>
            <ac:spMk id="24" creationId="{E306A1FA-A972-6880-8A1D-886D17FD3054}"/>
          </ac:spMkLst>
        </pc:spChg>
        <pc:grpChg chg="add mod">
          <ac:chgData name="Chittaranjan Hens" userId="6fc03958433e8a43" providerId="LiveId" clId="{AE445185-F013-4E27-B402-5F71FF9385C1}" dt="2023-01-03T06:44:02.730" v="42" actId="164"/>
          <ac:grpSpMkLst>
            <pc:docMk/>
            <pc:sldMk cId="4274601899" sldId="266"/>
            <ac:grpSpMk id="18" creationId="{25BF2DC3-10D6-FC72-3104-D5F24AB381BD}"/>
          </ac:grpSpMkLst>
        </pc:grpChg>
        <pc:grpChg chg="add del mod">
          <ac:chgData name="Chittaranjan Hens" userId="6fc03958433e8a43" providerId="LiveId" clId="{AE445185-F013-4E27-B402-5F71FF9385C1}" dt="2023-01-03T06:45:08.930" v="61" actId="21"/>
          <ac:grpSpMkLst>
            <pc:docMk/>
            <pc:sldMk cId="4274601899" sldId="266"/>
            <ac:grpSpMk id="21" creationId="{A2257C63-0EBF-CE02-386E-1093E3FF90CE}"/>
          </ac:grpSpMkLst>
        </pc:grpChg>
        <pc:picChg chg="mod">
          <ac:chgData name="Chittaranjan Hens" userId="6fc03958433e8a43" providerId="LiveId" clId="{AE445185-F013-4E27-B402-5F71FF9385C1}" dt="2023-01-03T06:44:57.166" v="59" actId="1076"/>
          <ac:picMkLst>
            <pc:docMk/>
            <pc:sldMk cId="4274601899" sldId="266"/>
            <ac:picMk id="4" creationId="{A77CDD2A-AFD3-0864-6D67-957A858D6745}"/>
          </ac:picMkLst>
        </pc:picChg>
        <pc:picChg chg="add mod">
          <ac:chgData name="Chittaranjan Hens" userId="6fc03958433e8a43" providerId="LiveId" clId="{AE445185-F013-4E27-B402-5F71FF9385C1}" dt="2023-01-03T08:15:42.321" v="154" actId="1035"/>
          <ac:picMkLst>
            <pc:docMk/>
            <pc:sldMk cId="4274601899" sldId="266"/>
            <ac:picMk id="23" creationId="{58A8FC9A-94B9-BF69-48DB-4E451979AE26}"/>
          </ac:picMkLst>
        </pc:picChg>
      </pc:sldChg>
      <pc:sldChg chg="modSp add mod">
        <pc:chgData name="Chittaranjan Hens" userId="6fc03958433e8a43" providerId="LiveId" clId="{AE445185-F013-4E27-B402-5F71FF9385C1}" dt="2023-01-03T06:42:32.750" v="26" actId="6549"/>
        <pc:sldMkLst>
          <pc:docMk/>
          <pc:sldMk cId="2025591606" sldId="267"/>
        </pc:sldMkLst>
        <pc:spChg chg="mod">
          <ac:chgData name="Chittaranjan Hens" userId="6fc03958433e8a43" providerId="LiveId" clId="{AE445185-F013-4E27-B402-5F71FF9385C1}" dt="2023-01-03T06:42:22.654" v="19" actId="1076"/>
          <ac:spMkLst>
            <pc:docMk/>
            <pc:sldMk cId="2025591606" sldId="267"/>
            <ac:spMk id="10" creationId="{1C15AE70-CE66-C80A-3774-62D466699564}"/>
          </ac:spMkLst>
        </pc:spChg>
        <pc:spChg chg="mod">
          <ac:chgData name="Chittaranjan Hens" userId="6fc03958433e8a43" providerId="LiveId" clId="{AE445185-F013-4E27-B402-5F71FF9385C1}" dt="2023-01-03T06:42:32.750" v="26" actId="6549"/>
          <ac:spMkLst>
            <pc:docMk/>
            <pc:sldMk cId="2025591606" sldId="267"/>
            <ac:spMk id="11" creationId="{1FF2F98F-485E-1D68-FF73-11DB93DEC4A1}"/>
          </ac:spMkLst>
        </pc:spChg>
        <pc:picChg chg="mod">
          <ac:chgData name="Chittaranjan Hens" userId="6fc03958433e8a43" providerId="LiveId" clId="{AE445185-F013-4E27-B402-5F71FF9385C1}" dt="2023-01-03T06:42:13.152" v="18" actId="1076"/>
          <ac:picMkLst>
            <pc:docMk/>
            <pc:sldMk cId="2025591606" sldId="267"/>
            <ac:picMk id="4" creationId="{A77CDD2A-AFD3-0864-6D67-957A858D6745}"/>
          </ac:picMkLst>
        </pc:picChg>
      </pc:sldChg>
      <pc:sldChg chg="add del">
        <pc:chgData name="Chittaranjan Hens" userId="6fc03958433e8a43" providerId="LiveId" clId="{AE445185-F013-4E27-B402-5F71FF9385C1}" dt="2023-01-03T06:42:45.345" v="28" actId="47"/>
        <pc:sldMkLst>
          <pc:docMk/>
          <pc:sldMk cId="4111817403" sldId="268"/>
        </pc:sldMkLst>
      </pc:sldChg>
      <pc:sldChg chg="addSp modSp add mod">
        <pc:chgData name="Chittaranjan Hens" userId="6fc03958433e8a43" providerId="LiveId" clId="{AE445185-F013-4E27-B402-5F71FF9385C1}" dt="2023-01-03T15:05:11.725" v="546" actId="113"/>
        <pc:sldMkLst>
          <pc:docMk/>
          <pc:sldMk cId="2621272481" sldId="269"/>
        </pc:sldMkLst>
        <pc:spChg chg="mod">
          <ac:chgData name="Chittaranjan Hens" userId="6fc03958433e8a43" providerId="LiveId" clId="{AE445185-F013-4E27-B402-5F71FF9385C1}" dt="2023-01-03T06:45:16.510" v="64" actId="1076"/>
          <ac:spMkLst>
            <pc:docMk/>
            <pc:sldMk cId="2621272481" sldId="269"/>
            <ac:spMk id="3" creationId="{365E675B-5074-D82A-47BF-9B36FD17E4CF}"/>
          </ac:spMkLst>
        </pc:spChg>
        <pc:spChg chg="mod">
          <ac:chgData name="Chittaranjan Hens" userId="6fc03958433e8a43" providerId="LiveId" clId="{AE445185-F013-4E27-B402-5F71FF9385C1}" dt="2023-01-03T06:45:12.263" v="62"/>
          <ac:spMkLst>
            <pc:docMk/>
            <pc:sldMk cId="2621272481" sldId="269"/>
            <ac:spMk id="5" creationId="{03484F5C-9F9F-6358-B2D8-ACFEEBDC61A2}"/>
          </ac:spMkLst>
        </pc:spChg>
        <pc:spChg chg="mod">
          <ac:chgData name="Chittaranjan Hens" userId="6fc03958433e8a43" providerId="LiveId" clId="{AE445185-F013-4E27-B402-5F71FF9385C1}" dt="2023-01-03T06:45:12.263" v="62"/>
          <ac:spMkLst>
            <pc:docMk/>
            <pc:sldMk cId="2621272481" sldId="269"/>
            <ac:spMk id="7" creationId="{2FFE1248-5E14-4FCA-9BE5-BF8A2E2195C2}"/>
          </ac:spMkLst>
        </pc:spChg>
        <pc:spChg chg="mod">
          <ac:chgData name="Chittaranjan Hens" userId="6fc03958433e8a43" providerId="LiveId" clId="{AE445185-F013-4E27-B402-5F71FF9385C1}" dt="2023-01-03T06:45:12.263" v="62"/>
          <ac:spMkLst>
            <pc:docMk/>
            <pc:sldMk cId="2621272481" sldId="269"/>
            <ac:spMk id="12" creationId="{5E7BE5E2-7709-8580-24E7-8FBBE2239440}"/>
          </ac:spMkLst>
        </pc:spChg>
        <pc:spChg chg="mod">
          <ac:chgData name="Chittaranjan Hens" userId="6fc03958433e8a43" providerId="LiveId" clId="{AE445185-F013-4E27-B402-5F71FF9385C1}" dt="2023-01-03T06:45:12.263" v="62"/>
          <ac:spMkLst>
            <pc:docMk/>
            <pc:sldMk cId="2621272481" sldId="269"/>
            <ac:spMk id="13" creationId="{74CFC921-1B67-D006-53A5-62B1551A0568}"/>
          </ac:spMkLst>
        </pc:spChg>
        <pc:spChg chg="add mod">
          <ac:chgData name="Chittaranjan Hens" userId="6fc03958433e8a43" providerId="LiveId" clId="{AE445185-F013-4E27-B402-5F71FF9385C1}" dt="2023-01-03T15:05:11.725" v="546" actId="113"/>
          <ac:spMkLst>
            <pc:docMk/>
            <pc:sldMk cId="2621272481" sldId="269"/>
            <ac:spMk id="15" creationId="{0336EEEC-5722-612C-758D-DBD3460019EA}"/>
          </ac:spMkLst>
        </pc:spChg>
        <pc:grpChg chg="add mod">
          <ac:chgData name="Chittaranjan Hens" userId="6fc03958433e8a43" providerId="LiveId" clId="{AE445185-F013-4E27-B402-5F71FF9385C1}" dt="2023-01-03T06:45:20.254" v="65" actId="1076"/>
          <ac:grpSpMkLst>
            <pc:docMk/>
            <pc:sldMk cId="2621272481" sldId="269"/>
            <ac:grpSpMk id="2" creationId="{B2539927-8DD6-3307-9D52-104519A3DCE6}"/>
          </ac:grpSpMkLst>
        </pc:grpChg>
      </pc:sldChg>
      <pc:sldChg chg="addSp modSp add mod">
        <pc:chgData name="Chittaranjan Hens" userId="6fc03958433e8a43" providerId="LiveId" clId="{AE445185-F013-4E27-B402-5F71FF9385C1}" dt="2023-01-03T08:09:42.151" v="123" actId="113"/>
        <pc:sldMkLst>
          <pc:docMk/>
          <pc:sldMk cId="2422123107" sldId="270"/>
        </pc:sldMkLst>
        <pc:spChg chg="add mod">
          <ac:chgData name="Chittaranjan Hens" userId="6fc03958433e8a43" providerId="LiveId" clId="{AE445185-F013-4E27-B402-5F71FF9385C1}" dt="2023-01-03T06:46:13.239" v="79" actId="207"/>
          <ac:spMkLst>
            <pc:docMk/>
            <pc:sldMk cId="2422123107" sldId="270"/>
            <ac:spMk id="14" creationId="{D04A4498-B839-C1B3-8849-6ACCE72D2207}"/>
          </ac:spMkLst>
        </pc:spChg>
        <pc:spChg chg="add mod">
          <ac:chgData name="Chittaranjan Hens" userId="6fc03958433e8a43" providerId="LiveId" clId="{AE445185-F013-4E27-B402-5F71FF9385C1}" dt="2023-01-03T08:09:42.151" v="123" actId="113"/>
          <ac:spMkLst>
            <pc:docMk/>
            <pc:sldMk cId="2422123107" sldId="270"/>
            <ac:spMk id="15" creationId="{551C4FA2-2871-0712-74EC-602E7543608F}"/>
          </ac:spMkLst>
        </pc:spChg>
      </pc:sldChg>
      <pc:sldChg chg="addSp delSp modSp add mod">
        <pc:chgData name="Chittaranjan Hens" userId="6fc03958433e8a43" providerId="LiveId" clId="{AE445185-F013-4E27-B402-5F71FF9385C1}" dt="2023-01-03T06:54:54.817" v="100" actId="1076"/>
        <pc:sldMkLst>
          <pc:docMk/>
          <pc:sldMk cId="1257611884" sldId="271"/>
        </pc:sldMkLst>
        <pc:spChg chg="del">
          <ac:chgData name="Chittaranjan Hens" userId="6fc03958433e8a43" providerId="LiveId" clId="{AE445185-F013-4E27-B402-5F71FF9385C1}" dt="2023-01-03T06:54:02.247" v="92" actId="478"/>
          <ac:spMkLst>
            <pc:docMk/>
            <pc:sldMk cId="1257611884" sldId="271"/>
            <ac:spMk id="14" creationId="{D04A4498-B839-C1B3-8849-6ACCE72D2207}"/>
          </ac:spMkLst>
        </pc:spChg>
        <pc:spChg chg="del">
          <ac:chgData name="Chittaranjan Hens" userId="6fc03958433e8a43" providerId="LiveId" clId="{AE445185-F013-4E27-B402-5F71FF9385C1}" dt="2023-01-03T06:54:02.247" v="92" actId="478"/>
          <ac:spMkLst>
            <pc:docMk/>
            <pc:sldMk cId="1257611884" sldId="271"/>
            <ac:spMk id="15" creationId="{551C4FA2-2871-0712-74EC-602E7543608F}"/>
          </ac:spMkLst>
        </pc:spChg>
        <pc:grpChg chg="del">
          <ac:chgData name="Chittaranjan Hens" userId="6fc03958433e8a43" providerId="LiveId" clId="{AE445185-F013-4E27-B402-5F71FF9385C1}" dt="2023-01-03T06:54:02.247" v="92" actId="478"/>
          <ac:grpSpMkLst>
            <pc:docMk/>
            <pc:sldMk cId="1257611884" sldId="271"/>
            <ac:grpSpMk id="2" creationId="{B2539927-8DD6-3307-9D52-104519A3DCE6}"/>
          </ac:grpSpMkLst>
        </pc:grpChg>
        <pc:picChg chg="add mod">
          <ac:chgData name="Chittaranjan Hens" userId="6fc03958433e8a43" providerId="LiveId" clId="{AE445185-F013-4E27-B402-5F71FF9385C1}" dt="2023-01-03T06:54:54.817" v="100" actId="1076"/>
          <ac:picMkLst>
            <pc:docMk/>
            <pc:sldMk cId="1257611884" sldId="271"/>
            <ac:picMk id="17" creationId="{B9679940-21A7-2F06-671B-47B41B7374D7}"/>
          </ac:picMkLst>
        </pc:picChg>
      </pc:sldChg>
      <pc:sldChg chg="add del ord">
        <pc:chgData name="Chittaranjan Hens" userId="6fc03958433e8a43" providerId="LiveId" clId="{AE445185-F013-4E27-B402-5F71FF9385C1}" dt="2023-01-03T06:53:49.042" v="90" actId="47"/>
        <pc:sldMkLst>
          <pc:docMk/>
          <pc:sldMk cId="1681500069" sldId="271"/>
        </pc:sldMkLst>
      </pc:sldChg>
      <pc:sldChg chg="add del">
        <pc:chgData name="Chittaranjan Hens" userId="6fc03958433e8a43" providerId="LiveId" clId="{AE445185-F013-4E27-B402-5F71FF9385C1}" dt="2023-01-03T08:15:45.427" v="155" actId="47"/>
        <pc:sldMkLst>
          <pc:docMk/>
          <pc:sldMk cId="1088507997" sldId="272"/>
        </pc:sldMkLst>
      </pc:sldChg>
      <pc:sldChg chg="add del">
        <pc:chgData name="Chittaranjan Hens" userId="6fc03958433e8a43" providerId="LiveId" clId="{AE445185-F013-4E27-B402-5F71FF9385C1}" dt="2023-01-03T15:24:23.102" v="685"/>
        <pc:sldMkLst>
          <pc:docMk/>
          <pc:sldMk cId="1930741784" sldId="272"/>
        </pc:sldMkLst>
      </pc:sldChg>
      <pc:sldChg chg="addSp delSp modSp add del mod">
        <pc:chgData name="Chittaranjan Hens" userId="6fc03958433e8a43" providerId="LiveId" clId="{AE445185-F013-4E27-B402-5F71FF9385C1}" dt="2023-01-03T15:24:28.299" v="687" actId="2696"/>
        <pc:sldMkLst>
          <pc:docMk/>
          <pc:sldMk cId="2240524231" sldId="272"/>
        </pc:sldMkLst>
        <pc:spChg chg="add mod">
          <ac:chgData name="Chittaranjan Hens" userId="6fc03958433e8a43" providerId="LiveId" clId="{AE445185-F013-4E27-B402-5F71FF9385C1}" dt="2023-01-03T13:23:52.037" v="225"/>
          <ac:spMkLst>
            <pc:docMk/>
            <pc:sldMk cId="2240524231" sldId="272"/>
            <ac:spMk id="2" creationId="{D10C4AF8-10EE-D278-86D8-4CBE903EE6E1}"/>
          </ac:spMkLst>
        </pc:spChg>
        <pc:spChg chg="add mod">
          <ac:chgData name="Chittaranjan Hens" userId="6fc03958433e8a43" providerId="LiveId" clId="{AE445185-F013-4E27-B402-5F71FF9385C1}" dt="2023-01-03T08:16:18.264" v="174" actId="20577"/>
          <ac:spMkLst>
            <pc:docMk/>
            <pc:sldMk cId="2240524231" sldId="272"/>
            <ac:spMk id="5" creationId="{CA17A4C0-B3F2-8142-5BF9-FDE836BBF1FD}"/>
          </ac:spMkLst>
        </pc:spChg>
        <pc:spChg chg="add mod">
          <ac:chgData name="Chittaranjan Hens" userId="6fc03958433e8a43" providerId="LiveId" clId="{AE445185-F013-4E27-B402-5F71FF9385C1}" dt="2023-01-03T14:52:01.093" v="363"/>
          <ac:spMkLst>
            <pc:docMk/>
            <pc:sldMk cId="2240524231" sldId="272"/>
            <ac:spMk id="6" creationId="{B238F82E-8E39-643D-247C-6367AEA05B3C}"/>
          </ac:spMkLst>
        </pc:spChg>
        <pc:spChg chg="del">
          <ac:chgData name="Chittaranjan Hens" userId="6fc03958433e8a43" providerId="LiveId" clId="{AE445185-F013-4E27-B402-5F71FF9385C1}" dt="2023-01-03T13:23:51.189" v="224" actId="478"/>
          <ac:spMkLst>
            <pc:docMk/>
            <pc:sldMk cId="2240524231" sldId="272"/>
            <ac:spMk id="17" creationId="{F85CD333-F927-35AD-9B26-D704E9D39C34}"/>
          </ac:spMkLst>
        </pc:spChg>
        <pc:picChg chg="add mod">
          <ac:chgData name="Chittaranjan Hens" userId="6fc03958433e8a43" providerId="LiveId" clId="{AE445185-F013-4E27-B402-5F71FF9385C1}" dt="2023-01-03T08:16:06.777" v="158" actId="1076"/>
          <ac:picMkLst>
            <pc:docMk/>
            <pc:sldMk cId="2240524231" sldId="272"/>
            <ac:picMk id="3" creationId="{76786AB1-9ABD-BA47-1911-364617170580}"/>
          </ac:picMkLst>
        </pc:picChg>
        <pc:picChg chg="add mod">
          <ac:chgData name="Chittaranjan Hens" userId="6fc03958433e8a43" providerId="LiveId" clId="{AE445185-F013-4E27-B402-5F71FF9385C1}" dt="2023-01-03T08:17:11.004" v="183" actId="14100"/>
          <ac:picMkLst>
            <pc:docMk/>
            <pc:sldMk cId="2240524231" sldId="272"/>
            <ac:picMk id="7" creationId="{A079B9F1-28F1-38F5-3ADB-7B6DAA1B4435}"/>
          </ac:picMkLst>
        </pc:picChg>
        <pc:picChg chg="add mod">
          <ac:chgData name="Chittaranjan Hens" userId="6fc03958433e8a43" providerId="LiveId" clId="{AE445185-F013-4E27-B402-5F71FF9385C1}" dt="2023-01-03T08:17:14.020" v="184" actId="1076"/>
          <ac:picMkLst>
            <pc:docMk/>
            <pc:sldMk cId="2240524231" sldId="272"/>
            <ac:picMk id="9" creationId="{2B22098B-DA49-43BE-A233-B2E8B83E86FA}"/>
          </ac:picMkLst>
        </pc:picChg>
      </pc:sldChg>
      <pc:sldChg chg="add">
        <pc:chgData name="Chittaranjan Hens" userId="6fc03958433e8a43" providerId="LiveId" clId="{AE445185-F013-4E27-B402-5F71FF9385C1}" dt="2023-01-03T15:24:33.302" v="688"/>
        <pc:sldMkLst>
          <pc:docMk/>
          <pc:sldMk cId="3538302570" sldId="272"/>
        </pc:sldMkLst>
      </pc:sldChg>
      <pc:sldChg chg="add del">
        <pc:chgData name="Chittaranjan Hens" userId="6fc03958433e8a43" providerId="LiveId" clId="{AE445185-F013-4E27-B402-5F71FF9385C1}" dt="2023-01-03T06:54:35.219" v="94" actId="47"/>
        <pc:sldMkLst>
          <pc:docMk/>
          <pc:sldMk cId="3650627411" sldId="272"/>
        </pc:sldMkLst>
      </pc:sldChg>
      <pc:sldChg chg="add">
        <pc:chgData name="Chittaranjan Hens" userId="6fc03958433e8a43" providerId="LiveId" clId="{AE445185-F013-4E27-B402-5F71FF9385C1}" dt="2023-01-03T15:24:33.302" v="688"/>
        <pc:sldMkLst>
          <pc:docMk/>
          <pc:sldMk cId="1697572089" sldId="273"/>
        </pc:sldMkLst>
      </pc:sldChg>
      <pc:sldChg chg="add del">
        <pc:chgData name="Chittaranjan Hens" userId="6fc03958433e8a43" providerId="LiveId" clId="{AE445185-F013-4E27-B402-5F71FF9385C1}" dt="2023-01-03T15:24:23.102" v="685"/>
        <pc:sldMkLst>
          <pc:docMk/>
          <pc:sldMk cId="2452456200" sldId="273"/>
        </pc:sldMkLst>
      </pc:sldChg>
      <pc:sldChg chg="addSp delSp modSp add del mod ord">
        <pc:chgData name="Chittaranjan Hens" userId="6fc03958433e8a43" providerId="LiveId" clId="{AE445185-F013-4E27-B402-5F71FF9385C1}" dt="2023-01-03T15:24:28.299" v="687" actId="2696"/>
        <pc:sldMkLst>
          <pc:docMk/>
          <pc:sldMk cId="3035910966" sldId="273"/>
        </pc:sldMkLst>
        <pc:spChg chg="add mod">
          <ac:chgData name="Chittaranjan Hens" userId="6fc03958433e8a43" providerId="LiveId" clId="{AE445185-F013-4E27-B402-5F71FF9385C1}" dt="2023-01-03T13:23:45.732" v="223"/>
          <ac:spMkLst>
            <pc:docMk/>
            <pc:sldMk cId="3035910966" sldId="273"/>
            <ac:spMk id="2" creationId="{F01E5419-B15D-3966-9A30-175255BF61D7}"/>
          </ac:spMkLst>
        </pc:spChg>
        <pc:spChg chg="del">
          <ac:chgData name="Chittaranjan Hens" userId="6fc03958433e8a43" providerId="LiveId" clId="{AE445185-F013-4E27-B402-5F71FF9385C1}" dt="2023-01-03T13:23:44.964" v="222" actId="478"/>
          <ac:spMkLst>
            <pc:docMk/>
            <pc:sldMk cId="3035910966" sldId="273"/>
            <ac:spMk id="17" creationId="{F85CD333-F927-35AD-9B26-D704E9D39C34}"/>
          </ac:spMkLst>
        </pc:spChg>
        <pc:picChg chg="del">
          <ac:chgData name="Chittaranjan Hens" userId="6fc03958433e8a43" providerId="LiveId" clId="{AE445185-F013-4E27-B402-5F71FF9385C1}" dt="2023-01-03T08:16:43.349" v="178" actId="478"/>
          <ac:picMkLst>
            <pc:docMk/>
            <pc:sldMk cId="3035910966" sldId="273"/>
            <ac:picMk id="7" creationId="{A079B9F1-28F1-38F5-3ADB-7B6DAA1B4435}"/>
          </ac:picMkLst>
        </pc:picChg>
      </pc:sldChg>
      <pc:sldChg chg="add del">
        <pc:chgData name="Chittaranjan Hens" userId="6fc03958433e8a43" providerId="LiveId" clId="{AE445185-F013-4E27-B402-5F71FF9385C1}" dt="2023-01-03T15:24:23.102" v="685"/>
        <pc:sldMkLst>
          <pc:docMk/>
          <pc:sldMk cId="43829636" sldId="274"/>
        </pc:sldMkLst>
      </pc:sldChg>
      <pc:sldChg chg="addSp delSp modSp add del mod">
        <pc:chgData name="Chittaranjan Hens" userId="6fc03958433e8a43" providerId="LiveId" clId="{AE445185-F013-4E27-B402-5F71FF9385C1}" dt="2023-01-03T15:24:28.299" v="687" actId="2696"/>
        <pc:sldMkLst>
          <pc:docMk/>
          <pc:sldMk cId="1845841884" sldId="274"/>
        </pc:sldMkLst>
        <pc:spChg chg="add mod">
          <ac:chgData name="Chittaranjan Hens" userId="6fc03958433e8a43" providerId="LiveId" clId="{AE445185-F013-4E27-B402-5F71FF9385C1}" dt="2023-01-03T13:24:05.030" v="228"/>
          <ac:spMkLst>
            <pc:docMk/>
            <pc:sldMk cId="1845841884" sldId="274"/>
            <ac:spMk id="2" creationId="{727C387C-E3B0-E9E9-EB02-3DA4FD098DCD}"/>
          </ac:spMkLst>
        </pc:spChg>
        <pc:spChg chg="add mod">
          <ac:chgData name="Chittaranjan Hens" userId="6fc03958433e8a43" providerId="LiveId" clId="{AE445185-F013-4E27-B402-5F71FF9385C1}" dt="2023-01-03T08:18:09.342" v="200" actId="20577"/>
          <ac:spMkLst>
            <pc:docMk/>
            <pc:sldMk cId="1845841884" sldId="274"/>
            <ac:spMk id="8" creationId="{B729AFE6-22D4-2F14-22CC-4B984B5292A5}"/>
          </ac:spMkLst>
        </pc:spChg>
        <pc:spChg chg="del mod">
          <ac:chgData name="Chittaranjan Hens" userId="6fc03958433e8a43" providerId="LiveId" clId="{AE445185-F013-4E27-B402-5F71FF9385C1}" dt="2023-01-03T13:24:04.543" v="227" actId="478"/>
          <ac:spMkLst>
            <pc:docMk/>
            <pc:sldMk cId="1845841884" sldId="274"/>
            <ac:spMk id="17" creationId="{F85CD333-F927-35AD-9B26-D704E9D39C34}"/>
          </ac:spMkLst>
        </pc:spChg>
        <pc:picChg chg="add mod">
          <ac:chgData name="Chittaranjan Hens" userId="6fc03958433e8a43" providerId="LiveId" clId="{AE445185-F013-4E27-B402-5F71FF9385C1}" dt="2023-01-03T08:17:56.394" v="188" actId="1076"/>
          <ac:picMkLst>
            <pc:docMk/>
            <pc:sldMk cId="1845841884" sldId="274"/>
            <ac:picMk id="6" creationId="{F6BBAF11-7DAD-2944-1E25-3DE056F6A674}"/>
          </ac:picMkLst>
        </pc:picChg>
      </pc:sldChg>
      <pc:sldChg chg="add">
        <pc:chgData name="Chittaranjan Hens" userId="6fc03958433e8a43" providerId="LiveId" clId="{AE445185-F013-4E27-B402-5F71FF9385C1}" dt="2023-01-03T15:24:33.302" v="688"/>
        <pc:sldMkLst>
          <pc:docMk/>
          <pc:sldMk cId="2777468674" sldId="274"/>
        </pc:sldMkLst>
      </pc:sldChg>
      <pc:sldChg chg="add del">
        <pc:chgData name="Chittaranjan Hens" userId="6fc03958433e8a43" providerId="LiveId" clId="{AE445185-F013-4E27-B402-5F71FF9385C1}" dt="2023-01-03T08:18:59.034" v="202" actId="47"/>
        <pc:sldMkLst>
          <pc:docMk/>
          <pc:sldMk cId="1309992249" sldId="275"/>
        </pc:sldMkLst>
      </pc:sldChg>
      <pc:sldChg chg="addSp delSp modSp add del mod ord">
        <pc:chgData name="Chittaranjan Hens" userId="6fc03958433e8a43" providerId="LiveId" clId="{AE445185-F013-4E27-B402-5F71FF9385C1}" dt="2023-01-03T14:55:48.579" v="416" actId="47"/>
        <pc:sldMkLst>
          <pc:docMk/>
          <pc:sldMk cId="1695690381" sldId="275"/>
        </pc:sldMkLst>
        <pc:spChg chg="add mod">
          <ac:chgData name="Chittaranjan Hens" userId="6fc03958433e8a43" providerId="LiveId" clId="{AE445185-F013-4E27-B402-5F71FF9385C1}" dt="2023-01-03T14:00:48.130" v="259" actId="20577"/>
          <ac:spMkLst>
            <pc:docMk/>
            <pc:sldMk cId="1695690381" sldId="275"/>
            <ac:spMk id="2" creationId="{1BB41B81-F349-E2F1-1D1D-52F0DFAD2D92}"/>
          </ac:spMkLst>
        </pc:spChg>
        <pc:spChg chg="add mod">
          <ac:chgData name="Chittaranjan Hens" userId="6fc03958433e8a43" providerId="LiveId" clId="{AE445185-F013-4E27-B402-5F71FF9385C1}" dt="2023-01-03T14:55:43.376" v="415" actId="1035"/>
          <ac:spMkLst>
            <pc:docMk/>
            <pc:sldMk cId="1695690381" sldId="275"/>
            <ac:spMk id="8" creationId="{B3031689-369D-8916-6267-CA57BCFD9A3D}"/>
          </ac:spMkLst>
        </pc:spChg>
        <pc:spChg chg="add mod">
          <ac:chgData name="Chittaranjan Hens" userId="6fc03958433e8a43" providerId="LiveId" clId="{AE445185-F013-4E27-B402-5F71FF9385C1}" dt="2023-01-03T14:50:10.460" v="354" actId="2711"/>
          <ac:spMkLst>
            <pc:docMk/>
            <pc:sldMk cId="1695690381" sldId="275"/>
            <ac:spMk id="10" creationId="{3451BD7C-1B54-6FF2-B76A-B7C7DD500A59}"/>
          </ac:spMkLst>
        </pc:spChg>
        <pc:spChg chg="add mod">
          <ac:chgData name="Chittaranjan Hens" userId="6fc03958433e8a43" providerId="LiveId" clId="{AE445185-F013-4E27-B402-5F71FF9385C1}" dt="2023-01-03T14:50:01.115" v="353" actId="20577"/>
          <ac:spMkLst>
            <pc:docMk/>
            <pc:sldMk cId="1695690381" sldId="275"/>
            <ac:spMk id="11" creationId="{DFAB6E7D-E103-3FB2-3529-E37ABE77EB96}"/>
          </ac:spMkLst>
        </pc:spChg>
        <pc:spChg chg="add mod">
          <ac:chgData name="Chittaranjan Hens" userId="6fc03958433e8a43" providerId="LiveId" clId="{AE445185-F013-4E27-B402-5F71FF9385C1}" dt="2023-01-03T14:51:29.426" v="362" actId="1076"/>
          <ac:spMkLst>
            <pc:docMk/>
            <pc:sldMk cId="1695690381" sldId="275"/>
            <ac:spMk id="13" creationId="{2DBF2367-129A-618D-C626-3CC27BC10894}"/>
          </ac:spMkLst>
        </pc:spChg>
        <pc:spChg chg="add mod">
          <ac:chgData name="Chittaranjan Hens" userId="6fc03958433e8a43" providerId="LiveId" clId="{AE445185-F013-4E27-B402-5F71FF9385C1}" dt="2023-01-03T14:52:34.965" v="373" actId="20577"/>
          <ac:spMkLst>
            <pc:docMk/>
            <pc:sldMk cId="1695690381" sldId="275"/>
            <ac:spMk id="14" creationId="{D9DDE725-6C80-2BC2-6596-60204E5D9760}"/>
          </ac:spMkLst>
        </pc:spChg>
        <pc:spChg chg="del">
          <ac:chgData name="Chittaranjan Hens" userId="6fc03958433e8a43" providerId="LiveId" clId="{AE445185-F013-4E27-B402-5F71FF9385C1}" dt="2023-01-03T08:19:13.004" v="212" actId="478"/>
          <ac:spMkLst>
            <pc:docMk/>
            <pc:sldMk cId="1695690381" sldId="275"/>
            <ac:spMk id="24" creationId="{E306A1FA-A972-6880-8A1D-886D17FD3054}"/>
          </ac:spMkLst>
        </pc:spChg>
        <pc:picChg chg="mod">
          <ac:chgData name="Chittaranjan Hens" userId="6fc03958433e8a43" providerId="LiveId" clId="{AE445185-F013-4E27-B402-5F71FF9385C1}" dt="2023-01-03T14:51:04.190" v="357" actId="207"/>
          <ac:picMkLst>
            <pc:docMk/>
            <pc:sldMk cId="1695690381" sldId="275"/>
            <ac:picMk id="4" creationId="{A77CDD2A-AFD3-0864-6D67-957A858D6745}"/>
          </ac:picMkLst>
        </pc:picChg>
        <pc:picChg chg="add mod">
          <ac:chgData name="Chittaranjan Hens" userId="6fc03958433e8a43" providerId="LiveId" clId="{AE445185-F013-4E27-B402-5F71FF9385C1}" dt="2023-01-03T14:01:14.435" v="261" actId="1076"/>
          <ac:picMkLst>
            <pc:docMk/>
            <pc:sldMk cId="1695690381" sldId="275"/>
            <ac:picMk id="5" creationId="{12665B23-A417-B4CA-5BC6-903B06269B0E}"/>
          </ac:picMkLst>
        </pc:picChg>
        <pc:picChg chg="add del mod">
          <ac:chgData name="Chittaranjan Hens" userId="6fc03958433e8a43" providerId="LiveId" clId="{AE445185-F013-4E27-B402-5F71FF9385C1}" dt="2023-01-03T14:02:43.621" v="322" actId="478"/>
          <ac:picMkLst>
            <pc:docMk/>
            <pc:sldMk cId="1695690381" sldId="275"/>
            <ac:picMk id="7" creationId="{B5AEA15A-7A4B-65A5-93B5-925752B86BCD}"/>
          </ac:picMkLst>
        </pc:picChg>
        <pc:picChg chg="del">
          <ac:chgData name="Chittaranjan Hens" userId="6fc03958433e8a43" providerId="LiveId" clId="{AE445185-F013-4E27-B402-5F71FF9385C1}" dt="2023-01-03T08:19:13.004" v="212" actId="478"/>
          <ac:picMkLst>
            <pc:docMk/>
            <pc:sldMk cId="1695690381" sldId="275"/>
            <ac:picMk id="23" creationId="{58A8FC9A-94B9-BF69-48DB-4E451979AE26}"/>
          </ac:picMkLst>
        </pc:picChg>
      </pc:sldChg>
      <pc:sldChg chg="addSp delSp modSp add mod">
        <pc:chgData name="Chittaranjan Hens" userId="6fc03958433e8a43" providerId="LiveId" clId="{AE445185-F013-4E27-B402-5F71FF9385C1}" dt="2023-01-03T14:56:00.478" v="418" actId="478"/>
        <pc:sldMkLst>
          <pc:docMk/>
          <pc:sldMk cId="2763457763" sldId="276"/>
        </pc:sldMkLst>
        <pc:spChg chg="add del mod">
          <ac:chgData name="Chittaranjan Hens" userId="6fc03958433e8a43" providerId="LiveId" clId="{AE445185-F013-4E27-B402-5F71FF9385C1}" dt="2023-01-03T14:56:00.478" v="418" actId="478"/>
          <ac:spMkLst>
            <pc:docMk/>
            <pc:sldMk cId="2763457763" sldId="276"/>
            <ac:spMk id="6" creationId="{1873A2B1-51B7-544E-864C-CB3B010C5ED1}"/>
          </ac:spMkLst>
        </pc:spChg>
        <pc:spChg chg="mod">
          <ac:chgData name="Chittaranjan Hens" userId="6fc03958433e8a43" providerId="LiveId" clId="{AE445185-F013-4E27-B402-5F71FF9385C1}" dt="2023-01-03T14:54:49.519" v="392" actId="1076"/>
          <ac:spMkLst>
            <pc:docMk/>
            <pc:sldMk cId="2763457763" sldId="276"/>
            <ac:spMk id="8" creationId="{B3031689-369D-8916-6267-CA57BCFD9A3D}"/>
          </ac:spMkLst>
        </pc:spChg>
        <pc:spChg chg="add del mod">
          <ac:chgData name="Chittaranjan Hens" userId="6fc03958433e8a43" providerId="LiveId" clId="{AE445185-F013-4E27-B402-5F71FF9385C1}" dt="2023-01-03T14:56:00.478" v="418" actId="478"/>
          <ac:spMkLst>
            <pc:docMk/>
            <pc:sldMk cId="2763457763" sldId="276"/>
            <ac:spMk id="9" creationId="{F4836751-FAB3-CC71-0429-0E7FF0967364}"/>
          </ac:spMkLst>
        </pc:spChg>
        <pc:spChg chg="mod">
          <ac:chgData name="Chittaranjan Hens" userId="6fc03958433e8a43" providerId="LiveId" clId="{AE445185-F013-4E27-B402-5F71FF9385C1}" dt="2023-01-03T14:54:59.862" v="396" actId="1076"/>
          <ac:spMkLst>
            <pc:docMk/>
            <pc:sldMk cId="2763457763" sldId="276"/>
            <ac:spMk id="10" creationId="{3451BD7C-1B54-6FF2-B76A-B7C7DD500A59}"/>
          </ac:spMkLst>
        </pc:spChg>
        <pc:spChg chg="mod">
          <ac:chgData name="Chittaranjan Hens" userId="6fc03958433e8a43" providerId="LiveId" clId="{AE445185-F013-4E27-B402-5F71FF9385C1}" dt="2023-01-03T14:55:31.452" v="405" actId="14100"/>
          <ac:spMkLst>
            <pc:docMk/>
            <pc:sldMk cId="2763457763" sldId="276"/>
            <ac:spMk id="11" creationId="{DFAB6E7D-E103-3FB2-3529-E37ABE77EB96}"/>
          </ac:spMkLst>
        </pc:spChg>
        <pc:spChg chg="del mod">
          <ac:chgData name="Chittaranjan Hens" userId="6fc03958433e8a43" providerId="LiveId" clId="{AE445185-F013-4E27-B402-5F71FF9385C1}" dt="2023-01-03T14:56:00.478" v="418" actId="478"/>
          <ac:spMkLst>
            <pc:docMk/>
            <pc:sldMk cId="2763457763" sldId="276"/>
            <ac:spMk id="13" creationId="{2DBF2367-129A-618D-C626-3CC27BC10894}"/>
          </ac:spMkLst>
        </pc:spChg>
        <pc:spChg chg="del mod">
          <ac:chgData name="Chittaranjan Hens" userId="6fc03958433e8a43" providerId="LiveId" clId="{AE445185-F013-4E27-B402-5F71FF9385C1}" dt="2023-01-03T14:56:00.478" v="418" actId="478"/>
          <ac:spMkLst>
            <pc:docMk/>
            <pc:sldMk cId="2763457763" sldId="276"/>
            <ac:spMk id="14" creationId="{D9DDE725-6C80-2BC2-6596-60204E5D9760}"/>
          </ac:spMkLst>
        </pc:spChg>
        <pc:picChg chg="mod">
          <ac:chgData name="Chittaranjan Hens" userId="6fc03958433e8a43" providerId="LiveId" clId="{AE445185-F013-4E27-B402-5F71FF9385C1}" dt="2023-01-03T14:55:05.599" v="399" actId="1076"/>
          <ac:picMkLst>
            <pc:docMk/>
            <pc:sldMk cId="2763457763" sldId="276"/>
            <ac:picMk id="4" creationId="{A77CDD2A-AFD3-0864-6D67-957A858D6745}"/>
          </ac:picMkLst>
        </pc:picChg>
      </pc:sldChg>
      <pc:sldChg chg="addSp delSp modSp add mod">
        <pc:chgData name="Chittaranjan Hens" userId="6fc03958433e8a43" providerId="LiveId" clId="{AE445185-F013-4E27-B402-5F71FF9385C1}" dt="2023-01-03T15:05:34.047" v="547" actId="20577"/>
        <pc:sldMkLst>
          <pc:docMk/>
          <pc:sldMk cId="2849777498" sldId="277"/>
        </pc:sldMkLst>
        <pc:spChg chg="mod">
          <ac:chgData name="Chittaranjan Hens" userId="6fc03958433e8a43" providerId="LiveId" clId="{AE445185-F013-4E27-B402-5F71FF9385C1}" dt="2023-01-03T15:05:34.047" v="547" actId="20577"/>
          <ac:spMkLst>
            <pc:docMk/>
            <pc:sldMk cId="2849777498" sldId="277"/>
            <ac:spMk id="2" creationId="{1BB41B81-F349-E2F1-1D1D-52F0DFAD2D92}"/>
          </ac:spMkLst>
        </pc:spChg>
        <pc:spChg chg="add del mod">
          <ac:chgData name="Chittaranjan Hens" userId="6fc03958433e8a43" providerId="LiveId" clId="{AE445185-F013-4E27-B402-5F71FF9385C1}" dt="2023-01-03T15:00:58.376" v="470" actId="478"/>
          <ac:spMkLst>
            <pc:docMk/>
            <pc:sldMk cId="2849777498" sldId="277"/>
            <ac:spMk id="3" creationId="{CC9EC617-432E-504C-AA5D-0F29146F071D}"/>
          </ac:spMkLst>
        </pc:spChg>
        <pc:spChg chg="add del mod">
          <ac:chgData name="Chittaranjan Hens" userId="6fc03958433e8a43" providerId="LiveId" clId="{AE445185-F013-4E27-B402-5F71FF9385C1}" dt="2023-01-03T15:00:58.376" v="470" actId="478"/>
          <ac:spMkLst>
            <pc:docMk/>
            <pc:sldMk cId="2849777498" sldId="277"/>
            <ac:spMk id="12" creationId="{F97BBD56-00FF-F8E0-EA61-B2CE20E326FB}"/>
          </ac:spMkLst>
        </pc:spChg>
        <pc:picChg chg="mod">
          <ac:chgData name="Chittaranjan Hens" userId="6fc03958433e8a43" providerId="LiveId" clId="{AE445185-F013-4E27-B402-5F71FF9385C1}" dt="2023-01-03T14:59:11.793" v="449" actId="1076"/>
          <ac:picMkLst>
            <pc:docMk/>
            <pc:sldMk cId="2849777498" sldId="277"/>
            <ac:picMk id="4" creationId="{A77CDD2A-AFD3-0864-6D67-957A858D6745}"/>
          </ac:picMkLst>
        </pc:picChg>
      </pc:sldChg>
      <pc:sldChg chg="addSp delSp modSp add mod">
        <pc:chgData name="Chittaranjan Hens" userId="6fc03958433e8a43" providerId="LiveId" clId="{AE445185-F013-4E27-B402-5F71FF9385C1}" dt="2023-01-03T17:02:30.411" v="827" actId="21"/>
        <pc:sldMkLst>
          <pc:docMk/>
          <pc:sldMk cId="912596222" sldId="278"/>
        </pc:sldMkLst>
        <pc:spChg chg="add mod">
          <ac:chgData name="Chittaranjan Hens" userId="6fc03958433e8a43" providerId="LiveId" clId="{AE445185-F013-4E27-B402-5F71FF9385C1}" dt="2023-01-03T15:01:19.772" v="494" actId="14100"/>
          <ac:spMkLst>
            <pc:docMk/>
            <pc:sldMk cId="912596222" sldId="278"/>
            <ac:spMk id="7" creationId="{4DDE2BAD-EE1C-E033-0A1E-C8C04BA16ECF}"/>
          </ac:spMkLst>
        </pc:spChg>
        <pc:spChg chg="add mod">
          <ac:chgData name="Chittaranjan Hens" userId="6fc03958433e8a43" providerId="LiveId" clId="{AE445185-F013-4E27-B402-5F71FF9385C1}" dt="2023-01-03T15:01:15.161" v="493" actId="14100"/>
          <ac:spMkLst>
            <pc:docMk/>
            <pc:sldMk cId="912596222" sldId="278"/>
            <ac:spMk id="15" creationId="{D523173F-DBE6-8A88-7892-8D5B099148AD}"/>
          </ac:spMkLst>
        </pc:spChg>
        <pc:spChg chg="add del mod">
          <ac:chgData name="Chittaranjan Hens" userId="6fc03958433e8a43" providerId="LiveId" clId="{AE445185-F013-4E27-B402-5F71FF9385C1}" dt="2023-01-03T17:02:30.411" v="827" actId="21"/>
          <ac:spMkLst>
            <pc:docMk/>
            <pc:sldMk cId="912596222" sldId="278"/>
            <ac:spMk id="16" creationId="{2BAD2CB3-A252-B831-7A8F-546AFE1EBB7A}"/>
          </ac:spMkLst>
        </pc:spChg>
        <pc:picChg chg="add del">
          <ac:chgData name="Chittaranjan Hens" userId="6fc03958433e8a43" providerId="LiveId" clId="{AE445185-F013-4E27-B402-5F71FF9385C1}" dt="2023-01-03T17:02:26.421" v="826" actId="21"/>
          <ac:picMkLst>
            <pc:docMk/>
            <pc:sldMk cId="912596222" sldId="278"/>
            <ac:picMk id="4" creationId="{A77CDD2A-AFD3-0864-6D67-957A858D6745}"/>
          </ac:picMkLst>
        </pc:picChg>
      </pc:sldChg>
      <pc:sldChg chg="addSp delSp modSp add mod ord">
        <pc:chgData name="Chittaranjan Hens" userId="6fc03958433e8a43" providerId="LiveId" clId="{AE445185-F013-4E27-B402-5F71FF9385C1}" dt="2023-01-03T15:27:02.753" v="694" actId="478"/>
        <pc:sldMkLst>
          <pc:docMk/>
          <pc:sldMk cId="599373940" sldId="279"/>
        </pc:sldMkLst>
        <pc:spChg chg="mod">
          <ac:chgData name="Chittaranjan Hens" userId="6fc03958433e8a43" providerId="LiveId" clId="{AE445185-F013-4E27-B402-5F71FF9385C1}" dt="2023-01-03T15:03:09.161" v="514" actId="14100"/>
          <ac:spMkLst>
            <pc:docMk/>
            <pc:sldMk cId="599373940" sldId="279"/>
            <ac:spMk id="2" creationId="{1BB41B81-F349-E2F1-1D1D-52F0DFAD2D92}"/>
          </ac:spMkLst>
        </pc:spChg>
        <pc:spChg chg="add mod">
          <ac:chgData name="Chittaranjan Hens" userId="6fc03958433e8a43" providerId="LiveId" clId="{AE445185-F013-4E27-B402-5F71FF9385C1}" dt="2023-01-03T15:04:50.671" v="543" actId="1076"/>
          <ac:spMkLst>
            <pc:docMk/>
            <pc:sldMk cId="599373940" sldId="279"/>
            <ac:spMk id="3" creationId="{31A54CBC-7A43-569A-88C4-49E119061B48}"/>
          </ac:spMkLst>
        </pc:spChg>
        <pc:spChg chg="add mod">
          <ac:chgData name="Chittaranjan Hens" userId="6fc03958433e8a43" providerId="LiveId" clId="{AE445185-F013-4E27-B402-5F71FF9385C1}" dt="2023-01-03T15:19:32.312" v="613" actId="1076"/>
          <ac:spMkLst>
            <pc:docMk/>
            <pc:sldMk cId="599373940" sldId="279"/>
            <ac:spMk id="6" creationId="{D4CE01B9-E10E-41E5-3874-C285BC1D0E85}"/>
          </ac:spMkLst>
        </pc:spChg>
        <pc:spChg chg="add mod">
          <ac:chgData name="Chittaranjan Hens" userId="6fc03958433e8a43" providerId="LiveId" clId="{AE445185-F013-4E27-B402-5F71FF9385C1}" dt="2023-01-03T15:08:11.905" v="566" actId="20577"/>
          <ac:spMkLst>
            <pc:docMk/>
            <pc:sldMk cId="599373940" sldId="279"/>
            <ac:spMk id="7" creationId="{02BF6975-327A-8892-56C9-3814B14DF324}"/>
          </ac:spMkLst>
        </pc:spChg>
        <pc:spChg chg="del">
          <ac:chgData name="Chittaranjan Hens" userId="6fc03958433e8a43" providerId="LiveId" clId="{AE445185-F013-4E27-B402-5F71FF9385C1}" dt="2023-01-03T15:02:51.536" v="502" actId="478"/>
          <ac:spMkLst>
            <pc:docMk/>
            <pc:sldMk cId="599373940" sldId="279"/>
            <ac:spMk id="8" creationId="{B3031689-369D-8916-6267-CA57BCFD9A3D}"/>
          </ac:spMkLst>
        </pc:spChg>
        <pc:spChg chg="add mod">
          <ac:chgData name="Chittaranjan Hens" userId="6fc03958433e8a43" providerId="LiveId" clId="{AE445185-F013-4E27-B402-5F71FF9385C1}" dt="2023-01-03T15:09:39.122" v="573" actId="2711"/>
          <ac:spMkLst>
            <pc:docMk/>
            <pc:sldMk cId="599373940" sldId="279"/>
            <ac:spMk id="9" creationId="{3A39CED6-7DB2-838A-2947-454D19C9E5A3}"/>
          </ac:spMkLst>
        </pc:spChg>
        <pc:spChg chg="del">
          <ac:chgData name="Chittaranjan Hens" userId="6fc03958433e8a43" providerId="LiveId" clId="{AE445185-F013-4E27-B402-5F71FF9385C1}" dt="2023-01-03T15:02:51.536" v="502" actId="478"/>
          <ac:spMkLst>
            <pc:docMk/>
            <pc:sldMk cId="599373940" sldId="279"/>
            <ac:spMk id="10" creationId="{3451BD7C-1B54-6FF2-B76A-B7C7DD500A59}"/>
          </ac:spMkLst>
        </pc:spChg>
        <pc:spChg chg="del">
          <ac:chgData name="Chittaranjan Hens" userId="6fc03958433e8a43" providerId="LiveId" clId="{AE445185-F013-4E27-B402-5F71FF9385C1}" dt="2023-01-03T15:02:51.536" v="502" actId="478"/>
          <ac:spMkLst>
            <pc:docMk/>
            <pc:sldMk cId="599373940" sldId="279"/>
            <ac:spMk id="11" creationId="{DFAB6E7D-E103-3FB2-3529-E37ABE77EB96}"/>
          </ac:spMkLst>
        </pc:spChg>
        <pc:spChg chg="add mod">
          <ac:chgData name="Chittaranjan Hens" userId="6fc03958433e8a43" providerId="LiveId" clId="{AE445185-F013-4E27-B402-5F71FF9385C1}" dt="2023-01-03T15:19:37.245" v="615" actId="1076"/>
          <ac:spMkLst>
            <pc:docMk/>
            <pc:sldMk cId="599373940" sldId="279"/>
            <ac:spMk id="13" creationId="{91766EB3-0E88-9ABF-7CA7-DACC0830EA06}"/>
          </ac:spMkLst>
        </pc:spChg>
        <pc:spChg chg="add mod">
          <ac:chgData name="Chittaranjan Hens" userId="6fc03958433e8a43" providerId="LiveId" clId="{AE445185-F013-4E27-B402-5F71FF9385C1}" dt="2023-01-03T15:19:40.185" v="616" actId="1076"/>
          <ac:spMkLst>
            <pc:docMk/>
            <pc:sldMk cId="599373940" sldId="279"/>
            <ac:spMk id="14" creationId="{88EE8D2E-CC84-08B1-B703-771E9F057F89}"/>
          </ac:spMkLst>
        </pc:spChg>
        <pc:spChg chg="add mod">
          <ac:chgData name="Chittaranjan Hens" userId="6fc03958433e8a43" providerId="LiveId" clId="{AE445185-F013-4E27-B402-5F71FF9385C1}" dt="2023-01-03T15:19:34.765" v="614" actId="1076"/>
          <ac:spMkLst>
            <pc:docMk/>
            <pc:sldMk cId="599373940" sldId="279"/>
            <ac:spMk id="15" creationId="{6662CC16-132A-B859-ABC2-69D948387E09}"/>
          </ac:spMkLst>
        </pc:spChg>
        <pc:spChg chg="add del mod">
          <ac:chgData name="Chittaranjan Hens" userId="6fc03958433e8a43" providerId="LiveId" clId="{AE445185-F013-4E27-B402-5F71FF9385C1}" dt="2023-01-03T15:27:02.753" v="694" actId="478"/>
          <ac:spMkLst>
            <pc:docMk/>
            <pc:sldMk cId="599373940" sldId="279"/>
            <ac:spMk id="16" creationId="{8D1BD15F-0D6D-3813-D76E-EE78E538DF73}"/>
          </ac:spMkLst>
        </pc:spChg>
        <pc:spChg chg="add del mod">
          <ac:chgData name="Chittaranjan Hens" userId="6fc03958433e8a43" providerId="LiveId" clId="{AE445185-F013-4E27-B402-5F71FF9385C1}" dt="2023-01-03T15:27:02.753" v="694" actId="478"/>
          <ac:spMkLst>
            <pc:docMk/>
            <pc:sldMk cId="599373940" sldId="279"/>
            <ac:spMk id="19" creationId="{2598E781-EF4F-B56B-07C0-93E9065FB17F}"/>
          </ac:spMkLst>
        </pc:spChg>
        <pc:picChg chg="mod">
          <ac:chgData name="Chittaranjan Hens" userId="6fc03958433e8a43" providerId="LiveId" clId="{AE445185-F013-4E27-B402-5F71FF9385C1}" dt="2023-01-03T15:04:47.626" v="542" actId="1076"/>
          <ac:picMkLst>
            <pc:docMk/>
            <pc:sldMk cId="599373940" sldId="279"/>
            <ac:picMk id="4" creationId="{A77CDD2A-AFD3-0864-6D67-957A858D6745}"/>
          </ac:picMkLst>
        </pc:picChg>
        <pc:picChg chg="del">
          <ac:chgData name="Chittaranjan Hens" userId="6fc03958433e8a43" providerId="LiveId" clId="{AE445185-F013-4E27-B402-5F71FF9385C1}" dt="2023-01-03T15:02:51.536" v="502" actId="478"/>
          <ac:picMkLst>
            <pc:docMk/>
            <pc:sldMk cId="599373940" sldId="279"/>
            <ac:picMk id="5" creationId="{12665B23-A417-B4CA-5BC6-903B06269B0E}"/>
          </ac:picMkLst>
        </pc:picChg>
      </pc:sldChg>
      <pc:sldChg chg="addSp delSp add del mod">
        <pc:chgData name="Chittaranjan Hens" userId="6fc03958433e8a43" providerId="LiveId" clId="{AE445185-F013-4E27-B402-5F71FF9385C1}" dt="2023-01-03T15:02:24.987" v="498" actId="47"/>
        <pc:sldMkLst>
          <pc:docMk/>
          <pc:sldMk cId="1897974961" sldId="279"/>
        </pc:sldMkLst>
        <pc:spChg chg="add del">
          <ac:chgData name="Chittaranjan Hens" userId="6fc03958433e8a43" providerId="LiveId" clId="{AE445185-F013-4E27-B402-5F71FF9385C1}" dt="2023-01-03T15:02:12.351" v="497" actId="478"/>
          <ac:spMkLst>
            <pc:docMk/>
            <pc:sldMk cId="1897974961" sldId="279"/>
            <ac:spMk id="2" creationId="{1BB41B81-F349-E2F1-1D1D-52F0DFAD2D92}"/>
          </ac:spMkLst>
        </pc:spChg>
        <pc:spChg chg="add del">
          <ac:chgData name="Chittaranjan Hens" userId="6fc03958433e8a43" providerId="LiveId" clId="{AE445185-F013-4E27-B402-5F71FF9385C1}" dt="2023-01-03T15:02:12.351" v="497" actId="478"/>
          <ac:spMkLst>
            <pc:docMk/>
            <pc:sldMk cId="1897974961" sldId="279"/>
            <ac:spMk id="3" creationId="{CC9EC617-432E-504C-AA5D-0F29146F071D}"/>
          </ac:spMkLst>
        </pc:spChg>
        <pc:spChg chg="add del">
          <ac:chgData name="Chittaranjan Hens" userId="6fc03958433e8a43" providerId="LiveId" clId="{AE445185-F013-4E27-B402-5F71FF9385C1}" dt="2023-01-03T15:02:12.351" v="497" actId="478"/>
          <ac:spMkLst>
            <pc:docMk/>
            <pc:sldMk cId="1897974961" sldId="279"/>
            <ac:spMk id="6" creationId="{1873A2B1-51B7-544E-864C-CB3B010C5ED1}"/>
          </ac:spMkLst>
        </pc:spChg>
        <pc:spChg chg="add del">
          <ac:chgData name="Chittaranjan Hens" userId="6fc03958433e8a43" providerId="LiveId" clId="{AE445185-F013-4E27-B402-5F71FF9385C1}" dt="2023-01-03T15:02:12.351" v="497" actId="478"/>
          <ac:spMkLst>
            <pc:docMk/>
            <pc:sldMk cId="1897974961" sldId="279"/>
            <ac:spMk id="7" creationId="{4DDE2BAD-EE1C-E033-0A1E-C8C04BA16ECF}"/>
          </ac:spMkLst>
        </pc:spChg>
        <pc:spChg chg="add del">
          <ac:chgData name="Chittaranjan Hens" userId="6fc03958433e8a43" providerId="LiveId" clId="{AE445185-F013-4E27-B402-5F71FF9385C1}" dt="2023-01-03T15:02:12.351" v="497" actId="478"/>
          <ac:spMkLst>
            <pc:docMk/>
            <pc:sldMk cId="1897974961" sldId="279"/>
            <ac:spMk id="8" creationId="{B3031689-369D-8916-6267-CA57BCFD9A3D}"/>
          </ac:spMkLst>
        </pc:spChg>
        <pc:spChg chg="add del">
          <ac:chgData name="Chittaranjan Hens" userId="6fc03958433e8a43" providerId="LiveId" clId="{AE445185-F013-4E27-B402-5F71FF9385C1}" dt="2023-01-03T15:02:12.351" v="497" actId="478"/>
          <ac:spMkLst>
            <pc:docMk/>
            <pc:sldMk cId="1897974961" sldId="279"/>
            <ac:spMk id="9" creationId="{F4836751-FAB3-CC71-0429-0E7FF0967364}"/>
          </ac:spMkLst>
        </pc:spChg>
        <pc:spChg chg="add del">
          <ac:chgData name="Chittaranjan Hens" userId="6fc03958433e8a43" providerId="LiveId" clId="{AE445185-F013-4E27-B402-5F71FF9385C1}" dt="2023-01-03T15:02:12.351" v="497" actId="478"/>
          <ac:spMkLst>
            <pc:docMk/>
            <pc:sldMk cId="1897974961" sldId="279"/>
            <ac:spMk id="10" creationId="{3451BD7C-1B54-6FF2-B76A-B7C7DD500A59}"/>
          </ac:spMkLst>
        </pc:spChg>
        <pc:spChg chg="add del">
          <ac:chgData name="Chittaranjan Hens" userId="6fc03958433e8a43" providerId="LiveId" clId="{AE445185-F013-4E27-B402-5F71FF9385C1}" dt="2023-01-03T15:02:12.351" v="497" actId="478"/>
          <ac:spMkLst>
            <pc:docMk/>
            <pc:sldMk cId="1897974961" sldId="279"/>
            <ac:spMk id="11" creationId="{DFAB6E7D-E103-3FB2-3529-E37ABE77EB96}"/>
          </ac:spMkLst>
        </pc:spChg>
        <pc:spChg chg="add del">
          <ac:chgData name="Chittaranjan Hens" userId="6fc03958433e8a43" providerId="LiveId" clId="{AE445185-F013-4E27-B402-5F71FF9385C1}" dt="2023-01-03T15:02:12.351" v="497" actId="478"/>
          <ac:spMkLst>
            <pc:docMk/>
            <pc:sldMk cId="1897974961" sldId="279"/>
            <ac:spMk id="12" creationId="{F97BBD56-00FF-F8E0-EA61-B2CE20E326FB}"/>
          </ac:spMkLst>
        </pc:spChg>
        <pc:spChg chg="add del">
          <ac:chgData name="Chittaranjan Hens" userId="6fc03958433e8a43" providerId="LiveId" clId="{AE445185-F013-4E27-B402-5F71FF9385C1}" dt="2023-01-03T15:02:12.351" v="497" actId="478"/>
          <ac:spMkLst>
            <pc:docMk/>
            <pc:sldMk cId="1897974961" sldId="279"/>
            <ac:spMk id="13" creationId="{2DBF2367-129A-618D-C626-3CC27BC10894}"/>
          </ac:spMkLst>
        </pc:spChg>
        <pc:spChg chg="add del">
          <ac:chgData name="Chittaranjan Hens" userId="6fc03958433e8a43" providerId="LiveId" clId="{AE445185-F013-4E27-B402-5F71FF9385C1}" dt="2023-01-03T15:02:12.351" v="497" actId="478"/>
          <ac:spMkLst>
            <pc:docMk/>
            <pc:sldMk cId="1897974961" sldId="279"/>
            <ac:spMk id="14" creationId="{D9DDE725-6C80-2BC2-6596-60204E5D9760}"/>
          </ac:spMkLst>
        </pc:spChg>
        <pc:spChg chg="add del">
          <ac:chgData name="Chittaranjan Hens" userId="6fc03958433e8a43" providerId="LiveId" clId="{AE445185-F013-4E27-B402-5F71FF9385C1}" dt="2023-01-03T15:02:12.351" v="497" actId="478"/>
          <ac:spMkLst>
            <pc:docMk/>
            <pc:sldMk cId="1897974961" sldId="279"/>
            <ac:spMk id="15" creationId="{D523173F-DBE6-8A88-7892-8D5B099148AD}"/>
          </ac:spMkLst>
        </pc:spChg>
        <pc:spChg chg="add del">
          <ac:chgData name="Chittaranjan Hens" userId="6fc03958433e8a43" providerId="LiveId" clId="{AE445185-F013-4E27-B402-5F71FF9385C1}" dt="2023-01-03T15:02:12.351" v="497" actId="478"/>
          <ac:spMkLst>
            <pc:docMk/>
            <pc:sldMk cId="1897974961" sldId="279"/>
            <ac:spMk id="17" creationId="{F85CD333-F927-35AD-9B26-D704E9D39C34}"/>
          </ac:spMkLst>
        </pc:spChg>
        <pc:picChg chg="add del">
          <ac:chgData name="Chittaranjan Hens" userId="6fc03958433e8a43" providerId="LiveId" clId="{AE445185-F013-4E27-B402-5F71FF9385C1}" dt="2023-01-03T15:02:12.351" v="497" actId="478"/>
          <ac:picMkLst>
            <pc:docMk/>
            <pc:sldMk cId="1897974961" sldId="279"/>
            <ac:picMk id="4" creationId="{A77CDD2A-AFD3-0864-6D67-957A858D6745}"/>
          </ac:picMkLst>
        </pc:picChg>
        <pc:picChg chg="add del">
          <ac:chgData name="Chittaranjan Hens" userId="6fc03958433e8a43" providerId="LiveId" clId="{AE445185-F013-4E27-B402-5F71FF9385C1}" dt="2023-01-03T15:02:12.351" v="497" actId="478"/>
          <ac:picMkLst>
            <pc:docMk/>
            <pc:sldMk cId="1897974961" sldId="279"/>
            <ac:picMk id="5" creationId="{12665B23-A417-B4CA-5BC6-903B06269B0E}"/>
          </ac:picMkLst>
        </pc:picChg>
      </pc:sldChg>
      <pc:sldChg chg="addSp modSp add mod">
        <pc:chgData name="Chittaranjan Hens" userId="6fc03958433e8a43" providerId="LiveId" clId="{AE445185-F013-4E27-B402-5F71FF9385C1}" dt="2023-01-03T15:23:49.981" v="682" actId="1076"/>
        <pc:sldMkLst>
          <pc:docMk/>
          <pc:sldMk cId="663381156" sldId="280"/>
        </pc:sldMkLst>
        <pc:spChg chg="add mod">
          <ac:chgData name="Chittaranjan Hens" userId="6fc03958433e8a43" providerId="LiveId" clId="{AE445185-F013-4E27-B402-5F71FF9385C1}" dt="2023-01-03T15:23:49.981" v="682" actId="1076"/>
          <ac:spMkLst>
            <pc:docMk/>
            <pc:sldMk cId="663381156" sldId="280"/>
            <ac:spMk id="5" creationId="{970A6DA3-CD3A-362A-5264-DDD5DDD96283}"/>
          </ac:spMkLst>
        </pc:spChg>
        <pc:spChg chg="add mod">
          <ac:chgData name="Chittaranjan Hens" userId="6fc03958433e8a43" providerId="LiveId" clId="{AE445185-F013-4E27-B402-5F71FF9385C1}" dt="2023-01-03T15:23:44.437" v="681" actId="14100"/>
          <ac:spMkLst>
            <pc:docMk/>
            <pc:sldMk cId="663381156" sldId="280"/>
            <ac:spMk id="10" creationId="{58D09B02-3E56-1F86-86CD-C52C90DCC292}"/>
          </ac:spMkLst>
        </pc:spChg>
        <pc:picChg chg="mod">
          <ac:chgData name="Chittaranjan Hens" userId="6fc03958433e8a43" providerId="LiveId" clId="{AE445185-F013-4E27-B402-5F71FF9385C1}" dt="2023-01-03T15:23:37.327" v="680" actId="1076"/>
          <ac:picMkLst>
            <pc:docMk/>
            <pc:sldMk cId="663381156" sldId="280"/>
            <ac:picMk id="4" creationId="{A77CDD2A-AFD3-0864-6D67-957A858D6745}"/>
          </ac:picMkLst>
        </pc:picChg>
      </pc:sldChg>
      <pc:sldChg chg="add del">
        <pc:chgData name="Chittaranjan Hens" userId="6fc03958433e8a43" providerId="LiveId" clId="{AE445185-F013-4E27-B402-5F71FF9385C1}" dt="2023-01-03T15:22:06.651" v="646"/>
        <pc:sldMkLst>
          <pc:docMk/>
          <pc:sldMk cId="1042927799" sldId="281"/>
        </pc:sldMkLst>
      </pc:sldChg>
      <pc:sldChg chg="addSp delSp modSp add mod">
        <pc:chgData name="Chittaranjan Hens" userId="6fc03958433e8a43" providerId="LiveId" clId="{AE445185-F013-4E27-B402-5F71FF9385C1}" dt="2023-01-03T15:28:29.157" v="705" actId="1076"/>
        <pc:sldMkLst>
          <pc:docMk/>
          <pc:sldMk cId="2761927713" sldId="281"/>
        </pc:sldMkLst>
        <pc:picChg chg="add mod">
          <ac:chgData name="Chittaranjan Hens" userId="6fc03958433e8a43" providerId="LiveId" clId="{AE445185-F013-4E27-B402-5F71FF9385C1}" dt="2023-01-03T15:28:29.157" v="705" actId="1076"/>
          <ac:picMkLst>
            <pc:docMk/>
            <pc:sldMk cId="2761927713" sldId="281"/>
            <ac:picMk id="11" creationId="{A0C8710E-C896-E74D-9482-4C88BC473CBB}"/>
          </ac:picMkLst>
        </pc:picChg>
        <pc:picChg chg="add del mod">
          <ac:chgData name="Chittaranjan Hens" userId="6fc03958433e8a43" providerId="LiveId" clId="{AE445185-F013-4E27-B402-5F71FF9385C1}" dt="2023-01-03T15:28:27.197" v="704" actId="478"/>
          <ac:picMkLst>
            <pc:docMk/>
            <pc:sldMk cId="2761927713" sldId="281"/>
            <ac:picMk id="18" creationId="{B99A380F-5A51-F5A2-7D9D-456A21A7F5B9}"/>
          </ac:picMkLst>
        </pc:picChg>
      </pc:sldChg>
      <pc:sldChg chg="add del">
        <pc:chgData name="Chittaranjan Hens" userId="6fc03958433e8a43" providerId="LiveId" clId="{AE445185-F013-4E27-B402-5F71FF9385C1}" dt="2023-01-03T15:22:02.086" v="644"/>
        <pc:sldMkLst>
          <pc:docMk/>
          <pc:sldMk cId="3739169544" sldId="281"/>
        </pc:sldMkLst>
      </pc:sldChg>
      <pc:sldChg chg="addSp modSp add mod modAnim">
        <pc:chgData name="Chittaranjan Hens" userId="6fc03958433e8a43" providerId="LiveId" clId="{AE445185-F013-4E27-B402-5F71FF9385C1}" dt="2023-01-03T17:03:51.717" v="851"/>
        <pc:sldMkLst>
          <pc:docMk/>
          <pc:sldMk cId="1568558789" sldId="282"/>
        </pc:sldMkLst>
        <pc:spChg chg="add mod">
          <ac:chgData name="Chittaranjan Hens" userId="6fc03958433e8a43" providerId="LiveId" clId="{AE445185-F013-4E27-B402-5F71FF9385C1}" dt="2023-01-03T17:03:44.892" v="850" actId="207"/>
          <ac:spMkLst>
            <pc:docMk/>
            <pc:sldMk cId="1568558789" sldId="282"/>
            <ac:spMk id="8" creationId="{8FEFE027-CC44-EA6C-B79E-3DBB4E0247AF}"/>
          </ac:spMkLst>
        </pc:spChg>
        <pc:picChg chg="mod">
          <ac:chgData name="Chittaranjan Hens" userId="6fc03958433e8a43" providerId="LiveId" clId="{AE445185-F013-4E27-B402-5F71FF9385C1}" dt="2023-01-03T17:03:05.275" v="833" actId="1076"/>
          <ac:picMkLst>
            <pc:docMk/>
            <pc:sldMk cId="1568558789" sldId="282"/>
            <ac:picMk id="4" creationId="{A77CDD2A-AFD3-0864-6D67-957A858D6745}"/>
          </ac:picMkLst>
        </pc:picChg>
      </pc:sldChg>
      <pc:sldChg chg="addSp delSp modSp add mod">
        <pc:chgData name="Chittaranjan Hens" userId="6fc03958433e8a43" providerId="LiveId" clId="{AE445185-F013-4E27-B402-5F71FF9385C1}" dt="2023-01-03T15:29:37.159" v="744" actId="1076"/>
        <pc:sldMkLst>
          <pc:docMk/>
          <pc:sldMk cId="496438074" sldId="283"/>
        </pc:sldMkLst>
        <pc:spChg chg="add mod">
          <ac:chgData name="Chittaranjan Hens" userId="6fc03958433e8a43" providerId="LiveId" clId="{AE445185-F013-4E27-B402-5F71FF9385C1}" dt="2023-01-03T15:29:33.517" v="743" actId="14100"/>
          <ac:spMkLst>
            <pc:docMk/>
            <pc:sldMk cId="496438074" sldId="283"/>
            <ac:spMk id="5" creationId="{59E96C41-EC46-C7C1-F699-BCFE703524C6}"/>
          </ac:spMkLst>
        </pc:spChg>
        <pc:spChg chg="del">
          <ac:chgData name="Chittaranjan Hens" userId="6fc03958433e8a43" providerId="LiveId" clId="{AE445185-F013-4E27-B402-5F71FF9385C1}" dt="2023-01-03T15:28:55.309" v="709" actId="478"/>
          <ac:spMkLst>
            <pc:docMk/>
            <pc:sldMk cId="496438074" sldId="283"/>
            <ac:spMk id="24" creationId="{E306A1FA-A972-6880-8A1D-886D17FD3054}"/>
          </ac:spMkLst>
        </pc:spChg>
        <pc:picChg chg="add mod">
          <ac:chgData name="Chittaranjan Hens" userId="6fc03958433e8a43" providerId="LiveId" clId="{AE445185-F013-4E27-B402-5F71FF9385C1}" dt="2023-01-03T15:29:37.159" v="744" actId="1076"/>
          <ac:picMkLst>
            <pc:docMk/>
            <pc:sldMk cId="496438074" sldId="283"/>
            <ac:picMk id="3" creationId="{20F06090-7992-39DE-87F5-B8D29C484EC3}"/>
          </ac:picMkLst>
        </pc:picChg>
        <pc:picChg chg="del mod">
          <ac:chgData name="Chittaranjan Hens" userId="6fc03958433e8a43" providerId="LiveId" clId="{AE445185-F013-4E27-B402-5F71FF9385C1}" dt="2023-01-03T15:28:53.117" v="708" actId="478"/>
          <ac:picMkLst>
            <pc:docMk/>
            <pc:sldMk cId="496438074" sldId="283"/>
            <ac:picMk id="23" creationId="{58A8FC9A-94B9-BF69-48DB-4E451979AE26}"/>
          </ac:picMkLst>
        </pc:picChg>
      </pc:sldChg>
      <pc:sldChg chg="addSp delSp modSp add mod">
        <pc:chgData name="Chittaranjan Hens" userId="6fc03958433e8a43" providerId="LiveId" clId="{AE445185-F013-4E27-B402-5F71FF9385C1}" dt="2023-01-03T15:31:04.273" v="778" actId="20577"/>
        <pc:sldMkLst>
          <pc:docMk/>
          <pc:sldMk cId="2135909111" sldId="284"/>
        </pc:sldMkLst>
        <pc:spChg chg="add mod">
          <ac:chgData name="Chittaranjan Hens" userId="6fc03958433e8a43" providerId="LiveId" clId="{AE445185-F013-4E27-B402-5F71FF9385C1}" dt="2023-01-03T15:30:28.202" v="766" actId="14100"/>
          <ac:spMkLst>
            <pc:docMk/>
            <pc:sldMk cId="2135909111" sldId="284"/>
            <ac:spMk id="8" creationId="{695C6EDE-3FE6-B4E2-F45A-A96D4393CCBC}"/>
          </ac:spMkLst>
        </pc:spChg>
        <pc:spChg chg="add mod">
          <ac:chgData name="Chittaranjan Hens" userId="6fc03958433e8a43" providerId="LiveId" clId="{AE445185-F013-4E27-B402-5F71FF9385C1}" dt="2023-01-03T15:31:04.273" v="778" actId="20577"/>
          <ac:spMkLst>
            <pc:docMk/>
            <pc:sldMk cId="2135909111" sldId="284"/>
            <ac:spMk id="11" creationId="{E8C714B6-94E1-2239-55D0-ABCC6DD96927}"/>
          </ac:spMkLst>
        </pc:spChg>
        <pc:picChg chg="add mod">
          <ac:chgData name="Chittaranjan Hens" userId="6fc03958433e8a43" providerId="LiveId" clId="{AE445185-F013-4E27-B402-5F71FF9385C1}" dt="2023-01-03T15:30:06.350" v="747" actId="1076"/>
          <ac:picMkLst>
            <pc:docMk/>
            <pc:sldMk cId="2135909111" sldId="284"/>
            <ac:picMk id="6" creationId="{3A765D4B-517C-0880-A3DA-44CE4E4EFF61}"/>
          </ac:picMkLst>
        </pc:picChg>
        <pc:picChg chg="add del mod">
          <ac:chgData name="Chittaranjan Hens" userId="6fc03958433e8a43" providerId="LiveId" clId="{AE445185-F013-4E27-B402-5F71FF9385C1}" dt="2023-01-03T15:30:11.715" v="749"/>
          <ac:picMkLst>
            <pc:docMk/>
            <pc:sldMk cId="2135909111" sldId="284"/>
            <ac:picMk id="7" creationId="{D8A034BA-AECD-35D4-8CF7-8E517E962F64}"/>
          </ac:picMkLst>
        </pc:picChg>
        <pc:picChg chg="add mod">
          <ac:chgData name="Chittaranjan Hens" userId="6fc03958433e8a43" providerId="LiveId" clId="{AE445185-F013-4E27-B402-5F71FF9385C1}" dt="2023-01-03T15:30:55.375" v="769" actId="1076"/>
          <ac:picMkLst>
            <pc:docMk/>
            <pc:sldMk cId="2135909111" sldId="284"/>
            <ac:picMk id="10" creationId="{7F631E6A-B1B8-AF4D-23F2-00872D0F9AB8}"/>
          </ac:picMkLst>
        </pc:picChg>
      </pc:sldChg>
      <pc:sldChg chg="addSp delSp modSp add mod">
        <pc:chgData name="Chittaranjan Hens" userId="6fc03958433e8a43" providerId="LiveId" clId="{AE445185-F013-4E27-B402-5F71FF9385C1}" dt="2023-01-04T02:21:13.297" v="900" actId="478"/>
        <pc:sldMkLst>
          <pc:docMk/>
          <pc:sldMk cId="3002433760" sldId="295"/>
        </pc:sldMkLst>
        <pc:spChg chg="del">
          <ac:chgData name="Chittaranjan Hens" userId="6fc03958433e8a43" providerId="LiveId" clId="{AE445185-F013-4E27-B402-5F71FF9385C1}" dt="2023-01-03T17:07:37.507" v="857" actId="478"/>
          <ac:spMkLst>
            <pc:docMk/>
            <pc:sldMk cId="3002433760" sldId="295"/>
            <ac:spMk id="2" creationId="{05FFAEAB-A839-A84A-9EB5-1DB16313F77C}"/>
          </ac:spMkLst>
        </pc:spChg>
        <pc:spChg chg="mod">
          <ac:chgData name="Chittaranjan Hens" userId="6fc03958433e8a43" providerId="LiveId" clId="{AE445185-F013-4E27-B402-5F71FF9385C1}" dt="2023-01-04T02:21:12.714" v="899" actId="14100"/>
          <ac:spMkLst>
            <pc:docMk/>
            <pc:sldMk cId="3002433760" sldId="295"/>
            <ac:spMk id="3" creationId="{6EBD50F0-E300-DE43-83D4-11EAFAA4C9E9}"/>
          </ac:spMkLst>
        </pc:spChg>
        <pc:spChg chg="mod">
          <ac:chgData name="Chittaranjan Hens" userId="6fc03958433e8a43" providerId="LiveId" clId="{AE445185-F013-4E27-B402-5F71FF9385C1}" dt="2023-01-04T02:21:12.714" v="899" actId="14100"/>
          <ac:spMkLst>
            <pc:docMk/>
            <pc:sldMk cId="3002433760" sldId="295"/>
            <ac:spMk id="4" creationId="{D2EF90D0-5306-254B-8563-3757FED0BCEA}"/>
          </ac:spMkLst>
        </pc:spChg>
        <pc:spChg chg="mod">
          <ac:chgData name="Chittaranjan Hens" userId="6fc03958433e8a43" providerId="LiveId" clId="{AE445185-F013-4E27-B402-5F71FF9385C1}" dt="2023-01-04T02:21:12.714" v="899" actId="14100"/>
          <ac:spMkLst>
            <pc:docMk/>
            <pc:sldMk cId="3002433760" sldId="295"/>
            <ac:spMk id="5" creationId="{43367801-E8E1-284C-A048-47FB221A799E}"/>
          </ac:spMkLst>
        </pc:spChg>
        <pc:spChg chg="mod">
          <ac:chgData name="Chittaranjan Hens" userId="6fc03958433e8a43" providerId="LiveId" clId="{AE445185-F013-4E27-B402-5F71FF9385C1}" dt="2023-01-04T02:21:12.714" v="899" actId="14100"/>
          <ac:spMkLst>
            <pc:docMk/>
            <pc:sldMk cId="3002433760" sldId="295"/>
            <ac:spMk id="6" creationId="{F2897EDA-33A4-60B5-E7B4-6C38ED95E5FE}"/>
          </ac:spMkLst>
        </pc:spChg>
        <pc:spChg chg="mod">
          <ac:chgData name="Chittaranjan Hens" userId="6fc03958433e8a43" providerId="LiveId" clId="{AE445185-F013-4E27-B402-5F71FF9385C1}" dt="2023-01-04T02:21:12.714" v="899" actId="14100"/>
          <ac:spMkLst>
            <pc:docMk/>
            <pc:sldMk cId="3002433760" sldId="295"/>
            <ac:spMk id="7" creationId="{EA28D0C2-63AC-2B49-85F8-8A2269FDCFFD}"/>
          </ac:spMkLst>
        </pc:spChg>
        <pc:spChg chg="mod">
          <ac:chgData name="Chittaranjan Hens" userId="6fc03958433e8a43" providerId="LiveId" clId="{AE445185-F013-4E27-B402-5F71FF9385C1}" dt="2023-01-04T02:21:12.714" v="899" actId="14100"/>
          <ac:spMkLst>
            <pc:docMk/>
            <pc:sldMk cId="3002433760" sldId="295"/>
            <ac:spMk id="8" creationId="{06B4E6E3-9C83-7834-438B-D0DD27F24D1A}"/>
          </ac:spMkLst>
        </pc:spChg>
        <pc:spChg chg="mod">
          <ac:chgData name="Chittaranjan Hens" userId="6fc03958433e8a43" providerId="LiveId" clId="{AE445185-F013-4E27-B402-5F71FF9385C1}" dt="2023-01-04T02:21:12.714" v="899" actId="14100"/>
          <ac:spMkLst>
            <pc:docMk/>
            <pc:sldMk cId="3002433760" sldId="295"/>
            <ac:spMk id="10" creationId="{CCCCFC4C-FAED-59B2-AA6E-C7C9BAB87CCF}"/>
          </ac:spMkLst>
        </pc:spChg>
        <pc:spChg chg="mod">
          <ac:chgData name="Chittaranjan Hens" userId="6fc03958433e8a43" providerId="LiveId" clId="{AE445185-F013-4E27-B402-5F71FF9385C1}" dt="2023-01-04T02:21:12.714" v="899" actId="14100"/>
          <ac:spMkLst>
            <pc:docMk/>
            <pc:sldMk cId="3002433760" sldId="295"/>
            <ac:spMk id="11" creationId="{4DFD1CA4-7699-C6B0-E1C3-5A38A7C74B30}"/>
          </ac:spMkLst>
        </pc:spChg>
        <pc:spChg chg="add del mod">
          <ac:chgData name="Chittaranjan Hens" userId="6fc03958433e8a43" providerId="LiveId" clId="{AE445185-F013-4E27-B402-5F71FF9385C1}" dt="2023-01-04T02:21:13.297" v="900" actId="478"/>
          <ac:spMkLst>
            <pc:docMk/>
            <pc:sldMk cId="3002433760" sldId="295"/>
            <ac:spMk id="13" creationId="{EB726291-B002-8EEF-8C0C-DA8A7CB4452D}"/>
          </ac:spMkLst>
        </pc:spChg>
        <pc:picChg chg="add mod ord">
          <ac:chgData name="Chittaranjan Hens" userId="6fc03958433e8a43" providerId="LiveId" clId="{AE445185-F013-4E27-B402-5F71FF9385C1}" dt="2023-01-04T02:21:12.714" v="899" actId="14100"/>
          <ac:picMkLst>
            <pc:docMk/>
            <pc:sldMk cId="3002433760" sldId="295"/>
            <ac:picMk id="9" creationId="{6F35B338-96BF-2C84-71AA-EC72DCA0AFAE}"/>
          </ac:picMkLst>
        </pc:picChg>
      </pc:sldChg>
      <pc:sldChg chg="addSp delSp modSp add mod">
        <pc:chgData name="Chittaranjan Hens" userId="6fc03958433e8a43" providerId="LiveId" clId="{AE445185-F013-4E27-B402-5F71FF9385C1}" dt="2023-01-03T17:10:40.283" v="883"/>
        <pc:sldMkLst>
          <pc:docMk/>
          <pc:sldMk cId="1974607926" sldId="296"/>
        </pc:sldMkLst>
        <pc:spChg chg="mod">
          <ac:chgData name="Chittaranjan Hens" userId="6fc03958433e8a43" providerId="LiveId" clId="{AE445185-F013-4E27-B402-5F71FF9385C1}" dt="2023-01-03T17:08:57.035" v="875" actId="207"/>
          <ac:spMkLst>
            <pc:docMk/>
            <pc:sldMk cId="1974607926" sldId="296"/>
            <ac:spMk id="2" creationId="{24CEB429-6976-7140-88E0-7DA9445DD71E}"/>
          </ac:spMkLst>
        </pc:spChg>
        <pc:spChg chg="mod">
          <ac:chgData name="Chittaranjan Hens" userId="6fc03958433e8a43" providerId="LiveId" clId="{AE445185-F013-4E27-B402-5F71FF9385C1}" dt="2023-01-03T17:08:57.035" v="875" actId="207"/>
          <ac:spMkLst>
            <pc:docMk/>
            <pc:sldMk cId="1974607926" sldId="296"/>
            <ac:spMk id="3" creationId="{F875EC1E-22C7-984D-B567-16E4BBDCB180}"/>
          </ac:spMkLst>
        </pc:spChg>
        <pc:spChg chg="mod">
          <ac:chgData name="Chittaranjan Hens" userId="6fc03958433e8a43" providerId="LiveId" clId="{AE445185-F013-4E27-B402-5F71FF9385C1}" dt="2023-01-03T17:08:57.035" v="875" actId="207"/>
          <ac:spMkLst>
            <pc:docMk/>
            <pc:sldMk cId="1974607926" sldId="296"/>
            <ac:spMk id="4" creationId="{A67BA4E5-D011-6743-AA54-69A804BDB2A0}"/>
          </ac:spMkLst>
        </pc:spChg>
        <pc:spChg chg="mod">
          <ac:chgData name="Chittaranjan Hens" userId="6fc03958433e8a43" providerId="LiveId" clId="{AE445185-F013-4E27-B402-5F71FF9385C1}" dt="2023-01-03T17:08:57.035" v="875" actId="207"/>
          <ac:spMkLst>
            <pc:docMk/>
            <pc:sldMk cId="1974607926" sldId="296"/>
            <ac:spMk id="5" creationId="{2ECA01EE-D9DC-2543-A679-004B4BA7DBE6}"/>
          </ac:spMkLst>
        </pc:spChg>
        <pc:spChg chg="mod">
          <ac:chgData name="Chittaranjan Hens" userId="6fc03958433e8a43" providerId="LiveId" clId="{AE445185-F013-4E27-B402-5F71FF9385C1}" dt="2023-01-03T17:08:57.035" v="875" actId="207"/>
          <ac:spMkLst>
            <pc:docMk/>
            <pc:sldMk cId="1974607926" sldId="296"/>
            <ac:spMk id="6" creationId="{0B1D48C7-DA43-5B4C-9609-5A41A013DEB2}"/>
          </ac:spMkLst>
        </pc:spChg>
        <pc:spChg chg="mod">
          <ac:chgData name="Chittaranjan Hens" userId="6fc03958433e8a43" providerId="LiveId" clId="{AE445185-F013-4E27-B402-5F71FF9385C1}" dt="2023-01-03T17:08:57.035" v="875" actId="207"/>
          <ac:spMkLst>
            <pc:docMk/>
            <pc:sldMk cId="1974607926" sldId="296"/>
            <ac:spMk id="8" creationId="{0C9ABE95-B48E-104B-BF5A-52425B4E7DAB}"/>
          </ac:spMkLst>
        </pc:spChg>
        <pc:spChg chg="mod">
          <ac:chgData name="Chittaranjan Hens" userId="6fc03958433e8a43" providerId="LiveId" clId="{AE445185-F013-4E27-B402-5F71FF9385C1}" dt="2023-01-03T17:08:57.035" v="875" actId="207"/>
          <ac:spMkLst>
            <pc:docMk/>
            <pc:sldMk cId="1974607926" sldId="296"/>
            <ac:spMk id="9" creationId="{174C7535-71EF-EF40-AF18-8E5DA11977F4}"/>
          </ac:spMkLst>
        </pc:spChg>
        <pc:spChg chg="mod">
          <ac:chgData name="Chittaranjan Hens" userId="6fc03958433e8a43" providerId="LiveId" clId="{AE445185-F013-4E27-B402-5F71FF9385C1}" dt="2023-01-03T17:08:57.035" v="875" actId="207"/>
          <ac:spMkLst>
            <pc:docMk/>
            <pc:sldMk cId="1974607926" sldId="296"/>
            <ac:spMk id="10" creationId="{73C90291-AA7A-E34C-BE39-464303B8ACAA}"/>
          </ac:spMkLst>
        </pc:spChg>
        <pc:spChg chg="mod">
          <ac:chgData name="Chittaranjan Hens" userId="6fc03958433e8a43" providerId="LiveId" clId="{AE445185-F013-4E27-B402-5F71FF9385C1}" dt="2023-01-03T17:08:57.035" v="875" actId="207"/>
          <ac:spMkLst>
            <pc:docMk/>
            <pc:sldMk cId="1974607926" sldId="296"/>
            <ac:spMk id="11" creationId="{FC76AD9C-F8EB-5842-A032-AC3F0BEED5A3}"/>
          </ac:spMkLst>
        </pc:spChg>
        <pc:spChg chg="mod">
          <ac:chgData name="Chittaranjan Hens" userId="6fc03958433e8a43" providerId="LiveId" clId="{AE445185-F013-4E27-B402-5F71FF9385C1}" dt="2023-01-03T17:08:57.035" v="875" actId="207"/>
          <ac:spMkLst>
            <pc:docMk/>
            <pc:sldMk cId="1974607926" sldId="296"/>
            <ac:spMk id="12" creationId="{E307B64B-EB9F-B848-B9EC-2595EF80D647}"/>
          </ac:spMkLst>
        </pc:spChg>
        <pc:spChg chg="mod">
          <ac:chgData name="Chittaranjan Hens" userId="6fc03958433e8a43" providerId="LiveId" clId="{AE445185-F013-4E27-B402-5F71FF9385C1}" dt="2023-01-03T17:08:57.035" v="875" actId="207"/>
          <ac:spMkLst>
            <pc:docMk/>
            <pc:sldMk cId="1974607926" sldId="296"/>
            <ac:spMk id="13" creationId="{0D278518-B513-004A-A8BB-784F67E3AAFB}"/>
          </ac:spMkLst>
        </pc:spChg>
        <pc:spChg chg="mod">
          <ac:chgData name="Chittaranjan Hens" userId="6fc03958433e8a43" providerId="LiveId" clId="{AE445185-F013-4E27-B402-5F71FF9385C1}" dt="2023-01-03T17:08:57.035" v="875" actId="207"/>
          <ac:spMkLst>
            <pc:docMk/>
            <pc:sldMk cId="1974607926" sldId="296"/>
            <ac:spMk id="14" creationId="{7A9431D4-BFB7-F541-8306-4E1958207094}"/>
          </ac:spMkLst>
        </pc:spChg>
        <pc:spChg chg="mod">
          <ac:chgData name="Chittaranjan Hens" userId="6fc03958433e8a43" providerId="LiveId" clId="{AE445185-F013-4E27-B402-5F71FF9385C1}" dt="2023-01-03T17:08:57.035" v="875" actId="207"/>
          <ac:spMkLst>
            <pc:docMk/>
            <pc:sldMk cId="1974607926" sldId="296"/>
            <ac:spMk id="16" creationId="{CA0C16FD-F26D-1B46-A728-A971CEA3910E}"/>
          </ac:spMkLst>
        </pc:spChg>
        <pc:spChg chg="mod">
          <ac:chgData name="Chittaranjan Hens" userId="6fc03958433e8a43" providerId="LiveId" clId="{AE445185-F013-4E27-B402-5F71FF9385C1}" dt="2023-01-03T17:08:57.035" v="875" actId="207"/>
          <ac:spMkLst>
            <pc:docMk/>
            <pc:sldMk cId="1974607926" sldId="296"/>
            <ac:spMk id="17" creationId="{33213E2F-0BE4-144D-8888-2E78895E71D2}"/>
          </ac:spMkLst>
        </pc:spChg>
        <pc:spChg chg="mod">
          <ac:chgData name="Chittaranjan Hens" userId="6fc03958433e8a43" providerId="LiveId" clId="{AE445185-F013-4E27-B402-5F71FF9385C1}" dt="2023-01-03T17:08:57.035" v="875" actId="207"/>
          <ac:spMkLst>
            <pc:docMk/>
            <pc:sldMk cId="1974607926" sldId="296"/>
            <ac:spMk id="19" creationId="{716F87E8-3D05-4443-9F9B-6C29E1731C54}"/>
          </ac:spMkLst>
        </pc:spChg>
        <pc:spChg chg="mod">
          <ac:chgData name="Chittaranjan Hens" userId="6fc03958433e8a43" providerId="LiveId" clId="{AE445185-F013-4E27-B402-5F71FF9385C1}" dt="2023-01-03T17:08:57.035" v="875" actId="207"/>
          <ac:spMkLst>
            <pc:docMk/>
            <pc:sldMk cId="1974607926" sldId="296"/>
            <ac:spMk id="20" creationId="{1B6A3E3F-7596-A740-8B1F-E3E788A8303F}"/>
          </ac:spMkLst>
        </pc:spChg>
        <pc:spChg chg="mod">
          <ac:chgData name="Chittaranjan Hens" userId="6fc03958433e8a43" providerId="LiveId" clId="{AE445185-F013-4E27-B402-5F71FF9385C1}" dt="2023-01-03T17:08:57.035" v="875" actId="207"/>
          <ac:spMkLst>
            <pc:docMk/>
            <pc:sldMk cId="1974607926" sldId="296"/>
            <ac:spMk id="22" creationId="{99BC90B4-8A11-F743-A7FA-ADCAA82EDBC2}"/>
          </ac:spMkLst>
        </pc:spChg>
        <pc:spChg chg="mod">
          <ac:chgData name="Chittaranjan Hens" userId="6fc03958433e8a43" providerId="LiveId" clId="{AE445185-F013-4E27-B402-5F71FF9385C1}" dt="2023-01-03T17:08:57.035" v="875" actId="207"/>
          <ac:spMkLst>
            <pc:docMk/>
            <pc:sldMk cId="1974607926" sldId="296"/>
            <ac:spMk id="23" creationId="{1A247624-EE29-8745-B53F-3ECCB7CEAF6E}"/>
          </ac:spMkLst>
        </pc:spChg>
        <pc:spChg chg="mod">
          <ac:chgData name="Chittaranjan Hens" userId="6fc03958433e8a43" providerId="LiveId" clId="{AE445185-F013-4E27-B402-5F71FF9385C1}" dt="2023-01-03T17:08:57.035" v="875" actId="207"/>
          <ac:spMkLst>
            <pc:docMk/>
            <pc:sldMk cId="1974607926" sldId="296"/>
            <ac:spMk id="24" creationId="{39CDE5AA-C9D1-A840-99F7-28555C81D274}"/>
          </ac:spMkLst>
        </pc:spChg>
        <pc:spChg chg="mod">
          <ac:chgData name="Chittaranjan Hens" userId="6fc03958433e8a43" providerId="LiveId" clId="{AE445185-F013-4E27-B402-5F71FF9385C1}" dt="2023-01-03T17:08:57.035" v="875" actId="207"/>
          <ac:spMkLst>
            <pc:docMk/>
            <pc:sldMk cId="1974607926" sldId="296"/>
            <ac:spMk id="25" creationId="{CC374B7D-8AEA-784B-96BC-FD53E9E1AE59}"/>
          </ac:spMkLst>
        </pc:spChg>
        <pc:spChg chg="mod">
          <ac:chgData name="Chittaranjan Hens" userId="6fc03958433e8a43" providerId="LiveId" clId="{AE445185-F013-4E27-B402-5F71FF9385C1}" dt="2023-01-03T17:08:57.035" v="875" actId="207"/>
          <ac:spMkLst>
            <pc:docMk/>
            <pc:sldMk cId="1974607926" sldId="296"/>
            <ac:spMk id="26" creationId="{B9F24583-CD6D-0041-B1DB-115A3808AFBB}"/>
          </ac:spMkLst>
        </pc:spChg>
        <pc:spChg chg="mod">
          <ac:chgData name="Chittaranjan Hens" userId="6fc03958433e8a43" providerId="LiveId" clId="{AE445185-F013-4E27-B402-5F71FF9385C1}" dt="2023-01-03T17:08:57.035" v="875" actId="207"/>
          <ac:spMkLst>
            <pc:docMk/>
            <pc:sldMk cId="1974607926" sldId="296"/>
            <ac:spMk id="27" creationId="{C0CC0AFA-4C09-C34F-939E-7E4B9932C4DE}"/>
          </ac:spMkLst>
        </pc:spChg>
        <pc:spChg chg="mod">
          <ac:chgData name="Chittaranjan Hens" userId="6fc03958433e8a43" providerId="LiveId" clId="{AE445185-F013-4E27-B402-5F71FF9385C1}" dt="2023-01-03T17:08:57.035" v="875" actId="207"/>
          <ac:spMkLst>
            <pc:docMk/>
            <pc:sldMk cId="1974607926" sldId="296"/>
            <ac:spMk id="28" creationId="{B5850011-5DFF-5941-B1A5-0F1DA8C61880}"/>
          </ac:spMkLst>
        </pc:spChg>
        <pc:spChg chg="mod">
          <ac:chgData name="Chittaranjan Hens" userId="6fc03958433e8a43" providerId="LiveId" clId="{AE445185-F013-4E27-B402-5F71FF9385C1}" dt="2023-01-03T17:08:57.035" v="875" actId="207"/>
          <ac:spMkLst>
            <pc:docMk/>
            <pc:sldMk cId="1974607926" sldId="296"/>
            <ac:spMk id="29" creationId="{75BF04AD-C9A7-AC4F-8B38-8DD1C558C37E}"/>
          </ac:spMkLst>
        </pc:spChg>
        <pc:spChg chg="mod">
          <ac:chgData name="Chittaranjan Hens" userId="6fc03958433e8a43" providerId="LiveId" clId="{AE445185-F013-4E27-B402-5F71FF9385C1}" dt="2023-01-03T17:08:57.035" v="875" actId="207"/>
          <ac:spMkLst>
            <pc:docMk/>
            <pc:sldMk cId="1974607926" sldId="296"/>
            <ac:spMk id="30" creationId="{DABBFEA3-43B1-3D48-8B82-50C15C60256C}"/>
          </ac:spMkLst>
        </pc:spChg>
        <pc:spChg chg="mod">
          <ac:chgData name="Chittaranjan Hens" userId="6fc03958433e8a43" providerId="LiveId" clId="{AE445185-F013-4E27-B402-5F71FF9385C1}" dt="2023-01-03T17:08:57.035" v="875" actId="207"/>
          <ac:spMkLst>
            <pc:docMk/>
            <pc:sldMk cId="1974607926" sldId="296"/>
            <ac:spMk id="56" creationId="{B3128DCC-196A-0546-8BB5-1BABDB11C500}"/>
          </ac:spMkLst>
        </pc:spChg>
        <pc:spChg chg="mod">
          <ac:chgData name="Chittaranjan Hens" userId="6fc03958433e8a43" providerId="LiveId" clId="{AE445185-F013-4E27-B402-5F71FF9385C1}" dt="2023-01-03T17:08:57.035" v="875" actId="207"/>
          <ac:spMkLst>
            <pc:docMk/>
            <pc:sldMk cId="1974607926" sldId="296"/>
            <ac:spMk id="57" creationId="{694313D9-35A8-8141-B8C7-668949D6A3A2}"/>
          </ac:spMkLst>
        </pc:spChg>
        <pc:spChg chg="mod">
          <ac:chgData name="Chittaranjan Hens" userId="6fc03958433e8a43" providerId="LiveId" clId="{AE445185-F013-4E27-B402-5F71FF9385C1}" dt="2023-01-03T17:08:57.035" v="875" actId="207"/>
          <ac:spMkLst>
            <pc:docMk/>
            <pc:sldMk cId="1974607926" sldId="296"/>
            <ac:spMk id="58" creationId="{E7C3A329-FB90-8B45-9615-2D471CA11855}"/>
          </ac:spMkLst>
        </pc:spChg>
        <pc:spChg chg="mod">
          <ac:chgData name="Chittaranjan Hens" userId="6fc03958433e8a43" providerId="LiveId" clId="{AE445185-F013-4E27-B402-5F71FF9385C1}" dt="2023-01-03T17:08:57.035" v="875" actId="207"/>
          <ac:spMkLst>
            <pc:docMk/>
            <pc:sldMk cId="1974607926" sldId="296"/>
            <ac:spMk id="60" creationId="{8EDE702A-ADEF-B84A-9F1A-95E869B2DDBC}"/>
          </ac:spMkLst>
        </pc:spChg>
        <pc:spChg chg="mod">
          <ac:chgData name="Chittaranjan Hens" userId="6fc03958433e8a43" providerId="LiveId" clId="{AE445185-F013-4E27-B402-5F71FF9385C1}" dt="2023-01-03T17:08:57.035" v="875" actId="207"/>
          <ac:spMkLst>
            <pc:docMk/>
            <pc:sldMk cId="1974607926" sldId="296"/>
            <ac:spMk id="61" creationId="{07A9DDCD-8577-594B-82ED-16DF385C2E3B}"/>
          </ac:spMkLst>
        </pc:spChg>
        <pc:spChg chg="mod">
          <ac:chgData name="Chittaranjan Hens" userId="6fc03958433e8a43" providerId="LiveId" clId="{AE445185-F013-4E27-B402-5F71FF9385C1}" dt="2023-01-03T17:08:57.035" v="875" actId="207"/>
          <ac:spMkLst>
            <pc:docMk/>
            <pc:sldMk cId="1974607926" sldId="296"/>
            <ac:spMk id="62" creationId="{427B16DB-7EE6-6245-89E7-24370C4E6D3C}"/>
          </ac:spMkLst>
        </pc:spChg>
        <pc:spChg chg="mod">
          <ac:chgData name="Chittaranjan Hens" userId="6fc03958433e8a43" providerId="LiveId" clId="{AE445185-F013-4E27-B402-5F71FF9385C1}" dt="2023-01-03T17:08:57.035" v="875" actId="207"/>
          <ac:spMkLst>
            <pc:docMk/>
            <pc:sldMk cId="1974607926" sldId="296"/>
            <ac:spMk id="64" creationId="{F98949CC-8437-A245-8F06-FD8FC3081FE4}"/>
          </ac:spMkLst>
        </pc:spChg>
        <pc:spChg chg="mod">
          <ac:chgData name="Chittaranjan Hens" userId="6fc03958433e8a43" providerId="LiveId" clId="{AE445185-F013-4E27-B402-5F71FF9385C1}" dt="2023-01-03T17:08:57.035" v="875" actId="207"/>
          <ac:spMkLst>
            <pc:docMk/>
            <pc:sldMk cId="1974607926" sldId="296"/>
            <ac:spMk id="65" creationId="{B13F3E21-C27B-E64E-B8DB-D6C5E86066B7}"/>
          </ac:spMkLst>
        </pc:spChg>
        <pc:spChg chg="mod">
          <ac:chgData name="Chittaranjan Hens" userId="6fc03958433e8a43" providerId="LiveId" clId="{AE445185-F013-4E27-B402-5F71FF9385C1}" dt="2023-01-03T17:08:57.035" v="875" actId="207"/>
          <ac:spMkLst>
            <pc:docMk/>
            <pc:sldMk cId="1974607926" sldId="296"/>
            <ac:spMk id="66" creationId="{2EFA7DD4-D3E8-B449-AC90-5B78C577E12D}"/>
          </ac:spMkLst>
        </pc:spChg>
        <pc:spChg chg="mod">
          <ac:chgData name="Chittaranjan Hens" userId="6fc03958433e8a43" providerId="LiveId" clId="{AE445185-F013-4E27-B402-5F71FF9385C1}" dt="2023-01-03T17:08:57.035" v="875" actId="207"/>
          <ac:spMkLst>
            <pc:docMk/>
            <pc:sldMk cId="1974607926" sldId="296"/>
            <ac:spMk id="68" creationId="{BF9A28E6-6087-014C-A0B1-1965F95D2E32}"/>
          </ac:spMkLst>
        </pc:spChg>
        <pc:spChg chg="mod">
          <ac:chgData name="Chittaranjan Hens" userId="6fc03958433e8a43" providerId="LiveId" clId="{AE445185-F013-4E27-B402-5F71FF9385C1}" dt="2023-01-03T17:08:57.035" v="875" actId="207"/>
          <ac:spMkLst>
            <pc:docMk/>
            <pc:sldMk cId="1974607926" sldId="296"/>
            <ac:spMk id="69" creationId="{971FB6A9-CE2D-9242-9FDE-B50D595E1A0F}"/>
          </ac:spMkLst>
        </pc:spChg>
        <pc:spChg chg="mod">
          <ac:chgData name="Chittaranjan Hens" userId="6fc03958433e8a43" providerId="LiveId" clId="{AE445185-F013-4E27-B402-5F71FF9385C1}" dt="2023-01-03T17:08:57.035" v="875" actId="207"/>
          <ac:spMkLst>
            <pc:docMk/>
            <pc:sldMk cId="1974607926" sldId="296"/>
            <ac:spMk id="70" creationId="{DC6A7B89-0BE5-1F41-A8BE-AE037FDC0828}"/>
          </ac:spMkLst>
        </pc:spChg>
        <pc:spChg chg="mod">
          <ac:chgData name="Chittaranjan Hens" userId="6fc03958433e8a43" providerId="LiveId" clId="{AE445185-F013-4E27-B402-5F71FF9385C1}" dt="2023-01-03T17:08:57.035" v="875" actId="207"/>
          <ac:spMkLst>
            <pc:docMk/>
            <pc:sldMk cId="1974607926" sldId="296"/>
            <ac:spMk id="71" creationId="{1AFDF438-7AB7-5049-9AC2-104AF2CADA8F}"/>
          </ac:spMkLst>
        </pc:spChg>
        <pc:spChg chg="mod">
          <ac:chgData name="Chittaranjan Hens" userId="6fc03958433e8a43" providerId="LiveId" clId="{AE445185-F013-4E27-B402-5F71FF9385C1}" dt="2023-01-03T17:08:57.035" v="875" actId="207"/>
          <ac:spMkLst>
            <pc:docMk/>
            <pc:sldMk cId="1974607926" sldId="296"/>
            <ac:spMk id="72" creationId="{C4838871-6A68-864C-A99F-F45562B31864}"/>
          </ac:spMkLst>
        </pc:spChg>
        <pc:spChg chg="mod">
          <ac:chgData name="Chittaranjan Hens" userId="6fc03958433e8a43" providerId="LiveId" clId="{AE445185-F013-4E27-B402-5F71FF9385C1}" dt="2023-01-03T17:08:57.035" v="875" actId="207"/>
          <ac:spMkLst>
            <pc:docMk/>
            <pc:sldMk cId="1974607926" sldId="296"/>
            <ac:spMk id="73" creationId="{514642C0-B07D-D340-9B7D-7523414A66A5}"/>
          </ac:spMkLst>
        </pc:spChg>
        <pc:spChg chg="mod">
          <ac:chgData name="Chittaranjan Hens" userId="6fc03958433e8a43" providerId="LiveId" clId="{AE445185-F013-4E27-B402-5F71FF9385C1}" dt="2023-01-03T17:08:57.035" v="875" actId="207"/>
          <ac:spMkLst>
            <pc:docMk/>
            <pc:sldMk cId="1974607926" sldId="296"/>
            <ac:spMk id="74" creationId="{7D318F6D-7413-FB46-BC2E-476A9E00DD2D}"/>
          </ac:spMkLst>
        </pc:spChg>
        <pc:spChg chg="mod">
          <ac:chgData name="Chittaranjan Hens" userId="6fc03958433e8a43" providerId="LiveId" clId="{AE445185-F013-4E27-B402-5F71FF9385C1}" dt="2023-01-03T17:08:57.035" v="875" actId="207"/>
          <ac:spMkLst>
            <pc:docMk/>
            <pc:sldMk cId="1974607926" sldId="296"/>
            <ac:spMk id="75" creationId="{51B4FD04-E321-8F48-8B16-6EA671C5939E}"/>
          </ac:spMkLst>
        </pc:spChg>
        <pc:spChg chg="mod">
          <ac:chgData name="Chittaranjan Hens" userId="6fc03958433e8a43" providerId="LiveId" clId="{AE445185-F013-4E27-B402-5F71FF9385C1}" dt="2023-01-03T17:08:57.035" v="875" actId="207"/>
          <ac:spMkLst>
            <pc:docMk/>
            <pc:sldMk cId="1974607926" sldId="296"/>
            <ac:spMk id="76" creationId="{5A14C113-127E-D54B-85A4-E0190ECC894F}"/>
          </ac:spMkLst>
        </pc:spChg>
        <pc:spChg chg="mod">
          <ac:chgData name="Chittaranjan Hens" userId="6fc03958433e8a43" providerId="LiveId" clId="{AE445185-F013-4E27-B402-5F71FF9385C1}" dt="2023-01-03T17:08:57.035" v="875" actId="207"/>
          <ac:spMkLst>
            <pc:docMk/>
            <pc:sldMk cId="1974607926" sldId="296"/>
            <ac:spMk id="77" creationId="{EFD58DE0-3C8E-0242-959E-464F4F7F817A}"/>
          </ac:spMkLst>
        </pc:spChg>
        <pc:spChg chg="mod">
          <ac:chgData name="Chittaranjan Hens" userId="6fc03958433e8a43" providerId="LiveId" clId="{AE445185-F013-4E27-B402-5F71FF9385C1}" dt="2023-01-03T17:08:57.035" v="875" actId="207"/>
          <ac:spMkLst>
            <pc:docMk/>
            <pc:sldMk cId="1974607926" sldId="296"/>
            <ac:spMk id="78" creationId="{DE76A025-69DC-A946-82CA-98CF74F0FAFE}"/>
          </ac:spMkLst>
        </pc:spChg>
        <pc:grpChg chg="mod">
          <ac:chgData name="Chittaranjan Hens" userId="6fc03958433e8a43" providerId="LiveId" clId="{AE445185-F013-4E27-B402-5F71FF9385C1}" dt="2023-01-03T17:08:57.035" v="875" actId="207"/>
          <ac:grpSpMkLst>
            <pc:docMk/>
            <pc:sldMk cId="1974607926" sldId="296"/>
            <ac:grpSpMk id="7" creationId="{FD2C76AD-26F5-8346-9191-BAC0A2D6336E}"/>
          </ac:grpSpMkLst>
        </pc:grpChg>
        <pc:grpChg chg="mod">
          <ac:chgData name="Chittaranjan Hens" userId="6fc03958433e8a43" providerId="LiveId" clId="{AE445185-F013-4E27-B402-5F71FF9385C1}" dt="2023-01-03T17:08:57.035" v="875" actId="207"/>
          <ac:grpSpMkLst>
            <pc:docMk/>
            <pc:sldMk cId="1974607926" sldId="296"/>
            <ac:grpSpMk id="15" creationId="{DBD98FD9-6577-3046-A027-999E003FCA55}"/>
          </ac:grpSpMkLst>
        </pc:grpChg>
        <pc:grpChg chg="mod">
          <ac:chgData name="Chittaranjan Hens" userId="6fc03958433e8a43" providerId="LiveId" clId="{AE445185-F013-4E27-B402-5F71FF9385C1}" dt="2023-01-03T17:08:57.035" v="875" actId="207"/>
          <ac:grpSpMkLst>
            <pc:docMk/>
            <pc:sldMk cId="1974607926" sldId="296"/>
            <ac:grpSpMk id="18" creationId="{95588A9C-2A37-7349-9818-8004673BFB83}"/>
          </ac:grpSpMkLst>
        </pc:grpChg>
        <pc:grpChg chg="mod">
          <ac:chgData name="Chittaranjan Hens" userId="6fc03958433e8a43" providerId="LiveId" clId="{AE445185-F013-4E27-B402-5F71FF9385C1}" dt="2023-01-03T17:08:57.035" v="875" actId="207"/>
          <ac:grpSpMkLst>
            <pc:docMk/>
            <pc:sldMk cId="1974607926" sldId="296"/>
            <ac:grpSpMk id="21" creationId="{5F745DD5-2503-3549-A464-FBC856A3FF5B}"/>
          </ac:grpSpMkLst>
        </pc:grpChg>
        <pc:grpChg chg="mod">
          <ac:chgData name="Chittaranjan Hens" userId="6fc03958433e8a43" providerId="LiveId" clId="{AE445185-F013-4E27-B402-5F71FF9385C1}" dt="2023-01-03T17:08:57.035" v="875" actId="207"/>
          <ac:grpSpMkLst>
            <pc:docMk/>
            <pc:sldMk cId="1974607926" sldId="296"/>
            <ac:grpSpMk id="31" creationId="{73951279-C622-EDD9-8D61-79B8BAB4B618}"/>
          </ac:grpSpMkLst>
        </pc:grpChg>
        <pc:grpChg chg="mod">
          <ac:chgData name="Chittaranjan Hens" userId="6fc03958433e8a43" providerId="LiveId" clId="{AE445185-F013-4E27-B402-5F71FF9385C1}" dt="2023-01-03T17:08:57.035" v="875" actId="207"/>
          <ac:grpSpMkLst>
            <pc:docMk/>
            <pc:sldMk cId="1974607926" sldId="296"/>
            <ac:grpSpMk id="34" creationId="{992C66F9-BBE9-0148-9576-0AE27BB40466}"/>
          </ac:grpSpMkLst>
        </pc:grpChg>
        <pc:grpChg chg="mod">
          <ac:chgData name="Chittaranjan Hens" userId="6fc03958433e8a43" providerId="LiveId" clId="{AE445185-F013-4E27-B402-5F71FF9385C1}" dt="2023-01-03T17:08:57.035" v="875" actId="207"/>
          <ac:grpSpMkLst>
            <pc:docMk/>
            <pc:sldMk cId="1974607926" sldId="296"/>
            <ac:grpSpMk id="35" creationId="{A7E4C253-117E-3D4B-9C26-6DDE1AFED12C}"/>
          </ac:grpSpMkLst>
        </pc:grpChg>
        <pc:grpChg chg="mod">
          <ac:chgData name="Chittaranjan Hens" userId="6fc03958433e8a43" providerId="LiveId" clId="{AE445185-F013-4E27-B402-5F71FF9385C1}" dt="2023-01-03T17:08:57.035" v="875" actId="207"/>
          <ac:grpSpMkLst>
            <pc:docMk/>
            <pc:sldMk cId="1974607926" sldId="296"/>
            <ac:grpSpMk id="36" creationId="{5311016C-CD2D-3D43-8FAF-0AAF6C20EF13}"/>
          </ac:grpSpMkLst>
        </pc:grpChg>
        <pc:grpChg chg="mod">
          <ac:chgData name="Chittaranjan Hens" userId="6fc03958433e8a43" providerId="LiveId" clId="{AE445185-F013-4E27-B402-5F71FF9385C1}" dt="2023-01-03T17:08:57.035" v="875" actId="207"/>
          <ac:grpSpMkLst>
            <pc:docMk/>
            <pc:sldMk cId="1974607926" sldId="296"/>
            <ac:grpSpMk id="59" creationId="{3B71B6F0-B8BC-8845-B69F-11612D706957}"/>
          </ac:grpSpMkLst>
        </pc:grpChg>
        <pc:grpChg chg="mod">
          <ac:chgData name="Chittaranjan Hens" userId="6fc03958433e8a43" providerId="LiveId" clId="{AE445185-F013-4E27-B402-5F71FF9385C1}" dt="2023-01-03T17:08:57.035" v="875" actId="207"/>
          <ac:grpSpMkLst>
            <pc:docMk/>
            <pc:sldMk cId="1974607926" sldId="296"/>
            <ac:grpSpMk id="63" creationId="{EDFFC013-6CEF-6448-AEFA-722D5BF79746}"/>
          </ac:grpSpMkLst>
        </pc:grpChg>
        <pc:grpChg chg="mod">
          <ac:chgData name="Chittaranjan Hens" userId="6fc03958433e8a43" providerId="LiveId" clId="{AE445185-F013-4E27-B402-5F71FF9385C1}" dt="2023-01-03T17:08:57.035" v="875" actId="207"/>
          <ac:grpSpMkLst>
            <pc:docMk/>
            <pc:sldMk cId="1974607926" sldId="296"/>
            <ac:grpSpMk id="67" creationId="{12E33A64-BA4C-AB4F-866D-6EEDFF168A13}"/>
          </ac:grpSpMkLst>
        </pc:grpChg>
        <pc:grpChg chg="mod">
          <ac:chgData name="Chittaranjan Hens" userId="6fc03958433e8a43" providerId="LiveId" clId="{AE445185-F013-4E27-B402-5F71FF9385C1}" dt="2023-01-03T17:08:57.035" v="875" actId="207"/>
          <ac:grpSpMkLst>
            <pc:docMk/>
            <pc:sldMk cId="1974607926" sldId="296"/>
            <ac:grpSpMk id="94" creationId="{278516B5-BA9B-8449-BCBD-456A9F4A7C44}"/>
          </ac:grpSpMkLst>
        </pc:grpChg>
        <pc:grpChg chg="mod">
          <ac:chgData name="Chittaranjan Hens" userId="6fc03958433e8a43" providerId="LiveId" clId="{AE445185-F013-4E27-B402-5F71FF9385C1}" dt="2023-01-03T17:08:57.035" v="875" actId="207"/>
          <ac:grpSpMkLst>
            <pc:docMk/>
            <pc:sldMk cId="1974607926" sldId="296"/>
            <ac:grpSpMk id="111" creationId="{3554097E-D9E3-6842-85BA-1D5C836FD2CB}"/>
          </ac:grpSpMkLst>
        </pc:grpChg>
        <pc:picChg chg="add del mod ord">
          <ac:chgData name="Chittaranjan Hens" userId="6fc03958433e8a43" providerId="LiveId" clId="{AE445185-F013-4E27-B402-5F71FF9385C1}" dt="2023-01-03T17:08:22.500" v="869"/>
          <ac:picMkLst>
            <pc:docMk/>
            <pc:sldMk cId="1974607926" sldId="296"/>
            <ac:picMk id="32" creationId="{5449D988-6874-A58E-32BE-413B5139F11E}"/>
          </ac:picMkLst>
        </pc:picChg>
        <pc:picChg chg="add del mod ord">
          <ac:chgData name="Chittaranjan Hens" userId="6fc03958433e8a43" providerId="LiveId" clId="{AE445185-F013-4E27-B402-5F71FF9385C1}" dt="2023-01-03T17:09:55.665" v="879"/>
          <ac:picMkLst>
            <pc:docMk/>
            <pc:sldMk cId="1974607926" sldId="296"/>
            <ac:picMk id="33" creationId="{A9A4D5E0-C3C5-BCFA-03C4-9056BC64874D}"/>
          </ac:picMkLst>
        </pc:picChg>
        <pc:picChg chg="add del mod">
          <ac:chgData name="Chittaranjan Hens" userId="6fc03958433e8a43" providerId="LiveId" clId="{AE445185-F013-4E27-B402-5F71FF9385C1}" dt="2023-01-03T17:09:55.248" v="878"/>
          <ac:picMkLst>
            <pc:docMk/>
            <pc:sldMk cId="1974607926" sldId="296"/>
            <ac:picMk id="37" creationId="{99072AA8-3EEA-12DF-2155-2CC9296B66D0}"/>
          </ac:picMkLst>
        </pc:picChg>
        <pc:picChg chg="add mod ord">
          <ac:chgData name="Chittaranjan Hens" userId="6fc03958433e8a43" providerId="LiveId" clId="{AE445185-F013-4E27-B402-5F71FF9385C1}" dt="2023-01-03T17:10:40.283" v="883"/>
          <ac:picMkLst>
            <pc:docMk/>
            <pc:sldMk cId="1974607926" sldId="296"/>
            <ac:picMk id="38" creationId="{5B2E1C47-079A-C3DF-081E-D065C1DB2C42}"/>
          </ac:picMkLst>
        </pc:picChg>
      </pc:sldChg>
      <pc:sldChg chg="addSp modSp add mod">
        <pc:chgData name="Chittaranjan Hens" userId="6fc03958433e8a43" providerId="LiveId" clId="{AE445185-F013-4E27-B402-5F71FF9385C1}" dt="2023-01-03T17:10:50.504" v="885" actId="167"/>
        <pc:sldMkLst>
          <pc:docMk/>
          <pc:sldMk cId="1419003722" sldId="297"/>
        </pc:sldMkLst>
        <pc:picChg chg="add mod ord">
          <ac:chgData name="Chittaranjan Hens" userId="6fc03958433e8a43" providerId="LiveId" clId="{AE445185-F013-4E27-B402-5F71FF9385C1}" dt="2023-01-03T17:10:50.504" v="885" actId="167"/>
          <ac:picMkLst>
            <pc:docMk/>
            <pc:sldMk cId="1419003722" sldId="297"/>
            <ac:picMk id="52" creationId="{E62C25B2-98D9-DA62-9144-4F576F93659A}"/>
          </ac:picMkLst>
        </pc:picChg>
      </pc:sldChg>
      <pc:sldChg chg="addSp modSp add mod">
        <pc:chgData name="Chittaranjan Hens" userId="6fc03958433e8a43" providerId="LiveId" clId="{AE445185-F013-4E27-B402-5F71FF9385C1}" dt="2023-01-03T17:10:57.910" v="887" actId="167"/>
        <pc:sldMkLst>
          <pc:docMk/>
          <pc:sldMk cId="478051190" sldId="298"/>
        </pc:sldMkLst>
        <pc:picChg chg="add mod ord">
          <ac:chgData name="Chittaranjan Hens" userId="6fc03958433e8a43" providerId="LiveId" clId="{AE445185-F013-4E27-B402-5F71FF9385C1}" dt="2023-01-03T17:10:57.910" v="887" actId="167"/>
          <ac:picMkLst>
            <pc:docMk/>
            <pc:sldMk cId="478051190" sldId="298"/>
            <ac:picMk id="7" creationId="{D49521C3-CCA9-6852-5B0F-C1B21A61DD83}"/>
          </ac:picMkLst>
        </pc:picChg>
      </pc:sldChg>
      <pc:sldChg chg="addSp modSp add mod">
        <pc:chgData name="Chittaranjan Hens" userId="6fc03958433e8a43" providerId="LiveId" clId="{AE445185-F013-4E27-B402-5F71FF9385C1}" dt="2023-01-03T17:11:09.167" v="891" actId="167"/>
        <pc:sldMkLst>
          <pc:docMk/>
          <pc:sldMk cId="121351726" sldId="299"/>
        </pc:sldMkLst>
        <pc:picChg chg="add mod ord">
          <ac:chgData name="Chittaranjan Hens" userId="6fc03958433e8a43" providerId="LiveId" clId="{AE445185-F013-4E27-B402-5F71FF9385C1}" dt="2023-01-03T17:11:09.167" v="891" actId="167"/>
          <ac:picMkLst>
            <pc:docMk/>
            <pc:sldMk cId="121351726" sldId="299"/>
            <ac:picMk id="5" creationId="{189CFBC0-1007-82E6-E7E4-9F911A4B50C1}"/>
          </ac:picMkLst>
        </pc:picChg>
      </pc:sldChg>
      <pc:sldChg chg="addSp modSp add mod">
        <pc:chgData name="Chittaranjan Hens" userId="6fc03958433e8a43" providerId="LiveId" clId="{AE445185-F013-4E27-B402-5F71FF9385C1}" dt="2023-01-03T17:11:14.748" v="893" actId="167"/>
        <pc:sldMkLst>
          <pc:docMk/>
          <pc:sldMk cId="4121662994" sldId="327"/>
        </pc:sldMkLst>
        <pc:picChg chg="add mod ord">
          <ac:chgData name="Chittaranjan Hens" userId="6fc03958433e8a43" providerId="LiveId" clId="{AE445185-F013-4E27-B402-5F71FF9385C1}" dt="2023-01-03T17:11:14.748" v="893" actId="167"/>
          <ac:picMkLst>
            <pc:docMk/>
            <pc:sldMk cId="4121662994" sldId="327"/>
            <ac:picMk id="7" creationId="{242B0C1B-3A8A-4530-250A-BE7DA9940090}"/>
          </ac:picMkLst>
        </pc:picChg>
      </pc:sldChg>
      <pc:sldChg chg="addSp modSp add mod">
        <pc:chgData name="Chittaranjan Hens" userId="6fc03958433e8a43" providerId="LiveId" clId="{AE445185-F013-4E27-B402-5F71FF9385C1}" dt="2023-01-03T17:11:03.211" v="889" actId="167"/>
        <pc:sldMkLst>
          <pc:docMk/>
          <pc:sldMk cId="88886105" sldId="330"/>
        </pc:sldMkLst>
        <pc:picChg chg="add mod ord">
          <ac:chgData name="Chittaranjan Hens" userId="6fc03958433e8a43" providerId="LiveId" clId="{AE445185-F013-4E27-B402-5F71FF9385C1}" dt="2023-01-03T17:11:03.211" v="889" actId="167"/>
          <ac:picMkLst>
            <pc:docMk/>
            <pc:sldMk cId="88886105" sldId="330"/>
            <ac:picMk id="2" creationId="{15DB861F-6AF6-BBA4-FFB8-B3FDCE6C1275}"/>
          </ac:picMkLst>
        </pc:picChg>
      </pc:sldChg>
      <pc:sldChg chg="addSp delSp modSp add del mod">
        <pc:chgData name="Chittaranjan Hens" userId="6fc03958433e8a43" providerId="LiveId" clId="{AE445185-F013-4E27-B402-5F71FF9385C1}" dt="2023-01-04T02:22:06.643" v="908" actId="2890"/>
        <pc:sldMkLst>
          <pc:docMk/>
          <pc:sldMk cId="235514318" sldId="331"/>
        </pc:sldMkLst>
        <pc:picChg chg="add del mod">
          <ac:chgData name="Chittaranjan Hens" userId="6fc03958433e8a43" providerId="LiveId" clId="{AE445185-F013-4E27-B402-5F71FF9385C1}" dt="2023-01-04T02:22:05.056" v="907" actId="1440"/>
          <ac:picMkLst>
            <pc:docMk/>
            <pc:sldMk cId="235514318" sldId="331"/>
            <ac:picMk id="7" creationId="{242B0C1B-3A8A-4530-250A-BE7DA9940090}"/>
          </ac:picMkLst>
        </pc:picChg>
      </pc:sldChg>
      <pc:sldChg chg="addSp delSp modSp add mod">
        <pc:chgData name="Chittaranjan Hens" userId="6fc03958433e8a43" providerId="LiveId" clId="{AE445185-F013-4E27-B402-5F71FF9385C1}" dt="2023-01-04T02:29:16.579" v="985" actId="207"/>
        <pc:sldMkLst>
          <pc:docMk/>
          <pc:sldMk cId="569048894" sldId="331"/>
        </pc:sldMkLst>
        <pc:spChg chg="del">
          <ac:chgData name="Chittaranjan Hens" userId="6fc03958433e8a43" providerId="LiveId" clId="{AE445185-F013-4E27-B402-5F71FF9385C1}" dt="2023-01-04T02:23:42.445" v="912" actId="478"/>
          <ac:spMkLst>
            <pc:docMk/>
            <pc:sldMk cId="569048894" sldId="331"/>
            <ac:spMk id="9" creationId="{A75120FB-78AE-BDDC-4CDD-3E14F3B6F982}"/>
          </ac:spMkLst>
        </pc:spChg>
        <pc:spChg chg="del">
          <ac:chgData name="Chittaranjan Hens" userId="6fc03958433e8a43" providerId="LiveId" clId="{AE445185-F013-4E27-B402-5F71FF9385C1}" dt="2023-01-04T02:23:36.386" v="910" actId="478"/>
          <ac:spMkLst>
            <pc:docMk/>
            <pc:sldMk cId="569048894" sldId="331"/>
            <ac:spMk id="10" creationId="{1C15AE70-CE66-C80A-3774-62D466699564}"/>
          </ac:spMkLst>
        </pc:spChg>
        <pc:spChg chg="del">
          <ac:chgData name="Chittaranjan Hens" userId="6fc03958433e8a43" providerId="LiveId" clId="{AE445185-F013-4E27-B402-5F71FF9385C1}" dt="2023-01-04T02:23:44.968" v="913" actId="478"/>
          <ac:spMkLst>
            <pc:docMk/>
            <pc:sldMk cId="569048894" sldId="331"/>
            <ac:spMk id="11" creationId="{1FF2F98F-485E-1D68-FF73-11DB93DEC4A1}"/>
          </ac:spMkLst>
        </pc:spChg>
        <pc:spChg chg="add mod">
          <ac:chgData name="Chittaranjan Hens" userId="6fc03958433e8a43" providerId="LiveId" clId="{AE445185-F013-4E27-B402-5F71FF9385C1}" dt="2023-01-04T02:28:47.924" v="960" actId="1076"/>
          <ac:spMkLst>
            <pc:docMk/>
            <pc:sldMk cId="569048894" sldId="331"/>
            <ac:spMk id="13" creationId="{606072B6-152B-1B78-B7DF-CC8B7A59BFE6}"/>
          </ac:spMkLst>
        </pc:spChg>
        <pc:spChg chg="add del mod">
          <ac:chgData name="Chittaranjan Hens" userId="6fc03958433e8a43" providerId="LiveId" clId="{AE445185-F013-4E27-B402-5F71FF9385C1}" dt="2023-01-04T02:28:43.421" v="959" actId="478"/>
          <ac:spMkLst>
            <pc:docMk/>
            <pc:sldMk cId="569048894" sldId="331"/>
            <ac:spMk id="15" creationId="{011F0240-892C-55F4-B3D2-B3AF12991600}"/>
          </ac:spMkLst>
        </pc:spChg>
        <pc:spChg chg="add mod">
          <ac:chgData name="Chittaranjan Hens" userId="6fc03958433e8a43" providerId="LiveId" clId="{AE445185-F013-4E27-B402-5F71FF9385C1}" dt="2023-01-04T02:29:16.579" v="985" actId="207"/>
          <ac:spMkLst>
            <pc:docMk/>
            <pc:sldMk cId="569048894" sldId="331"/>
            <ac:spMk id="16" creationId="{9843C92F-A55D-3ED5-B907-61E7D71771B1}"/>
          </ac:spMkLst>
        </pc:spChg>
        <pc:picChg chg="add mod">
          <ac:chgData name="Chittaranjan Hens" userId="6fc03958433e8a43" providerId="LiveId" clId="{AE445185-F013-4E27-B402-5F71FF9385C1}" dt="2023-01-04T02:26:45.584" v="933" actId="1076"/>
          <ac:picMkLst>
            <pc:docMk/>
            <pc:sldMk cId="569048894" sldId="331"/>
            <ac:picMk id="3" creationId="{993204F7-4391-D410-2A5A-55217FC409AB}"/>
          </ac:picMkLst>
        </pc:picChg>
        <pc:picChg chg="mod">
          <ac:chgData name="Chittaranjan Hens" userId="6fc03958433e8a43" providerId="LiveId" clId="{AE445185-F013-4E27-B402-5F71FF9385C1}" dt="2023-01-04T02:26:52.623" v="936" actId="1076"/>
          <ac:picMkLst>
            <pc:docMk/>
            <pc:sldMk cId="569048894" sldId="331"/>
            <ac:picMk id="4" creationId="{A77CDD2A-AFD3-0864-6D67-957A858D6745}"/>
          </ac:picMkLst>
        </pc:picChg>
        <pc:picChg chg="del">
          <ac:chgData name="Chittaranjan Hens" userId="6fc03958433e8a43" providerId="LiveId" clId="{AE445185-F013-4E27-B402-5F71FF9385C1}" dt="2023-01-04T02:23:39.961" v="911" actId="478"/>
          <ac:picMkLst>
            <pc:docMk/>
            <pc:sldMk cId="569048894" sldId="331"/>
            <ac:picMk id="6" creationId="{2379BE4A-499A-5A0A-60BA-F746720A2694}"/>
          </ac:picMkLst>
        </pc:picChg>
        <pc:picChg chg="add mod">
          <ac:chgData name="Chittaranjan Hens" userId="6fc03958433e8a43" providerId="LiveId" clId="{AE445185-F013-4E27-B402-5F71FF9385C1}" dt="2023-01-04T02:26:49.068" v="934" actId="1076"/>
          <ac:picMkLst>
            <pc:docMk/>
            <pc:sldMk cId="569048894" sldId="331"/>
            <ac:picMk id="7" creationId="{ADBD6A3F-8178-A1FC-F7D2-45F0E5A90BFA}"/>
          </ac:picMkLst>
        </pc:picChg>
        <pc:picChg chg="del">
          <ac:chgData name="Chittaranjan Hens" userId="6fc03958433e8a43" providerId="LiveId" clId="{AE445185-F013-4E27-B402-5F71FF9385C1}" dt="2023-01-04T02:23:47.542" v="914" actId="478"/>
          <ac:picMkLst>
            <pc:docMk/>
            <pc:sldMk cId="569048894" sldId="331"/>
            <ac:picMk id="17" creationId="{B9679940-21A7-2F06-671B-47B41B7374D7}"/>
          </ac:picMkLst>
        </pc:picChg>
      </pc:sldChg>
      <pc:sldChg chg="delSp add mod">
        <pc:chgData name="Chittaranjan Hens" userId="6fc03958433e8a43" providerId="LiveId" clId="{AE445185-F013-4E27-B402-5F71FF9385C1}" dt="2023-01-04T02:28:33.140" v="958" actId="478"/>
        <pc:sldMkLst>
          <pc:docMk/>
          <pc:sldMk cId="4428162" sldId="332"/>
        </pc:sldMkLst>
        <pc:spChg chg="del">
          <ac:chgData name="Chittaranjan Hens" userId="6fc03958433e8a43" providerId="LiveId" clId="{AE445185-F013-4E27-B402-5F71FF9385C1}" dt="2023-01-04T02:28:33.140" v="958" actId="478"/>
          <ac:spMkLst>
            <pc:docMk/>
            <pc:sldMk cId="4428162" sldId="332"/>
            <ac:spMk id="15" creationId="{011F0240-892C-55F4-B3D2-B3AF12991600}"/>
          </ac:spMkLst>
        </pc:spChg>
      </pc:sldChg>
      <pc:sldChg chg="add del">
        <pc:chgData name="Chittaranjan Hens" userId="6fc03958433e8a43" providerId="LiveId" clId="{AE445185-F013-4E27-B402-5F71FF9385C1}" dt="2023-01-04T02:24:01.043" v="916" actId="47"/>
        <pc:sldMkLst>
          <pc:docMk/>
          <pc:sldMk cId="3097186255" sldId="332"/>
        </pc:sldMkLst>
      </pc:sldChg>
      <pc:sldChg chg="modSp add mod">
        <pc:chgData name="Chittaranjan Hens" userId="6fc03958433e8a43" providerId="LiveId" clId="{AE445185-F013-4E27-B402-5F71FF9385C1}" dt="2023-01-04T02:39:52.058" v="1271" actId="1076"/>
        <pc:sldMkLst>
          <pc:docMk/>
          <pc:sldMk cId="1251487997" sldId="333"/>
        </pc:sldMkLst>
        <pc:spChg chg="mod">
          <ac:chgData name="Chittaranjan Hens" userId="6fc03958433e8a43" providerId="LiveId" clId="{AE445185-F013-4E27-B402-5F71FF9385C1}" dt="2023-01-04T02:39:52.058" v="1271" actId="1076"/>
          <ac:spMkLst>
            <pc:docMk/>
            <pc:sldMk cId="1251487997" sldId="333"/>
            <ac:spMk id="15" creationId="{011F0240-892C-55F4-B3D2-B3AF12991600}"/>
          </ac:spMkLst>
        </pc:spChg>
      </pc:sldChg>
      <pc:sldChg chg="addSp delSp modSp add mod ord">
        <pc:chgData name="Chittaranjan Hens" userId="6fc03958433e8a43" providerId="LiveId" clId="{AE445185-F013-4E27-B402-5F71FF9385C1}" dt="2023-01-04T02:36:25.932" v="1082" actId="478"/>
        <pc:sldMkLst>
          <pc:docMk/>
          <pc:sldMk cId="2298120832" sldId="334"/>
        </pc:sldMkLst>
        <pc:spChg chg="mod">
          <ac:chgData name="Chittaranjan Hens" userId="6fc03958433e8a43" providerId="LiveId" clId="{AE445185-F013-4E27-B402-5F71FF9385C1}" dt="2023-01-04T02:32:08.471" v="1033" actId="1076"/>
          <ac:spMkLst>
            <pc:docMk/>
            <pc:sldMk cId="2298120832" sldId="334"/>
            <ac:spMk id="8" creationId="{25DB9404-1245-DBD1-0A6B-C45569333CB3}"/>
          </ac:spMkLst>
        </pc:spChg>
        <pc:spChg chg="add del mod">
          <ac:chgData name="Chittaranjan Hens" userId="6fc03958433e8a43" providerId="LiveId" clId="{AE445185-F013-4E27-B402-5F71FF9385C1}" dt="2023-01-04T02:34:15.616" v="1049" actId="478"/>
          <ac:spMkLst>
            <pc:docMk/>
            <pc:sldMk cId="2298120832" sldId="334"/>
            <ac:spMk id="10" creationId="{7CAC36BD-3393-6F79-0B70-8B0E059D5A1A}"/>
          </ac:spMkLst>
        </pc:spChg>
        <pc:spChg chg="del">
          <ac:chgData name="Chittaranjan Hens" userId="6fc03958433e8a43" providerId="LiveId" clId="{AE445185-F013-4E27-B402-5F71FF9385C1}" dt="2023-01-04T02:30:54.494" v="991" actId="478"/>
          <ac:spMkLst>
            <pc:docMk/>
            <pc:sldMk cId="2298120832" sldId="334"/>
            <ac:spMk id="13" creationId="{606072B6-152B-1B78-B7DF-CC8B7A59BFE6}"/>
          </ac:spMkLst>
        </pc:spChg>
        <pc:spChg chg="add del mod">
          <ac:chgData name="Chittaranjan Hens" userId="6fc03958433e8a43" providerId="LiveId" clId="{AE445185-F013-4E27-B402-5F71FF9385C1}" dt="2023-01-04T02:36:25.932" v="1082" actId="478"/>
          <ac:spMkLst>
            <pc:docMk/>
            <pc:sldMk cId="2298120832" sldId="334"/>
            <ac:spMk id="15" creationId="{7009F22E-0923-8C49-F56D-B442E6C28490}"/>
          </ac:spMkLst>
        </pc:spChg>
        <pc:spChg chg="add del mod">
          <ac:chgData name="Chittaranjan Hens" userId="6fc03958433e8a43" providerId="LiveId" clId="{AE445185-F013-4E27-B402-5F71FF9385C1}" dt="2023-01-04T02:36:25.932" v="1082" actId="478"/>
          <ac:spMkLst>
            <pc:docMk/>
            <pc:sldMk cId="2298120832" sldId="334"/>
            <ac:spMk id="17" creationId="{7AFDFA64-62F3-27C4-2FF5-73D72F20A01B}"/>
          </ac:spMkLst>
        </pc:spChg>
        <pc:spChg chg="add del mod">
          <ac:chgData name="Chittaranjan Hens" userId="6fc03958433e8a43" providerId="LiveId" clId="{AE445185-F013-4E27-B402-5F71FF9385C1}" dt="2023-01-04T02:36:25.932" v="1082" actId="478"/>
          <ac:spMkLst>
            <pc:docMk/>
            <pc:sldMk cId="2298120832" sldId="334"/>
            <ac:spMk id="19" creationId="{231B7F6E-0B32-5162-5C41-6A07E7D2F681}"/>
          </ac:spMkLst>
        </pc:spChg>
        <pc:graphicFrameChg chg="add del mod">
          <ac:chgData name="Chittaranjan Hens" userId="6fc03958433e8a43" providerId="LiveId" clId="{AE445185-F013-4E27-B402-5F71FF9385C1}" dt="2023-01-04T02:36:25.932" v="1082" actId="478"/>
          <ac:graphicFrameMkLst>
            <pc:docMk/>
            <pc:sldMk cId="2298120832" sldId="334"/>
            <ac:graphicFrameMk id="11" creationId="{A25EE226-FC1E-6DE7-6DAA-CA1453567AAA}"/>
          </ac:graphicFrameMkLst>
        </pc:graphicFrameChg>
        <pc:graphicFrameChg chg="add del mod">
          <ac:chgData name="Chittaranjan Hens" userId="6fc03958433e8a43" providerId="LiveId" clId="{AE445185-F013-4E27-B402-5F71FF9385C1}" dt="2023-01-04T02:36:25.932" v="1082" actId="478"/>
          <ac:graphicFrameMkLst>
            <pc:docMk/>
            <pc:sldMk cId="2298120832" sldId="334"/>
            <ac:graphicFrameMk id="12" creationId="{A9E04F6C-81BB-0109-3A28-1EEE1A178087}"/>
          </ac:graphicFrameMkLst>
        </pc:graphicFrameChg>
        <pc:picChg chg="del">
          <ac:chgData name="Chittaranjan Hens" userId="6fc03958433e8a43" providerId="LiveId" clId="{AE445185-F013-4E27-B402-5F71FF9385C1}" dt="2023-01-04T02:30:51.698" v="990" actId="478"/>
          <ac:picMkLst>
            <pc:docMk/>
            <pc:sldMk cId="2298120832" sldId="334"/>
            <ac:picMk id="3" creationId="{993204F7-4391-D410-2A5A-55217FC409AB}"/>
          </ac:picMkLst>
        </pc:picChg>
        <pc:picChg chg="mod">
          <ac:chgData name="Chittaranjan Hens" userId="6fc03958433e8a43" providerId="LiveId" clId="{AE445185-F013-4E27-B402-5F71FF9385C1}" dt="2023-01-04T02:33:34.241" v="1044" actId="1076"/>
          <ac:picMkLst>
            <pc:docMk/>
            <pc:sldMk cId="2298120832" sldId="334"/>
            <ac:picMk id="4" creationId="{A77CDD2A-AFD3-0864-6D67-957A858D6745}"/>
          </ac:picMkLst>
        </pc:picChg>
        <pc:picChg chg="add del mod">
          <ac:chgData name="Chittaranjan Hens" userId="6fc03958433e8a43" providerId="LiveId" clId="{AE445185-F013-4E27-B402-5F71FF9385C1}" dt="2023-01-04T02:31:36.718" v="997" actId="478"/>
          <ac:picMkLst>
            <pc:docMk/>
            <pc:sldMk cId="2298120832" sldId="334"/>
            <ac:picMk id="5" creationId="{A8DB39B3-7491-A91D-652B-93C329D52018}"/>
          </ac:picMkLst>
        </pc:picChg>
        <pc:picChg chg="del">
          <ac:chgData name="Chittaranjan Hens" userId="6fc03958433e8a43" providerId="LiveId" clId="{AE445185-F013-4E27-B402-5F71FF9385C1}" dt="2023-01-04T02:30:49.930" v="989" actId="478"/>
          <ac:picMkLst>
            <pc:docMk/>
            <pc:sldMk cId="2298120832" sldId="334"/>
            <ac:picMk id="7" creationId="{ADBD6A3F-8178-A1FC-F7D2-45F0E5A90BFA}"/>
          </ac:picMkLst>
        </pc:picChg>
        <pc:picChg chg="add mod">
          <ac:chgData name="Chittaranjan Hens" userId="6fc03958433e8a43" providerId="LiveId" clId="{AE445185-F013-4E27-B402-5F71FF9385C1}" dt="2023-01-04T02:33:38.312" v="1046" actId="1076"/>
          <ac:picMkLst>
            <pc:docMk/>
            <pc:sldMk cId="2298120832" sldId="334"/>
            <ac:picMk id="9" creationId="{F27A554E-C662-3CD0-3D05-62B124CCAC67}"/>
          </ac:picMkLst>
        </pc:picChg>
      </pc:sldChg>
      <pc:sldChg chg="modSp add mod ord">
        <pc:chgData name="Chittaranjan Hens" userId="6fc03958433e8a43" providerId="LiveId" clId="{AE445185-F013-4E27-B402-5F71FF9385C1}" dt="2023-01-04T04:53:19.403" v="1647" actId="1076"/>
        <pc:sldMkLst>
          <pc:docMk/>
          <pc:sldMk cId="204522122" sldId="335"/>
        </pc:sldMkLst>
        <pc:spChg chg="mod">
          <ac:chgData name="Chittaranjan Hens" userId="6fc03958433e8a43" providerId="LiveId" clId="{AE445185-F013-4E27-B402-5F71FF9385C1}" dt="2023-01-04T02:39:31.574" v="1267" actId="14100"/>
          <ac:spMkLst>
            <pc:docMk/>
            <pc:sldMk cId="204522122" sldId="335"/>
            <ac:spMk id="15" creationId="{7009F22E-0923-8C49-F56D-B442E6C28490}"/>
          </ac:spMkLst>
        </pc:spChg>
        <pc:spChg chg="mod">
          <ac:chgData name="Chittaranjan Hens" userId="6fc03958433e8a43" providerId="LiveId" clId="{AE445185-F013-4E27-B402-5F71FF9385C1}" dt="2023-01-04T02:40:14.048" v="1273" actId="403"/>
          <ac:spMkLst>
            <pc:docMk/>
            <pc:sldMk cId="204522122" sldId="335"/>
            <ac:spMk id="17" creationId="{7AFDFA64-62F3-27C4-2FF5-73D72F20A01B}"/>
          </ac:spMkLst>
        </pc:spChg>
        <pc:spChg chg="mod">
          <ac:chgData name="Chittaranjan Hens" userId="6fc03958433e8a43" providerId="LiveId" clId="{AE445185-F013-4E27-B402-5F71FF9385C1}" dt="2023-01-04T02:40:10.168" v="1272" actId="403"/>
          <ac:spMkLst>
            <pc:docMk/>
            <pc:sldMk cId="204522122" sldId="335"/>
            <ac:spMk id="19" creationId="{231B7F6E-0B32-5162-5C41-6A07E7D2F681}"/>
          </ac:spMkLst>
        </pc:spChg>
        <pc:graphicFrameChg chg="mod">
          <ac:chgData name="Chittaranjan Hens" userId="6fc03958433e8a43" providerId="LiveId" clId="{AE445185-F013-4E27-B402-5F71FF9385C1}" dt="2023-01-04T04:53:19.403" v="1647" actId="1076"/>
          <ac:graphicFrameMkLst>
            <pc:docMk/>
            <pc:sldMk cId="204522122" sldId="335"/>
            <ac:graphicFrameMk id="11" creationId="{A25EE226-FC1E-6DE7-6DAA-CA1453567AAA}"/>
          </ac:graphicFrameMkLst>
        </pc:graphicFrameChg>
        <pc:graphicFrameChg chg="mod">
          <ac:chgData name="Chittaranjan Hens" userId="6fc03958433e8a43" providerId="LiveId" clId="{AE445185-F013-4E27-B402-5F71FF9385C1}" dt="2023-01-04T04:53:15.375" v="1646" actId="1076"/>
          <ac:graphicFrameMkLst>
            <pc:docMk/>
            <pc:sldMk cId="204522122" sldId="335"/>
            <ac:graphicFrameMk id="12" creationId="{A9E04F6C-81BB-0109-3A28-1EEE1A178087}"/>
          </ac:graphicFrameMkLst>
        </pc:graphicFrameChg>
        <pc:picChg chg="mod">
          <ac:chgData name="Chittaranjan Hens" userId="6fc03958433e8a43" providerId="LiveId" clId="{AE445185-F013-4E27-B402-5F71FF9385C1}" dt="2023-01-04T02:39:03.432" v="1101" actId="1076"/>
          <ac:picMkLst>
            <pc:docMk/>
            <pc:sldMk cId="204522122" sldId="335"/>
            <ac:picMk id="4" creationId="{A77CDD2A-AFD3-0864-6D67-957A858D6745}"/>
          </ac:picMkLst>
        </pc:picChg>
      </pc:sldChg>
      <pc:sldChg chg="add del">
        <pc:chgData name="Chittaranjan Hens" userId="6fc03958433e8a43" providerId="LiveId" clId="{AE445185-F013-4E27-B402-5F71FF9385C1}" dt="2023-01-04T02:30:58.714" v="993"/>
        <pc:sldMkLst>
          <pc:docMk/>
          <pc:sldMk cId="2004334237" sldId="335"/>
        </pc:sldMkLst>
      </pc:sldChg>
      <pc:sldChg chg="addSp delSp modSp add mod">
        <pc:chgData name="Chittaranjan Hens" userId="6fc03958433e8a43" providerId="LiveId" clId="{AE445185-F013-4E27-B402-5F71FF9385C1}" dt="2023-01-04T02:40:28.480" v="1275" actId="1076"/>
        <pc:sldMkLst>
          <pc:docMk/>
          <pc:sldMk cId="2201819629" sldId="336"/>
        </pc:sldMkLst>
        <pc:spChg chg="mod">
          <ac:chgData name="Chittaranjan Hens" userId="6fc03958433e8a43" providerId="LiveId" clId="{AE445185-F013-4E27-B402-5F71FF9385C1}" dt="2023-01-04T02:40:28.480" v="1275" actId="1076"/>
          <ac:spMkLst>
            <pc:docMk/>
            <pc:sldMk cId="2201819629" sldId="336"/>
            <ac:spMk id="8" creationId="{25DB9404-1245-DBD1-0A6B-C45569333CB3}"/>
          </ac:spMkLst>
        </pc:spChg>
        <pc:picChg chg="add mod">
          <ac:chgData name="Chittaranjan Hens" userId="6fc03958433e8a43" providerId="LiveId" clId="{AE445185-F013-4E27-B402-5F71FF9385C1}" dt="2023-01-04T02:37:48.879" v="1090" actId="1076"/>
          <ac:picMkLst>
            <pc:docMk/>
            <pc:sldMk cId="2201819629" sldId="336"/>
            <ac:picMk id="3" creationId="{D07A7288-5375-7A69-4D96-46877941B9F1}"/>
          </ac:picMkLst>
        </pc:picChg>
        <pc:picChg chg="add mod">
          <ac:chgData name="Chittaranjan Hens" userId="6fc03958433e8a43" providerId="LiveId" clId="{AE445185-F013-4E27-B402-5F71FF9385C1}" dt="2023-01-04T02:38:12.988" v="1094" actId="14100"/>
          <ac:picMkLst>
            <pc:docMk/>
            <pc:sldMk cId="2201819629" sldId="336"/>
            <ac:picMk id="6" creationId="{DF87E07C-F7DF-F0BE-C52D-41F1CDAAB8DF}"/>
          </ac:picMkLst>
        </pc:picChg>
        <pc:picChg chg="del">
          <ac:chgData name="Chittaranjan Hens" userId="6fc03958433e8a43" providerId="LiveId" clId="{AE445185-F013-4E27-B402-5F71FF9385C1}" dt="2023-01-04T02:37:22.066" v="1086" actId="478"/>
          <ac:picMkLst>
            <pc:docMk/>
            <pc:sldMk cId="2201819629" sldId="336"/>
            <ac:picMk id="9" creationId="{F27A554E-C662-3CD0-3D05-62B124CCAC67}"/>
          </ac:picMkLst>
        </pc:picChg>
      </pc:sldChg>
      <pc:sldChg chg="addSp modSp add mod">
        <pc:chgData name="Chittaranjan Hens" userId="6fc03958433e8a43" providerId="LiveId" clId="{AE445185-F013-4E27-B402-5F71FF9385C1}" dt="2023-01-04T02:40:23.798" v="1274" actId="1076"/>
        <pc:sldMkLst>
          <pc:docMk/>
          <pc:sldMk cId="2328464785" sldId="337"/>
        </pc:sldMkLst>
        <pc:spChg chg="mod">
          <ac:chgData name="Chittaranjan Hens" userId="6fc03958433e8a43" providerId="LiveId" clId="{AE445185-F013-4E27-B402-5F71FF9385C1}" dt="2023-01-04T02:40:23.798" v="1274" actId="1076"/>
          <ac:spMkLst>
            <pc:docMk/>
            <pc:sldMk cId="2328464785" sldId="337"/>
            <ac:spMk id="8" creationId="{25DB9404-1245-DBD1-0A6B-C45569333CB3}"/>
          </ac:spMkLst>
        </pc:spChg>
        <pc:picChg chg="add mod">
          <ac:chgData name="Chittaranjan Hens" userId="6fc03958433e8a43" providerId="LiveId" clId="{AE445185-F013-4E27-B402-5F71FF9385C1}" dt="2023-01-04T02:38:52.901" v="1100" actId="1076"/>
          <ac:picMkLst>
            <pc:docMk/>
            <pc:sldMk cId="2328464785" sldId="337"/>
            <ac:picMk id="5" creationId="{C0490890-8F80-0EBA-E747-4CE42729424E}"/>
          </ac:picMkLst>
        </pc:picChg>
      </pc:sldChg>
      <pc:sldChg chg="addSp delSp modSp add mod modAnim">
        <pc:chgData name="Chittaranjan Hens" userId="6fc03958433e8a43" providerId="LiveId" clId="{AE445185-F013-4E27-B402-5F71FF9385C1}" dt="2023-01-04T04:36:08.514" v="1371" actId="1076"/>
        <pc:sldMkLst>
          <pc:docMk/>
          <pc:sldMk cId="95184056" sldId="338"/>
        </pc:sldMkLst>
        <pc:spChg chg="add mod">
          <ac:chgData name="Chittaranjan Hens" userId="6fc03958433e8a43" providerId="LiveId" clId="{AE445185-F013-4E27-B402-5F71FF9385C1}" dt="2023-01-04T04:36:08.514" v="1371" actId="1076"/>
          <ac:spMkLst>
            <pc:docMk/>
            <pc:sldMk cId="95184056" sldId="338"/>
            <ac:spMk id="2" creationId="{17EFBCC4-4E7C-C0DE-D6E6-8460011F3537}"/>
          </ac:spMkLst>
        </pc:spChg>
        <pc:spChg chg="mod">
          <ac:chgData name="Chittaranjan Hens" userId="6fc03958433e8a43" providerId="LiveId" clId="{AE445185-F013-4E27-B402-5F71FF9385C1}" dt="2023-01-04T02:44:23.869" v="1328" actId="20577"/>
          <ac:spMkLst>
            <pc:docMk/>
            <pc:sldMk cId="95184056" sldId="338"/>
            <ac:spMk id="8" creationId="{25DB9404-1245-DBD1-0A6B-C45569333CB3}"/>
          </ac:spMkLst>
        </pc:spChg>
        <pc:spChg chg="add del mod ord">
          <ac:chgData name="Chittaranjan Hens" userId="6fc03958433e8a43" providerId="LiveId" clId="{AE445185-F013-4E27-B402-5F71FF9385C1}" dt="2023-01-04T02:42:41.041" v="1293" actId="478"/>
          <ac:spMkLst>
            <pc:docMk/>
            <pc:sldMk cId="95184056" sldId="338"/>
            <ac:spMk id="9" creationId="{BD72F173-B576-A235-4A53-384FE86FD2F2}"/>
          </ac:spMkLst>
        </pc:spChg>
        <pc:spChg chg="add mod">
          <ac:chgData name="Chittaranjan Hens" userId="6fc03958433e8a43" providerId="LiveId" clId="{AE445185-F013-4E27-B402-5F71FF9385C1}" dt="2023-01-04T02:42:56.077" v="1295" actId="17032"/>
          <ac:spMkLst>
            <pc:docMk/>
            <pc:sldMk cId="95184056" sldId="338"/>
            <ac:spMk id="10" creationId="{5B2FF2BA-DE78-EC9D-93CE-C63F11400F60}"/>
          </ac:spMkLst>
        </pc:spChg>
        <pc:spChg chg="add mod">
          <ac:chgData name="Chittaranjan Hens" userId="6fc03958433e8a43" providerId="LiveId" clId="{AE445185-F013-4E27-B402-5F71FF9385C1}" dt="2023-01-04T02:43:14.412" v="1299" actId="14100"/>
          <ac:spMkLst>
            <pc:docMk/>
            <pc:sldMk cId="95184056" sldId="338"/>
            <ac:spMk id="11" creationId="{1ECC6032-C15C-9656-1F37-5F2F74B3FB04}"/>
          </ac:spMkLst>
        </pc:spChg>
        <pc:spChg chg="add mod">
          <ac:chgData name="Chittaranjan Hens" userId="6fc03958433e8a43" providerId="LiveId" clId="{AE445185-F013-4E27-B402-5F71FF9385C1}" dt="2023-01-04T02:43:33.126" v="1302" actId="14100"/>
          <ac:spMkLst>
            <pc:docMk/>
            <pc:sldMk cId="95184056" sldId="338"/>
            <ac:spMk id="12" creationId="{B691987A-3764-9419-6FFB-B14225DCDFD4}"/>
          </ac:spMkLst>
        </pc:spChg>
        <pc:spChg chg="add mod">
          <ac:chgData name="Chittaranjan Hens" userId="6fc03958433e8a43" providerId="LiveId" clId="{AE445185-F013-4E27-B402-5F71FF9385C1}" dt="2023-01-04T02:44:13.294" v="1304" actId="13822"/>
          <ac:spMkLst>
            <pc:docMk/>
            <pc:sldMk cId="95184056" sldId="338"/>
            <ac:spMk id="13" creationId="{34662442-519B-EFC4-D1A3-6781D4F2CA77}"/>
          </ac:spMkLst>
        </pc:spChg>
        <pc:picChg chg="del">
          <ac:chgData name="Chittaranjan Hens" userId="6fc03958433e8a43" providerId="LiveId" clId="{AE445185-F013-4E27-B402-5F71FF9385C1}" dt="2023-01-04T02:41:10.708" v="1277" actId="478"/>
          <ac:picMkLst>
            <pc:docMk/>
            <pc:sldMk cId="95184056" sldId="338"/>
            <ac:picMk id="3" creationId="{D07A7288-5375-7A69-4D96-46877941B9F1}"/>
          </ac:picMkLst>
        </pc:picChg>
        <pc:picChg chg="del">
          <ac:chgData name="Chittaranjan Hens" userId="6fc03958433e8a43" providerId="LiveId" clId="{AE445185-F013-4E27-B402-5F71FF9385C1}" dt="2023-01-04T02:41:10.708" v="1277" actId="478"/>
          <ac:picMkLst>
            <pc:docMk/>
            <pc:sldMk cId="95184056" sldId="338"/>
            <ac:picMk id="5" creationId="{C0490890-8F80-0EBA-E747-4CE42729424E}"/>
          </ac:picMkLst>
        </pc:picChg>
        <pc:picChg chg="del">
          <ac:chgData name="Chittaranjan Hens" userId="6fc03958433e8a43" providerId="LiveId" clId="{AE445185-F013-4E27-B402-5F71FF9385C1}" dt="2023-01-04T02:41:10.708" v="1277" actId="478"/>
          <ac:picMkLst>
            <pc:docMk/>
            <pc:sldMk cId="95184056" sldId="338"/>
            <ac:picMk id="6" creationId="{DF87E07C-F7DF-F0BE-C52D-41F1CDAAB8DF}"/>
          </ac:picMkLst>
        </pc:picChg>
        <pc:picChg chg="add mod">
          <ac:chgData name="Chittaranjan Hens" userId="6fc03958433e8a43" providerId="LiveId" clId="{AE445185-F013-4E27-B402-5F71FF9385C1}" dt="2023-01-04T02:41:39.870" v="1284" actId="1076"/>
          <ac:picMkLst>
            <pc:docMk/>
            <pc:sldMk cId="95184056" sldId="338"/>
            <ac:picMk id="7" creationId="{29C962CC-3925-3089-28A9-24A7D7D06E29}"/>
          </ac:picMkLst>
        </pc:picChg>
      </pc:sldChg>
      <pc:sldChg chg="addSp delSp modSp add del mod">
        <pc:chgData name="Chittaranjan Hens" userId="6fc03958433e8a43" providerId="LiveId" clId="{AE445185-F013-4E27-B402-5F71FF9385C1}" dt="2023-01-04T04:39:48.601" v="1454" actId="47"/>
        <pc:sldMkLst>
          <pc:docMk/>
          <pc:sldMk cId="2131996603" sldId="339"/>
        </pc:sldMkLst>
        <pc:spChg chg="add mod">
          <ac:chgData name="Chittaranjan Hens" userId="6fc03958433e8a43" providerId="LiveId" clId="{AE445185-F013-4E27-B402-5F71FF9385C1}" dt="2023-01-04T04:37:17.513" v="1376" actId="1076"/>
          <ac:spMkLst>
            <pc:docMk/>
            <pc:sldMk cId="2131996603" sldId="339"/>
            <ac:spMk id="3" creationId="{4EE4C12F-55AC-E942-7788-00ADAFADC326}"/>
          </ac:spMkLst>
        </pc:spChg>
        <pc:spChg chg="add del mod">
          <ac:chgData name="Chittaranjan Hens" userId="6fc03958433e8a43" providerId="LiveId" clId="{AE445185-F013-4E27-B402-5F71FF9385C1}" dt="2023-01-04T04:36:00.908" v="1369" actId="21"/>
          <ac:spMkLst>
            <pc:docMk/>
            <pc:sldMk cId="2131996603" sldId="339"/>
            <ac:spMk id="5" creationId="{D97F98B8-3484-9FAC-D977-AE3CA23C16E9}"/>
          </ac:spMkLst>
        </pc:spChg>
        <pc:spChg chg="mod">
          <ac:chgData name="Chittaranjan Hens" userId="6fc03958433e8a43" providerId="LiveId" clId="{AE445185-F013-4E27-B402-5F71FF9385C1}" dt="2023-01-04T02:48:56.943" v="1366" actId="20577"/>
          <ac:spMkLst>
            <pc:docMk/>
            <pc:sldMk cId="2131996603" sldId="339"/>
            <ac:spMk id="8" creationId="{25DB9404-1245-DBD1-0A6B-C45569333CB3}"/>
          </ac:spMkLst>
        </pc:spChg>
        <pc:spChg chg="add mod">
          <ac:chgData name="Chittaranjan Hens" userId="6fc03958433e8a43" providerId="LiveId" clId="{AE445185-F013-4E27-B402-5F71FF9385C1}" dt="2023-01-04T04:39:02.573" v="1444" actId="207"/>
          <ac:spMkLst>
            <pc:docMk/>
            <pc:sldMk cId="2131996603" sldId="339"/>
            <ac:spMk id="9" creationId="{066AF049-D512-A892-5A10-3D94F0915DC9}"/>
          </ac:spMkLst>
        </pc:spChg>
        <pc:spChg chg="add mod">
          <ac:chgData name="Chittaranjan Hens" userId="6fc03958433e8a43" providerId="LiveId" clId="{AE445185-F013-4E27-B402-5F71FF9385C1}" dt="2023-01-04T04:38:53.350" v="1441" actId="1076"/>
          <ac:spMkLst>
            <pc:docMk/>
            <pc:sldMk cId="2131996603" sldId="339"/>
            <ac:spMk id="10" creationId="{E3406E0F-131E-3B82-367A-1F54A5A56E1F}"/>
          </ac:spMkLst>
        </pc:spChg>
        <pc:picChg chg="del">
          <ac:chgData name="Chittaranjan Hens" userId="6fc03958433e8a43" providerId="LiveId" clId="{AE445185-F013-4E27-B402-5F71FF9385C1}" dt="2023-01-04T02:44:42.891" v="1330" actId="478"/>
          <ac:picMkLst>
            <pc:docMk/>
            <pc:sldMk cId="2131996603" sldId="339"/>
            <ac:picMk id="3" creationId="{D07A7288-5375-7A69-4D96-46877941B9F1}"/>
          </ac:picMkLst>
        </pc:picChg>
        <pc:picChg chg="mod">
          <ac:chgData name="Chittaranjan Hens" userId="6fc03958433e8a43" providerId="LiveId" clId="{AE445185-F013-4E27-B402-5F71FF9385C1}" dt="2023-01-04T02:47:02.166" v="1354" actId="1076"/>
          <ac:picMkLst>
            <pc:docMk/>
            <pc:sldMk cId="2131996603" sldId="339"/>
            <ac:picMk id="4" creationId="{A77CDD2A-AFD3-0864-6D67-957A858D6745}"/>
          </ac:picMkLst>
        </pc:picChg>
        <pc:picChg chg="del">
          <ac:chgData name="Chittaranjan Hens" userId="6fc03958433e8a43" providerId="LiveId" clId="{AE445185-F013-4E27-B402-5F71FF9385C1}" dt="2023-01-04T02:44:42.891" v="1330" actId="478"/>
          <ac:picMkLst>
            <pc:docMk/>
            <pc:sldMk cId="2131996603" sldId="339"/>
            <ac:picMk id="6" creationId="{DF87E07C-F7DF-F0BE-C52D-41F1CDAAB8DF}"/>
          </ac:picMkLst>
        </pc:picChg>
        <pc:picChg chg="add mod">
          <ac:chgData name="Chittaranjan Hens" userId="6fc03958433e8a43" providerId="LiveId" clId="{AE445185-F013-4E27-B402-5F71FF9385C1}" dt="2023-01-04T04:37:38.704" v="1378" actId="1076"/>
          <ac:picMkLst>
            <pc:docMk/>
            <pc:sldMk cId="2131996603" sldId="339"/>
            <ac:picMk id="7" creationId="{0765C4CA-490D-EDA8-37C4-39553CE789F0}"/>
          </ac:picMkLst>
        </pc:picChg>
      </pc:sldChg>
      <pc:sldChg chg="add del">
        <pc:chgData name="Chittaranjan Hens" userId="6fc03958433e8a43" providerId="LiveId" clId="{AE445185-F013-4E27-B402-5F71FF9385C1}" dt="2023-01-04T02:41:20.907" v="1279" actId="47"/>
        <pc:sldMkLst>
          <pc:docMk/>
          <pc:sldMk cId="2817914908" sldId="339"/>
        </pc:sldMkLst>
      </pc:sldChg>
      <pc:sldChg chg="addSp delSp modSp add mod">
        <pc:chgData name="Chittaranjan Hens" userId="6fc03958433e8a43" providerId="LiveId" clId="{AE445185-F013-4E27-B402-5F71FF9385C1}" dt="2023-01-04T04:39:55.913" v="1456" actId="478"/>
        <pc:sldMkLst>
          <pc:docMk/>
          <pc:sldMk cId="3817621952" sldId="340"/>
        </pc:sldMkLst>
        <pc:spChg chg="mod">
          <ac:chgData name="Chittaranjan Hens" userId="6fc03958433e8a43" providerId="LiveId" clId="{AE445185-F013-4E27-B402-5F71FF9385C1}" dt="2023-01-04T04:39:32.977" v="1449" actId="1076"/>
          <ac:spMkLst>
            <pc:docMk/>
            <pc:sldMk cId="3817621952" sldId="340"/>
            <ac:spMk id="9" creationId="{066AF049-D512-A892-5A10-3D94F0915DC9}"/>
          </ac:spMkLst>
        </pc:spChg>
        <pc:spChg chg="mod">
          <ac:chgData name="Chittaranjan Hens" userId="6fc03958433e8a43" providerId="LiveId" clId="{AE445185-F013-4E27-B402-5F71FF9385C1}" dt="2023-01-04T04:39:46.193" v="1453" actId="14100"/>
          <ac:spMkLst>
            <pc:docMk/>
            <pc:sldMk cId="3817621952" sldId="340"/>
            <ac:spMk id="10" creationId="{E3406E0F-131E-3B82-367A-1F54A5A56E1F}"/>
          </ac:spMkLst>
        </pc:spChg>
        <pc:picChg chg="add del mod">
          <ac:chgData name="Chittaranjan Hens" userId="6fc03958433e8a43" providerId="LiveId" clId="{AE445185-F013-4E27-B402-5F71FF9385C1}" dt="2023-01-04T04:39:55.913" v="1456" actId="478"/>
          <ac:picMkLst>
            <pc:docMk/>
            <pc:sldMk cId="3817621952" sldId="340"/>
            <ac:picMk id="5" creationId="{BB426661-9216-4530-8BF3-3D6EF34F6FF3}"/>
          </ac:picMkLst>
        </pc:picChg>
        <pc:picChg chg="mod">
          <ac:chgData name="Chittaranjan Hens" userId="6fc03958433e8a43" providerId="LiveId" clId="{AE445185-F013-4E27-B402-5F71FF9385C1}" dt="2023-01-04T04:39:37.098" v="1450" actId="1076"/>
          <ac:picMkLst>
            <pc:docMk/>
            <pc:sldMk cId="3817621952" sldId="340"/>
            <ac:picMk id="7" creationId="{0765C4CA-490D-EDA8-37C4-39553CE789F0}"/>
          </ac:picMkLst>
        </pc:picChg>
      </pc:sldChg>
      <pc:sldChg chg="modSp add del mod">
        <pc:chgData name="Chittaranjan Hens" userId="6fc03958433e8a43" providerId="LiveId" clId="{AE445185-F013-4E27-B402-5F71FF9385C1}" dt="2023-01-04T04:41:54.875" v="1484" actId="47"/>
        <pc:sldMkLst>
          <pc:docMk/>
          <pc:sldMk cId="3961615739" sldId="341"/>
        </pc:sldMkLst>
        <pc:picChg chg="mod">
          <ac:chgData name="Chittaranjan Hens" userId="6fc03958433e8a43" providerId="LiveId" clId="{AE445185-F013-4E27-B402-5F71FF9385C1}" dt="2023-01-04T04:40:01.957" v="1458" actId="1076"/>
          <ac:picMkLst>
            <pc:docMk/>
            <pc:sldMk cId="3961615739" sldId="341"/>
            <ac:picMk id="5" creationId="{BB426661-9216-4530-8BF3-3D6EF34F6FF3}"/>
          </ac:picMkLst>
        </pc:picChg>
      </pc:sldChg>
      <pc:sldChg chg="addSp modSp add mod modAnim">
        <pc:chgData name="Chittaranjan Hens" userId="6fc03958433e8a43" providerId="LiveId" clId="{AE445185-F013-4E27-B402-5F71FF9385C1}" dt="2023-01-04T04:42:32.020" v="1490"/>
        <pc:sldMkLst>
          <pc:docMk/>
          <pc:sldMk cId="2091613246" sldId="342"/>
        </pc:sldMkLst>
        <pc:spChg chg="add mod">
          <ac:chgData name="Chittaranjan Hens" userId="6fc03958433e8a43" providerId="LiveId" clId="{AE445185-F013-4E27-B402-5F71FF9385C1}" dt="2023-01-04T04:40:43.419" v="1477" actId="207"/>
          <ac:spMkLst>
            <pc:docMk/>
            <pc:sldMk cId="2091613246" sldId="342"/>
            <ac:spMk id="2" creationId="{805A4A17-A22E-E68E-FAE9-7D1054FFD9ED}"/>
          </ac:spMkLst>
        </pc:spChg>
        <pc:picChg chg="mod">
          <ac:chgData name="Chittaranjan Hens" userId="6fc03958433e8a43" providerId="LiveId" clId="{AE445185-F013-4E27-B402-5F71FF9385C1}" dt="2023-01-04T04:41:47.128" v="1483" actId="1076"/>
          <ac:picMkLst>
            <pc:docMk/>
            <pc:sldMk cId="2091613246" sldId="342"/>
            <ac:picMk id="5" creationId="{BB426661-9216-4530-8BF3-3D6EF34F6FF3}"/>
          </ac:picMkLst>
        </pc:picChg>
        <pc:picChg chg="add mod">
          <ac:chgData name="Chittaranjan Hens" userId="6fc03958433e8a43" providerId="LiveId" clId="{AE445185-F013-4E27-B402-5F71FF9385C1}" dt="2023-01-04T04:41:38.612" v="1482" actId="14100"/>
          <ac:picMkLst>
            <pc:docMk/>
            <pc:sldMk cId="2091613246" sldId="342"/>
            <ac:picMk id="11" creationId="{2EB231FB-585C-0D7F-445C-7F73E70106EF}"/>
          </ac:picMkLst>
        </pc:picChg>
      </pc:sldChg>
      <pc:sldChg chg="addSp delSp modSp add mod">
        <pc:chgData name="Chittaranjan Hens" userId="6fc03958433e8a43" providerId="LiveId" clId="{AE445185-F013-4E27-B402-5F71FF9385C1}" dt="2023-01-04T04:43:36.672" v="1516" actId="20577"/>
        <pc:sldMkLst>
          <pc:docMk/>
          <pc:sldMk cId="2195383221" sldId="343"/>
        </pc:sldMkLst>
        <pc:spChg chg="add del">
          <ac:chgData name="Chittaranjan Hens" userId="6fc03958433e8a43" providerId="LiveId" clId="{AE445185-F013-4E27-B402-5F71FF9385C1}" dt="2023-01-04T04:42:57.627" v="1492" actId="478"/>
          <ac:spMkLst>
            <pc:docMk/>
            <pc:sldMk cId="2195383221" sldId="343"/>
            <ac:spMk id="2" creationId="{805A4A17-A22E-E68E-FAE9-7D1054FFD9ED}"/>
          </ac:spMkLst>
        </pc:spChg>
        <pc:spChg chg="del">
          <ac:chgData name="Chittaranjan Hens" userId="6fc03958433e8a43" providerId="LiveId" clId="{AE445185-F013-4E27-B402-5F71FF9385C1}" dt="2023-01-04T04:41:07.614" v="1479" actId="478"/>
          <ac:spMkLst>
            <pc:docMk/>
            <pc:sldMk cId="2195383221" sldId="343"/>
            <ac:spMk id="3" creationId="{4EE4C12F-55AC-E942-7788-00ADAFADC326}"/>
          </ac:spMkLst>
        </pc:spChg>
        <pc:spChg chg="mod">
          <ac:chgData name="Chittaranjan Hens" userId="6fc03958433e8a43" providerId="LiveId" clId="{AE445185-F013-4E27-B402-5F71FF9385C1}" dt="2023-01-04T04:43:36.672" v="1516" actId="20577"/>
          <ac:spMkLst>
            <pc:docMk/>
            <pc:sldMk cId="2195383221" sldId="343"/>
            <ac:spMk id="8" creationId="{25DB9404-1245-DBD1-0A6B-C45569333CB3}"/>
          </ac:spMkLst>
        </pc:spChg>
        <pc:spChg chg="del">
          <ac:chgData name="Chittaranjan Hens" userId="6fc03958433e8a43" providerId="LiveId" clId="{AE445185-F013-4E27-B402-5F71FF9385C1}" dt="2023-01-04T04:41:07.614" v="1479" actId="478"/>
          <ac:spMkLst>
            <pc:docMk/>
            <pc:sldMk cId="2195383221" sldId="343"/>
            <ac:spMk id="9" creationId="{066AF049-D512-A892-5A10-3D94F0915DC9}"/>
          </ac:spMkLst>
        </pc:spChg>
        <pc:spChg chg="del">
          <ac:chgData name="Chittaranjan Hens" userId="6fc03958433e8a43" providerId="LiveId" clId="{AE445185-F013-4E27-B402-5F71FF9385C1}" dt="2023-01-04T04:41:07.614" v="1479" actId="478"/>
          <ac:spMkLst>
            <pc:docMk/>
            <pc:sldMk cId="2195383221" sldId="343"/>
            <ac:spMk id="10" creationId="{E3406E0F-131E-3B82-367A-1F54A5A56E1F}"/>
          </ac:spMkLst>
        </pc:spChg>
        <pc:picChg chg="del">
          <ac:chgData name="Chittaranjan Hens" userId="6fc03958433e8a43" providerId="LiveId" clId="{AE445185-F013-4E27-B402-5F71FF9385C1}" dt="2023-01-04T04:41:07.614" v="1479" actId="478"/>
          <ac:picMkLst>
            <pc:docMk/>
            <pc:sldMk cId="2195383221" sldId="343"/>
            <ac:picMk id="5" creationId="{BB426661-9216-4530-8BF3-3D6EF34F6FF3}"/>
          </ac:picMkLst>
        </pc:picChg>
        <pc:picChg chg="del">
          <ac:chgData name="Chittaranjan Hens" userId="6fc03958433e8a43" providerId="LiveId" clId="{AE445185-F013-4E27-B402-5F71FF9385C1}" dt="2023-01-04T04:41:07.614" v="1479" actId="478"/>
          <ac:picMkLst>
            <pc:docMk/>
            <pc:sldMk cId="2195383221" sldId="343"/>
            <ac:picMk id="7" creationId="{0765C4CA-490D-EDA8-37C4-39553CE789F0}"/>
          </ac:picMkLst>
        </pc:picChg>
        <pc:picChg chg="add mod">
          <ac:chgData name="Chittaranjan Hens" userId="6fc03958433e8a43" providerId="LiveId" clId="{AE445185-F013-4E27-B402-5F71FF9385C1}" dt="2023-01-04T04:43:05.678" v="1495" actId="1076"/>
          <ac:picMkLst>
            <pc:docMk/>
            <pc:sldMk cId="2195383221" sldId="343"/>
            <ac:picMk id="11" creationId="{E7C8C14C-3A1A-A7FC-A289-F098ABC8B1E0}"/>
          </ac:picMkLst>
        </pc:picChg>
      </pc:sldChg>
      <pc:sldChg chg="addSp delSp modSp add mod">
        <pc:chgData name="Chittaranjan Hens" userId="6fc03958433e8a43" providerId="LiveId" clId="{AE445185-F013-4E27-B402-5F71FF9385C1}" dt="2023-01-04T04:48:52.771" v="1589"/>
        <pc:sldMkLst>
          <pc:docMk/>
          <pc:sldMk cId="410067781" sldId="344"/>
        </pc:sldMkLst>
        <pc:spChg chg="del">
          <ac:chgData name="Chittaranjan Hens" userId="6fc03958433e8a43" providerId="LiveId" clId="{AE445185-F013-4E27-B402-5F71FF9385C1}" dt="2023-01-04T04:46:49.675" v="1555" actId="478"/>
          <ac:spMkLst>
            <pc:docMk/>
            <pc:sldMk cId="410067781" sldId="344"/>
            <ac:spMk id="2" creationId="{805A4A17-A22E-E68E-FAE9-7D1054FFD9ED}"/>
          </ac:spMkLst>
        </pc:spChg>
        <pc:spChg chg="add mod">
          <ac:chgData name="Chittaranjan Hens" userId="6fc03958433e8a43" providerId="LiveId" clId="{AE445185-F013-4E27-B402-5F71FF9385C1}" dt="2023-01-04T04:46:00.076" v="1542"/>
          <ac:spMkLst>
            <pc:docMk/>
            <pc:sldMk cId="410067781" sldId="344"/>
            <ac:spMk id="7" creationId="{50B6F353-D8EA-BECE-29F1-8FBC8CBD3B66}"/>
          </ac:spMkLst>
        </pc:spChg>
        <pc:spChg chg="mod">
          <ac:chgData name="Chittaranjan Hens" userId="6fc03958433e8a43" providerId="LiveId" clId="{AE445185-F013-4E27-B402-5F71FF9385C1}" dt="2023-01-04T04:43:32.525" v="1514" actId="20577"/>
          <ac:spMkLst>
            <pc:docMk/>
            <pc:sldMk cId="410067781" sldId="344"/>
            <ac:spMk id="8" creationId="{25DB9404-1245-DBD1-0A6B-C45569333CB3}"/>
          </ac:spMkLst>
        </pc:spChg>
        <pc:spChg chg="add del mod">
          <ac:chgData name="Chittaranjan Hens" userId="6fc03958433e8a43" providerId="LiveId" clId="{AE445185-F013-4E27-B402-5F71FF9385C1}" dt="2023-01-04T04:48:46.468" v="1588" actId="478"/>
          <ac:spMkLst>
            <pc:docMk/>
            <pc:sldMk cId="410067781" sldId="344"/>
            <ac:spMk id="10" creationId="{EF8C97F9-59EF-D8A3-2A46-6D02A20FE4F9}"/>
          </ac:spMkLst>
        </pc:spChg>
        <pc:spChg chg="add mod">
          <ac:chgData name="Chittaranjan Hens" userId="6fc03958433e8a43" providerId="LiveId" clId="{AE445185-F013-4E27-B402-5F71FF9385C1}" dt="2023-01-04T04:48:52.771" v="1589"/>
          <ac:spMkLst>
            <pc:docMk/>
            <pc:sldMk cId="410067781" sldId="344"/>
            <ac:spMk id="12" creationId="{EDB41CA6-DA13-36AF-A7CC-F844207B1C0E}"/>
          </ac:spMkLst>
        </pc:spChg>
        <pc:picChg chg="add mod">
          <ac:chgData name="Chittaranjan Hens" userId="6fc03958433e8a43" providerId="LiveId" clId="{AE445185-F013-4E27-B402-5F71FF9385C1}" dt="2023-01-04T04:44:07.851" v="1520" actId="1076"/>
          <ac:picMkLst>
            <pc:docMk/>
            <pc:sldMk cId="410067781" sldId="344"/>
            <ac:picMk id="5" creationId="{FEAB408E-9605-C783-893F-D4DDBBA9B9D1}"/>
          </ac:picMkLst>
        </pc:picChg>
        <pc:picChg chg="del">
          <ac:chgData name="Chittaranjan Hens" userId="6fc03958433e8a43" providerId="LiveId" clId="{AE445185-F013-4E27-B402-5F71FF9385C1}" dt="2023-01-04T04:43:41.872" v="1517" actId="478"/>
          <ac:picMkLst>
            <pc:docMk/>
            <pc:sldMk cId="410067781" sldId="344"/>
            <ac:picMk id="11" creationId="{E7C8C14C-3A1A-A7FC-A289-F098ABC8B1E0}"/>
          </ac:picMkLst>
        </pc:picChg>
      </pc:sldChg>
      <pc:sldChg chg="addSp modSp add mod">
        <pc:chgData name="Chittaranjan Hens" userId="6fc03958433e8a43" providerId="LiveId" clId="{AE445185-F013-4E27-B402-5F71FF9385C1}" dt="2023-01-04T04:47:33.678" v="1562" actId="14100"/>
        <pc:sldMkLst>
          <pc:docMk/>
          <pc:sldMk cId="1848923214" sldId="345"/>
        </pc:sldMkLst>
        <pc:spChg chg="mod">
          <ac:chgData name="Chittaranjan Hens" userId="6fc03958433e8a43" providerId="LiveId" clId="{AE445185-F013-4E27-B402-5F71FF9385C1}" dt="2023-01-04T04:47:04.125" v="1558" actId="14100"/>
          <ac:spMkLst>
            <pc:docMk/>
            <pc:sldMk cId="1848923214" sldId="345"/>
            <ac:spMk id="10" creationId="{EF8C97F9-59EF-D8A3-2A46-6D02A20FE4F9}"/>
          </ac:spMkLst>
        </pc:spChg>
        <pc:picChg chg="add mod">
          <ac:chgData name="Chittaranjan Hens" userId="6fc03958433e8a43" providerId="LiveId" clId="{AE445185-F013-4E27-B402-5F71FF9385C1}" dt="2023-01-04T04:47:33.678" v="1562" actId="14100"/>
          <ac:picMkLst>
            <pc:docMk/>
            <pc:sldMk cId="1848923214" sldId="345"/>
            <ac:picMk id="6" creationId="{A329220C-EEA4-59CB-3B2B-D8A303DEF507}"/>
          </ac:picMkLst>
        </pc:picChg>
      </pc:sldChg>
      <pc:sldChg chg="addSp delSp modSp add mod">
        <pc:chgData name="Chittaranjan Hens" userId="6fc03958433e8a43" providerId="LiveId" clId="{AE445185-F013-4E27-B402-5F71FF9385C1}" dt="2023-01-04T04:48:36.454" v="1587" actId="14100"/>
        <pc:sldMkLst>
          <pc:docMk/>
          <pc:sldMk cId="741208684" sldId="346"/>
        </pc:sldMkLst>
        <pc:spChg chg="del">
          <ac:chgData name="Chittaranjan Hens" userId="6fc03958433e8a43" providerId="LiveId" clId="{AE445185-F013-4E27-B402-5F71FF9385C1}" dt="2023-01-04T04:48:29.531" v="1585" actId="478"/>
          <ac:spMkLst>
            <pc:docMk/>
            <pc:sldMk cId="741208684" sldId="346"/>
            <ac:spMk id="2" creationId="{805A4A17-A22E-E68E-FAE9-7D1054FFD9ED}"/>
          </ac:spMkLst>
        </pc:spChg>
        <pc:spChg chg="del">
          <ac:chgData name="Chittaranjan Hens" userId="6fc03958433e8a43" providerId="LiveId" clId="{AE445185-F013-4E27-B402-5F71FF9385C1}" dt="2023-01-04T04:48:09.697" v="1567" actId="478"/>
          <ac:spMkLst>
            <pc:docMk/>
            <pc:sldMk cId="741208684" sldId="346"/>
            <ac:spMk id="7" creationId="{50B6F353-D8EA-BECE-29F1-8FBC8CBD3B66}"/>
          </ac:spMkLst>
        </pc:spChg>
        <pc:spChg chg="mod">
          <ac:chgData name="Chittaranjan Hens" userId="6fc03958433e8a43" providerId="LiveId" clId="{AE445185-F013-4E27-B402-5F71FF9385C1}" dt="2023-01-04T04:48:17.507" v="1581" actId="20577"/>
          <ac:spMkLst>
            <pc:docMk/>
            <pc:sldMk cId="741208684" sldId="346"/>
            <ac:spMk id="8" creationId="{25DB9404-1245-DBD1-0A6B-C45569333CB3}"/>
          </ac:spMkLst>
        </pc:spChg>
        <pc:spChg chg="del">
          <ac:chgData name="Chittaranjan Hens" userId="6fc03958433e8a43" providerId="LiveId" clId="{AE445185-F013-4E27-B402-5F71FF9385C1}" dt="2023-01-04T04:48:04.972" v="1565" actId="478"/>
          <ac:spMkLst>
            <pc:docMk/>
            <pc:sldMk cId="741208684" sldId="346"/>
            <ac:spMk id="10" creationId="{EF8C97F9-59EF-D8A3-2A46-6D02A20FE4F9}"/>
          </ac:spMkLst>
        </pc:spChg>
        <pc:picChg chg="del">
          <ac:chgData name="Chittaranjan Hens" userId="6fc03958433e8a43" providerId="LiveId" clId="{AE445185-F013-4E27-B402-5F71FF9385C1}" dt="2023-01-04T04:48:06.840" v="1566" actId="478"/>
          <ac:picMkLst>
            <pc:docMk/>
            <pc:sldMk cId="741208684" sldId="346"/>
            <ac:picMk id="5" creationId="{FEAB408E-9605-C783-893F-D4DDBBA9B9D1}"/>
          </ac:picMkLst>
        </pc:picChg>
        <pc:picChg chg="del">
          <ac:chgData name="Chittaranjan Hens" userId="6fc03958433e8a43" providerId="LiveId" clId="{AE445185-F013-4E27-B402-5F71FF9385C1}" dt="2023-01-04T04:48:01.886" v="1564" actId="478"/>
          <ac:picMkLst>
            <pc:docMk/>
            <pc:sldMk cId="741208684" sldId="346"/>
            <ac:picMk id="6" creationId="{A329220C-EEA4-59CB-3B2B-D8A303DEF507}"/>
          </ac:picMkLst>
        </pc:picChg>
        <pc:picChg chg="add mod">
          <ac:chgData name="Chittaranjan Hens" userId="6fc03958433e8a43" providerId="LiveId" clId="{AE445185-F013-4E27-B402-5F71FF9385C1}" dt="2023-01-04T04:48:36.454" v="1587" actId="14100"/>
          <ac:picMkLst>
            <pc:docMk/>
            <pc:sldMk cId="741208684" sldId="346"/>
            <ac:picMk id="9" creationId="{8C2D69A1-C9FA-08C9-C0EC-429CC2CE066A}"/>
          </ac:picMkLst>
        </pc:picChg>
      </pc:sldChg>
      <pc:sldChg chg="addSp delSp modSp add mod">
        <pc:chgData name="Chittaranjan Hens" userId="6fc03958433e8a43" providerId="LiveId" clId="{AE445185-F013-4E27-B402-5F71FF9385C1}" dt="2023-01-04T04:51:36.292" v="1621" actId="1076"/>
        <pc:sldMkLst>
          <pc:docMk/>
          <pc:sldMk cId="2384910355" sldId="347"/>
        </pc:sldMkLst>
        <pc:spChg chg="mod">
          <ac:chgData name="Chittaranjan Hens" userId="6fc03958433e8a43" providerId="LiveId" clId="{AE445185-F013-4E27-B402-5F71FF9385C1}" dt="2023-01-04T04:49:45.041" v="1606" actId="20577"/>
          <ac:spMkLst>
            <pc:docMk/>
            <pc:sldMk cId="2384910355" sldId="347"/>
            <ac:spMk id="8" creationId="{25DB9404-1245-DBD1-0A6B-C45569333CB3}"/>
          </ac:spMkLst>
        </pc:spChg>
        <pc:picChg chg="add mod">
          <ac:chgData name="Chittaranjan Hens" userId="6fc03958433e8a43" providerId="LiveId" clId="{AE445185-F013-4E27-B402-5F71FF9385C1}" dt="2023-01-04T04:50:46.111" v="1616" actId="1076"/>
          <ac:picMkLst>
            <pc:docMk/>
            <pc:sldMk cId="2384910355" sldId="347"/>
            <ac:picMk id="3" creationId="{B5BF9D24-2CB9-CC02-04C4-3F7AF0BA9F6D}"/>
          </ac:picMkLst>
        </pc:picChg>
        <pc:picChg chg="mod">
          <ac:chgData name="Chittaranjan Hens" userId="6fc03958433e8a43" providerId="LiveId" clId="{AE445185-F013-4E27-B402-5F71FF9385C1}" dt="2023-01-04T04:50:33.426" v="1613" actId="14100"/>
          <ac:picMkLst>
            <pc:docMk/>
            <pc:sldMk cId="2384910355" sldId="347"/>
            <ac:picMk id="4" creationId="{A77CDD2A-AFD3-0864-6D67-957A858D6745}"/>
          </ac:picMkLst>
        </pc:picChg>
        <pc:picChg chg="add mod">
          <ac:chgData name="Chittaranjan Hens" userId="6fc03958433e8a43" providerId="LiveId" clId="{AE445185-F013-4E27-B402-5F71FF9385C1}" dt="2023-01-04T04:50:48.093" v="1617" actId="1076"/>
          <ac:picMkLst>
            <pc:docMk/>
            <pc:sldMk cId="2384910355" sldId="347"/>
            <ac:picMk id="6" creationId="{849F69D2-AD4B-53B3-240E-8091F03B60E6}"/>
          </ac:picMkLst>
        </pc:picChg>
        <pc:picChg chg="del">
          <ac:chgData name="Chittaranjan Hens" userId="6fc03958433e8a43" providerId="LiveId" clId="{AE445185-F013-4E27-B402-5F71FF9385C1}" dt="2023-01-04T04:49:46.956" v="1607" actId="478"/>
          <ac:picMkLst>
            <pc:docMk/>
            <pc:sldMk cId="2384910355" sldId="347"/>
            <ac:picMk id="9" creationId="{8C2D69A1-C9FA-08C9-C0EC-429CC2CE066A}"/>
          </ac:picMkLst>
        </pc:picChg>
        <pc:picChg chg="add mod">
          <ac:chgData name="Chittaranjan Hens" userId="6fc03958433e8a43" providerId="LiveId" clId="{AE445185-F013-4E27-B402-5F71FF9385C1}" dt="2023-01-04T04:51:36.292" v="1621" actId="1076"/>
          <ac:picMkLst>
            <pc:docMk/>
            <pc:sldMk cId="2384910355" sldId="347"/>
            <ac:picMk id="10" creationId="{614ED4D1-C199-652E-CCE0-7EEC8A635F36}"/>
          </ac:picMkLst>
        </pc:picChg>
      </pc:sldChg>
      <pc:sldChg chg="addSp delSp modSp add mod">
        <pc:chgData name="Chittaranjan Hens" userId="6fc03958433e8a43" providerId="LiveId" clId="{AE445185-F013-4E27-B402-5F71FF9385C1}" dt="2023-01-04T04:52:28.250" v="1643" actId="1076"/>
        <pc:sldMkLst>
          <pc:docMk/>
          <pc:sldMk cId="2084815155" sldId="348"/>
        </pc:sldMkLst>
        <pc:spChg chg="mod">
          <ac:chgData name="Chittaranjan Hens" userId="6fc03958433e8a43" providerId="LiveId" clId="{AE445185-F013-4E27-B402-5F71FF9385C1}" dt="2023-01-04T04:52:13.011" v="1637" actId="20577"/>
          <ac:spMkLst>
            <pc:docMk/>
            <pc:sldMk cId="2084815155" sldId="348"/>
            <ac:spMk id="8" creationId="{25DB9404-1245-DBD1-0A6B-C45569333CB3}"/>
          </ac:spMkLst>
        </pc:spChg>
        <pc:picChg chg="del">
          <ac:chgData name="Chittaranjan Hens" userId="6fc03958433e8a43" providerId="LiveId" clId="{AE445185-F013-4E27-B402-5F71FF9385C1}" dt="2023-01-04T04:52:07.453" v="1623" actId="478"/>
          <ac:picMkLst>
            <pc:docMk/>
            <pc:sldMk cId="2084815155" sldId="348"/>
            <ac:picMk id="3" creationId="{B5BF9D24-2CB9-CC02-04C4-3F7AF0BA9F6D}"/>
          </ac:picMkLst>
        </pc:picChg>
        <pc:picChg chg="add mod">
          <ac:chgData name="Chittaranjan Hens" userId="6fc03958433e8a43" providerId="LiveId" clId="{AE445185-F013-4E27-B402-5F71FF9385C1}" dt="2023-01-04T04:52:28.250" v="1643" actId="1076"/>
          <ac:picMkLst>
            <pc:docMk/>
            <pc:sldMk cId="2084815155" sldId="348"/>
            <ac:picMk id="5" creationId="{4249E9FA-9C3A-15A9-55B9-A18234AFEB72}"/>
          </ac:picMkLst>
        </pc:picChg>
        <pc:picChg chg="del">
          <ac:chgData name="Chittaranjan Hens" userId="6fc03958433e8a43" providerId="LiveId" clId="{AE445185-F013-4E27-B402-5F71FF9385C1}" dt="2023-01-04T04:52:07.453" v="1623" actId="478"/>
          <ac:picMkLst>
            <pc:docMk/>
            <pc:sldMk cId="2084815155" sldId="348"/>
            <ac:picMk id="6" creationId="{849F69D2-AD4B-53B3-240E-8091F03B60E6}"/>
          </ac:picMkLst>
        </pc:picChg>
        <pc:picChg chg="del">
          <ac:chgData name="Chittaranjan Hens" userId="6fc03958433e8a43" providerId="LiveId" clId="{AE445185-F013-4E27-B402-5F71FF9385C1}" dt="2023-01-04T04:52:07.453" v="1623" actId="478"/>
          <ac:picMkLst>
            <pc:docMk/>
            <pc:sldMk cId="2084815155" sldId="348"/>
            <ac:picMk id="10" creationId="{614ED4D1-C199-652E-CCE0-7EEC8A635F36}"/>
          </ac:picMkLst>
        </pc:picChg>
      </pc:sldChg>
      <pc:sldChg chg="delSp modSp add mod">
        <pc:chgData name="Chittaranjan Hens" userId="6fc03958433e8a43" providerId="LiveId" clId="{AE445185-F013-4E27-B402-5F71FF9385C1}" dt="2023-01-04T04:54:16.229" v="1661" actId="20577"/>
        <pc:sldMkLst>
          <pc:docMk/>
          <pc:sldMk cId="785561664" sldId="349"/>
        </pc:sldMkLst>
        <pc:spChg chg="mod">
          <ac:chgData name="Chittaranjan Hens" userId="6fc03958433e8a43" providerId="LiveId" clId="{AE445185-F013-4E27-B402-5F71FF9385C1}" dt="2023-01-04T04:54:16.229" v="1661" actId="20577"/>
          <ac:spMkLst>
            <pc:docMk/>
            <pc:sldMk cId="785561664" sldId="349"/>
            <ac:spMk id="8" creationId="{25DB9404-1245-DBD1-0A6B-C45569333CB3}"/>
          </ac:spMkLst>
        </pc:spChg>
        <pc:picChg chg="del">
          <ac:chgData name="Chittaranjan Hens" userId="6fc03958433e8a43" providerId="LiveId" clId="{AE445185-F013-4E27-B402-5F71FF9385C1}" dt="2023-01-04T04:54:04.915" v="1649" actId="478"/>
          <ac:picMkLst>
            <pc:docMk/>
            <pc:sldMk cId="785561664" sldId="349"/>
            <ac:picMk id="5" creationId="{4249E9FA-9C3A-15A9-55B9-A18234AFEB72}"/>
          </ac:picMkLst>
        </pc:picChg>
      </pc:sldChg>
    </pc:docChg>
  </pc:docChgLst>
  <pc:docChgLst>
    <pc:chgData name="Chittaranjan Hens" userId="6fc03958433e8a43" providerId="LiveId" clId="{0C84B6BE-22AA-43CC-9A0E-E78326592F4C}"/>
    <pc:docChg chg="undo custSel addSld delSld modSld">
      <pc:chgData name="Chittaranjan Hens" userId="6fc03958433e8a43" providerId="LiveId" clId="{0C84B6BE-22AA-43CC-9A0E-E78326592F4C}" dt="2024-01-16T05:17:17.663" v="751" actId="20577"/>
      <pc:docMkLst>
        <pc:docMk/>
      </pc:docMkLst>
      <pc:sldChg chg="modSp">
        <pc:chgData name="Chittaranjan Hens" userId="6fc03958433e8a43" providerId="LiveId" clId="{0C84B6BE-22AA-43CC-9A0E-E78326592F4C}" dt="2024-01-12T07:40:06.966" v="695" actId="20577"/>
        <pc:sldMkLst>
          <pc:docMk/>
          <pc:sldMk cId="4118174380" sldId="281"/>
        </pc:sldMkLst>
        <pc:spChg chg="mod">
          <ac:chgData name="Chittaranjan Hens" userId="6fc03958433e8a43" providerId="LiveId" clId="{0C84B6BE-22AA-43CC-9A0E-E78326592F4C}" dt="2024-01-12T07:40:06.966" v="695" actId="20577"/>
          <ac:spMkLst>
            <pc:docMk/>
            <pc:sldMk cId="4118174380" sldId="281"/>
            <ac:spMk id="7" creationId="{6914705F-5DAA-074E-F1F8-BBCCA9869E73}"/>
          </ac:spMkLst>
        </pc:spChg>
      </pc:sldChg>
      <pc:sldChg chg="add">
        <pc:chgData name="Chittaranjan Hens" userId="6fc03958433e8a43" providerId="LiveId" clId="{0C84B6BE-22AA-43CC-9A0E-E78326592F4C}" dt="2024-01-12T07:23:33.814" v="616"/>
        <pc:sldMkLst>
          <pc:docMk/>
          <pc:sldMk cId="2230484363" sldId="324"/>
        </pc:sldMkLst>
        <pc:spChg chg="mod">
          <ac:chgData name="Chittaranjan Hens" userId="6fc03958433e8a43" providerId="LiveId" clId="{0C84B6BE-22AA-43CC-9A0E-E78326592F4C}" dt="2024-01-12T07:22:03.986" v="614" actId="33524"/>
          <ac:spMkLst>
            <pc:docMk/>
            <pc:sldMk cId="2230484363" sldId="324"/>
            <ac:spMk id="53251" creationId="{6F1E4EBF-FB48-4D27-BFAC-A3166D6FB001}"/>
          </ac:spMkLst>
        </pc:spChg>
      </pc:sldChg>
      <pc:sldChg chg="del">
        <pc:chgData name="Chittaranjan Hens" userId="6fc03958433e8a43" providerId="LiveId" clId="{0C84B6BE-22AA-43CC-9A0E-E78326592F4C}" dt="2024-01-12T07:23:16.373" v="615" actId="2696"/>
        <pc:sldMkLst>
          <pc:docMk/>
          <pc:sldMk cId="4148297378" sldId="325"/>
        </pc:sldMkLst>
      </pc:sldChg>
      <pc:sldChg chg="add">
        <pc:chgData name="Chittaranjan Hens" userId="6fc03958433e8a43" providerId="LiveId" clId="{0C84B6BE-22AA-43CC-9A0E-E78326592F4C}" dt="2024-01-12T07:23:33.814" v="616"/>
        <pc:sldMkLst>
          <pc:docMk/>
          <pc:sldMk cId="2417604382" sldId="369"/>
        </pc:sldMkLst>
      </pc:sldChg>
      <pc:sldChg chg="del">
        <pc:chgData name="Chittaranjan Hens" userId="6fc03958433e8a43" providerId="LiveId" clId="{0C84B6BE-22AA-43CC-9A0E-E78326592F4C}" dt="2024-01-12T07:23:16.373" v="615" actId="2696"/>
        <pc:sldMkLst>
          <pc:docMk/>
          <pc:sldMk cId="1519717446" sldId="474"/>
        </pc:sldMkLst>
      </pc:sldChg>
      <pc:sldChg chg="add">
        <pc:chgData name="Chittaranjan Hens" userId="6fc03958433e8a43" providerId="LiveId" clId="{0C84B6BE-22AA-43CC-9A0E-E78326592F4C}" dt="2024-01-12T07:23:33.814" v="616"/>
        <pc:sldMkLst>
          <pc:docMk/>
          <pc:sldMk cId="2994496861" sldId="474"/>
        </pc:sldMkLst>
      </pc:sldChg>
      <pc:sldChg chg="del">
        <pc:chgData name="Chittaranjan Hens" userId="6fc03958433e8a43" providerId="LiveId" clId="{0C84B6BE-22AA-43CC-9A0E-E78326592F4C}" dt="2024-01-12T07:23:16.373" v="615" actId="2696"/>
        <pc:sldMkLst>
          <pc:docMk/>
          <pc:sldMk cId="603594097" sldId="475"/>
        </pc:sldMkLst>
      </pc:sldChg>
      <pc:sldChg chg="add">
        <pc:chgData name="Chittaranjan Hens" userId="6fc03958433e8a43" providerId="LiveId" clId="{0C84B6BE-22AA-43CC-9A0E-E78326592F4C}" dt="2024-01-12T07:23:33.814" v="616"/>
        <pc:sldMkLst>
          <pc:docMk/>
          <pc:sldMk cId="2608199176" sldId="475"/>
        </pc:sldMkLst>
      </pc:sldChg>
      <pc:sldChg chg="del">
        <pc:chgData name="Chittaranjan Hens" userId="6fc03958433e8a43" providerId="LiveId" clId="{0C84B6BE-22AA-43CC-9A0E-E78326592F4C}" dt="2024-01-12T07:23:16.373" v="615" actId="2696"/>
        <pc:sldMkLst>
          <pc:docMk/>
          <pc:sldMk cId="658556935" sldId="476"/>
        </pc:sldMkLst>
      </pc:sldChg>
      <pc:sldChg chg="add">
        <pc:chgData name="Chittaranjan Hens" userId="6fc03958433e8a43" providerId="LiveId" clId="{0C84B6BE-22AA-43CC-9A0E-E78326592F4C}" dt="2024-01-12T07:23:33.814" v="616"/>
        <pc:sldMkLst>
          <pc:docMk/>
          <pc:sldMk cId="4019248499" sldId="476"/>
        </pc:sldMkLst>
      </pc:sldChg>
      <pc:sldChg chg="modSp mod">
        <pc:chgData name="Chittaranjan Hens" userId="6fc03958433e8a43" providerId="LiveId" clId="{0C84B6BE-22AA-43CC-9A0E-E78326592F4C}" dt="2024-01-12T07:35:02.592" v="671" actId="20577"/>
        <pc:sldMkLst>
          <pc:docMk/>
          <pc:sldMk cId="903028763" sldId="480"/>
        </pc:sldMkLst>
        <pc:spChg chg="mod">
          <ac:chgData name="Chittaranjan Hens" userId="6fc03958433e8a43" providerId="LiveId" clId="{0C84B6BE-22AA-43CC-9A0E-E78326592F4C}" dt="2024-01-11T05:40:05.299" v="611" actId="6549"/>
          <ac:spMkLst>
            <pc:docMk/>
            <pc:sldMk cId="903028763" sldId="480"/>
            <ac:spMk id="3" creationId="{6DDE27EF-4FF1-99D7-9D4B-8767B389D4F7}"/>
          </ac:spMkLst>
        </pc:spChg>
        <pc:spChg chg="mod">
          <ac:chgData name="Chittaranjan Hens" userId="6fc03958433e8a43" providerId="LiveId" clId="{0C84B6BE-22AA-43CC-9A0E-E78326592F4C}" dt="2024-01-12T07:35:02.592" v="671" actId="20577"/>
          <ac:spMkLst>
            <pc:docMk/>
            <pc:sldMk cId="903028763" sldId="480"/>
            <ac:spMk id="4" creationId="{BF0A5A60-2D94-0F8B-3F19-C1E7531D5474}"/>
          </ac:spMkLst>
        </pc:spChg>
      </pc:sldChg>
      <pc:sldChg chg="modSp mod">
        <pc:chgData name="Chittaranjan Hens" userId="6fc03958433e8a43" providerId="LiveId" clId="{0C84B6BE-22AA-43CC-9A0E-E78326592F4C}" dt="2024-01-12T07:37:13.881" v="673" actId="1076"/>
        <pc:sldMkLst>
          <pc:docMk/>
          <pc:sldMk cId="3628849433" sldId="486"/>
        </pc:sldMkLst>
        <pc:spChg chg="mod">
          <ac:chgData name="Chittaranjan Hens" userId="6fc03958433e8a43" providerId="LiveId" clId="{0C84B6BE-22AA-43CC-9A0E-E78326592F4C}" dt="2024-01-11T05:37:28.022" v="605" actId="20577"/>
          <ac:spMkLst>
            <pc:docMk/>
            <pc:sldMk cId="3628849433" sldId="486"/>
            <ac:spMk id="2" creationId="{8EFBF971-A446-CBB4-16FA-5E2E2C5903F0}"/>
          </ac:spMkLst>
        </pc:spChg>
        <pc:picChg chg="mod">
          <ac:chgData name="Chittaranjan Hens" userId="6fc03958433e8a43" providerId="LiveId" clId="{0C84B6BE-22AA-43CC-9A0E-E78326592F4C}" dt="2024-01-12T07:37:13.881" v="673" actId="1076"/>
          <ac:picMkLst>
            <pc:docMk/>
            <pc:sldMk cId="3628849433" sldId="486"/>
            <ac:picMk id="7" creationId="{7075C4AF-6ECD-B69C-0E8A-BCA69B2587BD}"/>
          </ac:picMkLst>
        </pc:picChg>
      </pc:sldChg>
      <pc:sldChg chg="modSp mod">
        <pc:chgData name="Chittaranjan Hens" userId="6fc03958433e8a43" providerId="LiveId" clId="{0C84B6BE-22AA-43CC-9A0E-E78326592F4C}" dt="2024-01-12T07:34:38.942" v="665" actId="20577"/>
        <pc:sldMkLst>
          <pc:docMk/>
          <pc:sldMk cId="2673504197" sldId="487"/>
        </pc:sldMkLst>
        <pc:spChg chg="mod">
          <ac:chgData name="Chittaranjan Hens" userId="6fc03958433e8a43" providerId="LiveId" clId="{0C84B6BE-22AA-43CC-9A0E-E78326592F4C}" dt="2024-01-12T07:34:38.942" v="665" actId="20577"/>
          <ac:spMkLst>
            <pc:docMk/>
            <pc:sldMk cId="2673504197" sldId="487"/>
            <ac:spMk id="2" creationId="{8EFBF971-A446-CBB4-16FA-5E2E2C5903F0}"/>
          </ac:spMkLst>
        </pc:spChg>
      </pc:sldChg>
      <pc:sldChg chg="del">
        <pc:chgData name="Chittaranjan Hens" userId="6fc03958433e8a43" providerId="LiveId" clId="{0C84B6BE-22AA-43CC-9A0E-E78326592F4C}" dt="2024-01-11T05:23:28.281" v="0" actId="47"/>
        <pc:sldMkLst>
          <pc:docMk/>
          <pc:sldMk cId="1434668872" sldId="489"/>
        </pc:sldMkLst>
      </pc:sldChg>
      <pc:sldChg chg="addSp delSp modSp mod">
        <pc:chgData name="Chittaranjan Hens" userId="6fc03958433e8a43" providerId="LiveId" clId="{0C84B6BE-22AA-43CC-9A0E-E78326592F4C}" dt="2024-01-11T05:37:17.714" v="590" actId="20577"/>
        <pc:sldMkLst>
          <pc:docMk/>
          <pc:sldMk cId="2723067071" sldId="492"/>
        </pc:sldMkLst>
        <pc:spChg chg="mod">
          <ac:chgData name="Chittaranjan Hens" userId="6fc03958433e8a43" providerId="LiveId" clId="{0C84B6BE-22AA-43CC-9A0E-E78326592F4C}" dt="2024-01-11T05:37:17.714" v="590" actId="20577"/>
          <ac:spMkLst>
            <pc:docMk/>
            <pc:sldMk cId="2723067071" sldId="492"/>
            <ac:spMk id="2" creationId="{8EFBF971-A446-CBB4-16FA-5E2E2C5903F0}"/>
          </ac:spMkLst>
        </pc:spChg>
        <pc:spChg chg="add mod">
          <ac:chgData name="Chittaranjan Hens" userId="6fc03958433e8a43" providerId="LiveId" clId="{0C84B6BE-22AA-43CC-9A0E-E78326592F4C}" dt="2024-01-11T05:28:18.312" v="231" actId="207"/>
          <ac:spMkLst>
            <pc:docMk/>
            <pc:sldMk cId="2723067071" sldId="492"/>
            <ac:spMk id="3" creationId="{00375ED0-2931-273A-0533-CD920EEDFFC2}"/>
          </ac:spMkLst>
        </pc:spChg>
        <pc:spChg chg="add mod">
          <ac:chgData name="Chittaranjan Hens" userId="6fc03958433e8a43" providerId="LiveId" clId="{0C84B6BE-22AA-43CC-9A0E-E78326592F4C}" dt="2024-01-11T05:28:22.249" v="232" actId="1076"/>
          <ac:spMkLst>
            <pc:docMk/>
            <pc:sldMk cId="2723067071" sldId="492"/>
            <ac:spMk id="10" creationId="{E96CCC49-B91A-899A-B10B-347705CDA2C9}"/>
          </ac:spMkLst>
        </pc:spChg>
        <pc:spChg chg="add mod">
          <ac:chgData name="Chittaranjan Hens" userId="6fc03958433e8a43" providerId="LiveId" clId="{0C84B6BE-22AA-43CC-9A0E-E78326592F4C}" dt="2024-01-11T05:28:34.843" v="234" actId="207"/>
          <ac:spMkLst>
            <pc:docMk/>
            <pc:sldMk cId="2723067071" sldId="492"/>
            <ac:spMk id="11" creationId="{C3E5D14E-247C-6FBA-44DB-E60BE9615E42}"/>
          </ac:spMkLst>
        </pc:spChg>
        <pc:grpChg chg="del mod">
          <ac:chgData name="Chittaranjan Hens" userId="6fc03958433e8a43" providerId="LiveId" clId="{0C84B6BE-22AA-43CC-9A0E-E78326592F4C}" dt="2024-01-11T05:28:42.322" v="237" actId="478"/>
          <ac:grpSpMkLst>
            <pc:docMk/>
            <pc:sldMk cId="2723067071" sldId="492"/>
            <ac:grpSpMk id="9" creationId="{AEF9E9D3-FE2E-EB6D-A361-5364A8303F3B}"/>
          </ac:grpSpMkLst>
        </pc:grpChg>
        <pc:picChg chg="del mod">
          <ac:chgData name="Chittaranjan Hens" userId="6fc03958433e8a43" providerId="LiveId" clId="{0C84B6BE-22AA-43CC-9A0E-E78326592F4C}" dt="2024-01-11T05:28:13.289" v="229" actId="478"/>
          <ac:picMkLst>
            <pc:docMk/>
            <pc:sldMk cId="2723067071" sldId="492"/>
            <ac:picMk id="5" creationId="{03FCE0F0-0789-94F3-8695-3ADB444D014F}"/>
          </ac:picMkLst>
        </pc:picChg>
        <pc:picChg chg="del mod">
          <ac:chgData name="Chittaranjan Hens" userId="6fc03958433e8a43" providerId="LiveId" clId="{0C84B6BE-22AA-43CC-9A0E-E78326592F4C}" dt="2024-01-11T05:28:42.322" v="237" actId="478"/>
          <ac:picMkLst>
            <pc:docMk/>
            <pc:sldMk cId="2723067071" sldId="492"/>
            <ac:picMk id="8" creationId="{2178C69A-D7FB-C903-3914-6B3CFEFDEBD7}"/>
          </ac:picMkLst>
        </pc:picChg>
      </pc:sldChg>
      <pc:sldChg chg="modSp">
        <pc:chgData name="Chittaranjan Hens" userId="6fc03958433e8a43" providerId="LiveId" clId="{0C84B6BE-22AA-43CC-9A0E-E78326592F4C}" dt="2024-01-16T05:04:32.203" v="749" actId="33524"/>
        <pc:sldMkLst>
          <pc:docMk/>
          <pc:sldMk cId="1172416498" sldId="497"/>
        </pc:sldMkLst>
        <pc:spChg chg="mod">
          <ac:chgData name="Chittaranjan Hens" userId="6fc03958433e8a43" providerId="LiveId" clId="{0C84B6BE-22AA-43CC-9A0E-E78326592F4C}" dt="2024-01-16T05:04:32.203" v="749" actId="33524"/>
          <ac:spMkLst>
            <pc:docMk/>
            <pc:sldMk cId="1172416498" sldId="497"/>
            <ac:spMk id="14" creationId="{86A61060-4CC0-66BC-6506-41C2F198AF6C}"/>
          </ac:spMkLst>
        </pc:spChg>
      </pc:sldChg>
      <pc:sldChg chg="modSp">
        <pc:chgData name="Chittaranjan Hens" userId="6fc03958433e8a43" providerId="LiveId" clId="{0C84B6BE-22AA-43CC-9A0E-E78326592F4C}" dt="2024-01-11T05:51:45.336" v="612" actId="20577"/>
        <pc:sldMkLst>
          <pc:docMk/>
          <pc:sldMk cId="4203961249" sldId="499"/>
        </pc:sldMkLst>
        <pc:spChg chg="mod">
          <ac:chgData name="Chittaranjan Hens" userId="6fc03958433e8a43" providerId="LiveId" clId="{0C84B6BE-22AA-43CC-9A0E-E78326592F4C}" dt="2024-01-11T05:51:45.336" v="612" actId="20577"/>
          <ac:spMkLst>
            <pc:docMk/>
            <pc:sldMk cId="4203961249" sldId="499"/>
            <ac:spMk id="18" creationId="{5CE6DB7F-F52F-764B-7306-0CF78CD4E86F}"/>
          </ac:spMkLst>
        </pc:spChg>
      </pc:sldChg>
      <pc:sldChg chg="modSp">
        <pc:chgData name="Chittaranjan Hens" userId="6fc03958433e8a43" providerId="LiveId" clId="{0C84B6BE-22AA-43CC-9A0E-E78326592F4C}" dt="2024-01-16T05:17:17.663" v="751" actId="20577"/>
        <pc:sldMkLst>
          <pc:docMk/>
          <pc:sldMk cId="225175671" sldId="500"/>
        </pc:sldMkLst>
        <pc:spChg chg="mod">
          <ac:chgData name="Chittaranjan Hens" userId="6fc03958433e8a43" providerId="LiveId" clId="{0C84B6BE-22AA-43CC-9A0E-E78326592F4C}" dt="2024-01-11T05:55:45.120" v="613" actId="20577"/>
          <ac:spMkLst>
            <pc:docMk/>
            <pc:sldMk cId="225175671" sldId="500"/>
            <ac:spMk id="5" creationId="{390AA857-A8BE-08CA-EF6B-BFEF1D995E2C}"/>
          </ac:spMkLst>
        </pc:spChg>
        <pc:spChg chg="mod">
          <ac:chgData name="Chittaranjan Hens" userId="6fc03958433e8a43" providerId="LiveId" clId="{0C84B6BE-22AA-43CC-9A0E-E78326592F4C}" dt="2024-01-16T05:17:17.663" v="751" actId="20577"/>
          <ac:spMkLst>
            <pc:docMk/>
            <pc:sldMk cId="225175671" sldId="500"/>
            <ac:spMk id="18" creationId="{5CE6DB7F-F52F-764B-7306-0CF78CD4E86F}"/>
          </ac:spMkLst>
        </pc:spChg>
      </pc:sldChg>
      <pc:sldChg chg="modSp mod">
        <pc:chgData name="Chittaranjan Hens" userId="6fc03958433e8a43" providerId="LiveId" clId="{0C84B6BE-22AA-43CC-9A0E-E78326592F4C}" dt="2024-01-12T07:45:20.130" v="748" actId="20577"/>
        <pc:sldMkLst>
          <pc:docMk/>
          <pc:sldMk cId="1071421308" sldId="502"/>
        </pc:sldMkLst>
        <pc:spChg chg="mod">
          <ac:chgData name="Chittaranjan Hens" userId="6fc03958433e8a43" providerId="LiveId" clId="{0C84B6BE-22AA-43CC-9A0E-E78326592F4C}" dt="2024-01-12T07:45:20.130" v="748" actId="20577"/>
          <ac:spMkLst>
            <pc:docMk/>
            <pc:sldMk cId="1071421308" sldId="502"/>
            <ac:spMk id="10" creationId="{01A96E18-E979-9E3C-2D58-AAA147C6EA59}"/>
          </ac:spMkLst>
        </pc:spChg>
        <pc:picChg chg="mod">
          <ac:chgData name="Chittaranjan Hens" userId="6fc03958433e8a43" providerId="LiveId" clId="{0C84B6BE-22AA-43CC-9A0E-E78326592F4C}" dt="2024-01-12T07:43:46.996" v="728" actId="1076"/>
          <ac:picMkLst>
            <pc:docMk/>
            <pc:sldMk cId="1071421308" sldId="502"/>
            <ac:picMk id="14" creationId="{63460A89-88A2-991A-B870-A8B5C301331C}"/>
          </ac:picMkLst>
        </pc:picChg>
      </pc:sldChg>
      <pc:sldChg chg="del">
        <pc:chgData name="Chittaranjan Hens" userId="6fc03958433e8a43" providerId="LiveId" clId="{0C84B6BE-22AA-43CC-9A0E-E78326592F4C}" dt="2024-01-12T07:23:16.373" v="615" actId="2696"/>
        <pc:sldMkLst>
          <pc:docMk/>
          <pc:sldMk cId="355833865" sldId="718"/>
        </pc:sldMkLst>
      </pc:sldChg>
      <pc:sldChg chg="modSp mod">
        <pc:chgData name="Chittaranjan Hens" userId="6fc03958433e8a43" providerId="LiveId" clId="{0C84B6BE-22AA-43CC-9A0E-E78326592F4C}" dt="2024-01-12T07:40:55.895" v="726" actId="404"/>
        <pc:sldMkLst>
          <pc:docMk/>
          <pc:sldMk cId="2139276853" sldId="721"/>
        </pc:sldMkLst>
        <pc:spChg chg="mod">
          <ac:chgData name="Chittaranjan Hens" userId="6fc03958433e8a43" providerId="LiveId" clId="{0C84B6BE-22AA-43CC-9A0E-E78326592F4C}" dt="2024-01-12T07:40:55.895" v="726" actId="404"/>
          <ac:spMkLst>
            <pc:docMk/>
            <pc:sldMk cId="2139276853" sldId="721"/>
            <ac:spMk id="10" creationId="{01A96E18-E979-9E3C-2D58-AAA147C6EA59}"/>
          </ac:spMkLst>
        </pc:spChg>
      </pc:sldChg>
      <pc:sldChg chg="modSp mod">
        <pc:chgData name="Chittaranjan Hens" userId="6fc03958433e8a43" providerId="LiveId" clId="{0C84B6BE-22AA-43CC-9A0E-E78326592F4C}" dt="2024-01-16T05:16:53.047" v="750" actId="20577"/>
        <pc:sldMkLst>
          <pc:docMk/>
          <pc:sldMk cId="3671995003" sldId="722"/>
        </pc:sldMkLst>
        <pc:spChg chg="mod">
          <ac:chgData name="Chittaranjan Hens" userId="6fc03958433e8a43" providerId="LiveId" clId="{0C84B6BE-22AA-43CC-9A0E-E78326592F4C}" dt="2024-01-12T07:40:37.179" v="715" actId="20577"/>
          <ac:spMkLst>
            <pc:docMk/>
            <pc:sldMk cId="3671995003" sldId="722"/>
            <ac:spMk id="10" creationId="{01A96E18-E979-9E3C-2D58-AAA147C6EA59}"/>
          </ac:spMkLst>
        </pc:spChg>
        <pc:spChg chg="mod">
          <ac:chgData name="Chittaranjan Hens" userId="6fc03958433e8a43" providerId="LiveId" clId="{0C84B6BE-22AA-43CC-9A0E-E78326592F4C}" dt="2024-01-16T05:16:53.047" v="750" actId="20577"/>
          <ac:spMkLst>
            <pc:docMk/>
            <pc:sldMk cId="3671995003" sldId="722"/>
            <ac:spMk id="18" creationId="{5CE6DB7F-F52F-764B-7306-0CF78CD4E86F}"/>
          </ac:spMkLst>
        </pc:spChg>
      </pc:sldChg>
      <pc:sldChg chg="modSp">
        <pc:chgData name="Chittaranjan Hens" userId="6fc03958433e8a43" providerId="LiveId" clId="{0C84B6BE-22AA-43CC-9A0E-E78326592F4C}" dt="2024-01-12T07:42:13.161" v="727" actId="33524"/>
        <pc:sldMkLst>
          <pc:docMk/>
          <pc:sldMk cId="150847126" sldId="724"/>
        </pc:sldMkLst>
        <pc:spChg chg="mod">
          <ac:chgData name="Chittaranjan Hens" userId="6fc03958433e8a43" providerId="LiveId" clId="{0C84B6BE-22AA-43CC-9A0E-E78326592F4C}" dt="2024-01-12T07:42:13.161" v="727" actId="33524"/>
          <ac:spMkLst>
            <pc:docMk/>
            <pc:sldMk cId="150847126" sldId="724"/>
            <ac:spMk id="11" creationId="{C88415E0-5323-E1E7-CAEA-43160FD99A98}"/>
          </ac:spMkLst>
        </pc:spChg>
      </pc:sldChg>
      <pc:sldChg chg="modSp mod">
        <pc:chgData name="Chittaranjan Hens" userId="6fc03958433e8a43" providerId="LiveId" clId="{0C84B6BE-22AA-43CC-9A0E-E78326592F4C}" dt="2024-01-12T07:40:20.784" v="705" actId="20577"/>
        <pc:sldMkLst>
          <pc:docMk/>
          <pc:sldMk cId="4239028863" sldId="729"/>
        </pc:sldMkLst>
        <pc:spChg chg="mod">
          <ac:chgData name="Chittaranjan Hens" userId="6fc03958433e8a43" providerId="LiveId" clId="{0C84B6BE-22AA-43CC-9A0E-E78326592F4C}" dt="2024-01-12T07:40:20.784" v="705" actId="20577"/>
          <ac:spMkLst>
            <pc:docMk/>
            <pc:sldMk cId="4239028863" sldId="729"/>
            <ac:spMk id="10" creationId="{01A96E18-E979-9E3C-2D58-AAA147C6EA59}"/>
          </ac:spMkLst>
        </pc:spChg>
      </pc:sldChg>
      <pc:sldChg chg="modSp mod">
        <pc:chgData name="Chittaranjan Hens" userId="6fc03958433e8a43" providerId="LiveId" clId="{0C84B6BE-22AA-43CC-9A0E-E78326592F4C}" dt="2024-01-12T07:45:05.572" v="738" actId="20577"/>
        <pc:sldMkLst>
          <pc:docMk/>
          <pc:sldMk cId="1331632382" sldId="735"/>
        </pc:sldMkLst>
        <pc:spChg chg="mod">
          <ac:chgData name="Chittaranjan Hens" userId="6fc03958433e8a43" providerId="LiveId" clId="{0C84B6BE-22AA-43CC-9A0E-E78326592F4C}" dt="2024-01-12T07:45:05.572" v="738" actId="20577"/>
          <ac:spMkLst>
            <pc:docMk/>
            <pc:sldMk cId="1331632382" sldId="735"/>
            <ac:spMk id="10" creationId="{01A96E18-E979-9E3C-2D58-AAA147C6EA59}"/>
          </ac:spMkLst>
        </pc:spChg>
      </pc:sldChg>
      <pc:sldChg chg="del">
        <pc:chgData name="Chittaranjan Hens" userId="6fc03958433e8a43" providerId="LiveId" clId="{0C84B6BE-22AA-43CC-9A0E-E78326592F4C}" dt="2024-01-12T07:23:16.373" v="615" actId="2696"/>
        <pc:sldMkLst>
          <pc:docMk/>
          <pc:sldMk cId="1720337957" sldId="739"/>
        </pc:sldMkLst>
      </pc:sldChg>
      <pc:sldChg chg="add">
        <pc:chgData name="Chittaranjan Hens" userId="6fc03958433e8a43" providerId="LiveId" clId="{0C84B6BE-22AA-43CC-9A0E-E78326592F4C}" dt="2024-01-12T07:23:33.814" v="616"/>
        <pc:sldMkLst>
          <pc:docMk/>
          <pc:sldMk cId="3097991836" sldId="739"/>
        </pc:sldMkLst>
      </pc:sldChg>
      <pc:sldChg chg="addSp delSp modSp add mod modAnim">
        <pc:chgData name="Chittaranjan Hens" userId="6fc03958433e8a43" providerId="LiveId" clId="{0C84B6BE-22AA-43CC-9A0E-E78326592F4C}" dt="2024-01-11T05:36:15.092" v="562"/>
        <pc:sldMkLst>
          <pc:docMk/>
          <pc:sldMk cId="3057042348" sldId="742"/>
        </pc:sldMkLst>
        <pc:spChg chg="add mod">
          <ac:chgData name="Chittaranjan Hens" userId="6fc03958433e8a43" providerId="LiveId" clId="{0C84B6BE-22AA-43CC-9A0E-E78326592F4C}" dt="2024-01-11T05:31:16.224" v="343" actId="1076"/>
          <ac:spMkLst>
            <pc:docMk/>
            <pc:sldMk cId="3057042348" sldId="742"/>
            <ac:spMk id="5" creationId="{C9297861-D90D-AD70-66EE-9F4BD7F53002}"/>
          </ac:spMkLst>
        </pc:spChg>
        <pc:spChg chg="del mod topLvl">
          <ac:chgData name="Chittaranjan Hens" userId="6fc03958433e8a43" providerId="LiveId" clId="{0C84B6BE-22AA-43CC-9A0E-E78326592F4C}" dt="2024-01-11T05:36:10.250" v="559" actId="478"/>
          <ac:spMkLst>
            <pc:docMk/>
            <pc:sldMk cId="3057042348" sldId="742"/>
            <ac:spMk id="7" creationId="{7C28F48F-E919-907F-B045-A55DAADF05D4}"/>
          </ac:spMkLst>
        </pc:spChg>
        <pc:spChg chg="mod">
          <ac:chgData name="Chittaranjan Hens" userId="6fc03958433e8a43" providerId="LiveId" clId="{0C84B6BE-22AA-43CC-9A0E-E78326592F4C}" dt="2024-01-11T05:33:43.099" v="466" actId="20577"/>
          <ac:spMkLst>
            <pc:docMk/>
            <pc:sldMk cId="3057042348" sldId="742"/>
            <ac:spMk id="10" creationId="{E96CCC49-B91A-899A-B10B-347705CDA2C9}"/>
          </ac:spMkLst>
        </pc:spChg>
        <pc:spChg chg="mod">
          <ac:chgData name="Chittaranjan Hens" userId="6fc03958433e8a43" providerId="LiveId" clId="{0C84B6BE-22AA-43CC-9A0E-E78326592F4C}" dt="2024-01-11T05:28:55.770" v="242" actId="1076"/>
          <ac:spMkLst>
            <pc:docMk/>
            <pc:sldMk cId="3057042348" sldId="742"/>
            <ac:spMk id="11" creationId="{C3E5D14E-247C-6FBA-44DB-E60BE9615E42}"/>
          </ac:spMkLst>
        </pc:spChg>
        <pc:spChg chg="add mod">
          <ac:chgData name="Chittaranjan Hens" userId="6fc03958433e8a43" providerId="LiveId" clId="{0C84B6BE-22AA-43CC-9A0E-E78326592F4C}" dt="2024-01-11T05:35:52.348" v="555" actId="1076"/>
          <ac:spMkLst>
            <pc:docMk/>
            <pc:sldMk cId="3057042348" sldId="742"/>
            <ac:spMk id="12" creationId="{4D1E2B06-444B-8D84-81DF-9ABB3D7646A0}"/>
          </ac:spMkLst>
        </pc:spChg>
        <pc:spChg chg="add mod">
          <ac:chgData name="Chittaranjan Hens" userId="6fc03958433e8a43" providerId="LiveId" clId="{0C84B6BE-22AA-43CC-9A0E-E78326592F4C}" dt="2024-01-11T05:36:12.927" v="561" actId="1076"/>
          <ac:spMkLst>
            <pc:docMk/>
            <pc:sldMk cId="3057042348" sldId="742"/>
            <ac:spMk id="13" creationId="{ECCB2B15-F599-60E8-E545-7ED63CAD67ED}"/>
          </ac:spMkLst>
        </pc:spChg>
        <pc:grpChg chg="del mod">
          <ac:chgData name="Chittaranjan Hens" userId="6fc03958433e8a43" providerId="LiveId" clId="{0C84B6BE-22AA-43CC-9A0E-E78326592F4C}" dt="2024-01-11T05:36:10.250" v="559" actId="478"/>
          <ac:grpSpMkLst>
            <pc:docMk/>
            <pc:sldMk cId="3057042348" sldId="742"/>
            <ac:grpSpMk id="9" creationId="{AEF9E9D3-FE2E-EB6D-A361-5364A8303F3B}"/>
          </ac:grpSpMkLst>
        </pc:grpChg>
        <pc:picChg chg="mod topLvl modCrop">
          <ac:chgData name="Chittaranjan Hens" userId="6fc03958433e8a43" providerId="LiveId" clId="{0C84B6BE-22AA-43CC-9A0E-E78326592F4C}" dt="2024-01-11T05:36:11.602" v="560" actId="1076"/>
          <ac:picMkLst>
            <pc:docMk/>
            <pc:sldMk cId="3057042348" sldId="742"/>
            <ac:picMk id="6" creationId="{5215093A-9FDA-37EA-7BFC-8B073AFF075F}"/>
          </ac:picMkLst>
        </pc:picChg>
        <pc:picChg chg="del mod">
          <ac:chgData name="Chittaranjan Hens" userId="6fc03958433e8a43" providerId="LiveId" clId="{0C84B6BE-22AA-43CC-9A0E-E78326592F4C}" dt="2024-01-11T05:35:17.373" v="538" actId="478"/>
          <ac:picMkLst>
            <pc:docMk/>
            <pc:sldMk cId="3057042348" sldId="742"/>
            <ac:picMk id="8" creationId="{2178C69A-D7FB-C903-3914-6B3CFEFDEBD7}"/>
          </ac:picMkLst>
        </pc:picChg>
      </pc:sldChg>
      <pc:sldChg chg="addSp delSp modSp add mod">
        <pc:chgData name="Chittaranjan Hens" userId="6fc03958433e8a43" providerId="LiveId" clId="{0C84B6BE-22AA-43CC-9A0E-E78326592F4C}" dt="2024-01-12T07:34:24.588" v="661" actId="20577"/>
        <pc:sldMkLst>
          <pc:docMk/>
          <pc:sldMk cId="2598669974" sldId="743"/>
        </pc:sldMkLst>
        <pc:spChg chg="mod">
          <ac:chgData name="Chittaranjan Hens" userId="6fc03958433e8a43" providerId="LiveId" clId="{0C84B6BE-22AA-43CC-9A0E-E78326592F4C}" dt="2024-01-12T07:34:24.588" v="661" actId="20577"/>
          <ac:spMkLst>
            <pc:docMk/>
            <pc:sldMk cId="2598669974" sldId="743"/>
            <ac:spMk id="2" creationId="{8EFBF971-A446-CBB4-16FA-5E2E2C5903F0}"/>
          </ac:spMkLst>
        </pc:spChg>
        <pc:spChg chg="del">
          <ac:chgData name="Chittaranjan Hens" userId="6fc03958433e8a43" providerId="LiveId" clId="{0C84B6BE-22AA-43CC-9A0E-E78326592F4C}" dt="2024-01-12T07:32:49.656" v="625" actId="478"/>
          <ac:spMkLst>
            <pc:docMk/>
            <pc:sldMk cId="2598669974" sldId="743"/>
            <ac:spMk id="3" creationId="{59586E11-0704-DCAB-F583-4B451DBFAD0B}"/>
          </ac:spMkLst>
        </pc:spChg>
        <pc:spChg chg="del">
          <ac:chgData name="Chittaranjan Hens" userId="6fc03958433e8a43" providerId="LiveId" clId="{0C84B6BE-22AA-43CC-9A0E-E78326592F4C}" dt="2024-01-12T07:32:48.164" v="624" actId="478"/>
          <ac:spMkLst>
            <pc:docMk/>
            <pc:sldMk cId="2598669974" sldId="743"/>
            <ac:spMk id="6" creationId="{F2B0C80D-8C2F-AE78-0DAC-C187118AAD0D}"/>
          </ac:spMkLst>
        </pc:spChg>
        <pc:spChg chg="add mod">
          <ac:chgData name="Chittaranjan Hens" userId="6fc03958433e8a43" providerId="LiveId" clId="{0C84B6BE-22AA-43CC-9A0E-E78326592F4C}" dt="2024-01-12T07:33:58.137" v="649" actId="1076"/>
          <ac:spMkLst>
            <pc:docMk/>
            <pc:sldMk cId="2598669974" sldId="743"/>
            <ac:spMk id="12" creationId="{7185D47B-3178-D3E7-2827-CF822280A0D3}"/>
          </ac:spMkLst>
        </pc:spChg>
        <pc:picChg chg="del">
          <ac:chgData name="Chittaranjan Hens" userId="6fc03958433e8a43" providerId="LiveId" clId="{0C84B6BE-22AA-43CC-9A0E-E78326592F4C}" dt="2024-01-12T07:32:42.967" v="620" actId="478"/>
          <ac:picMkLst>
            <pc:docMk/>
            <pc:sldMk cId="2598669974" sldId="743"/>
            <ac:picMk id="5" creationId="{2ACFB47D-973D-62BD-3FB0-89FA88AC5BB0}"/>
          </ac:picMkLst>
        </pc:picChg>
        <pc:picChg chg="del">
          <ac:chgData name="Chittaranjan Hens" userId="6fc03958433e8a43" providerId="LiveId" clId="{0C84B6BE-22AA-43CC-9A0E-E78326592F4C}" dt="2024-01-12T07:32:42.026" v="619" actId="478"/>
          <ac:picMkLst>
            <pc:docMk/>
            <pc:sldMk cId="2598669974" sldId="743"/>
            <ac:picMk id="7" creationId="{7075C4AF-6ECD-B69C-0E8A-BCA69B2587BD}"/>
          </ac:picMkLst>
        </pc:picChg>
        <pc:picChg chg="del">
          <ac:chgData name="Chittaranjan Hens" userId="6fc03958433e8a43" providerId="LiveId" clId="{0C84B6BE-22AA-43CC-9A0E-E78326592F4C}" dt="2024-01-12T07:32:45.272" v="623" actId="478"/>
          <ac:picMkLst>
            <pc:docMk/>
            <pc:sldMk cId="2598669974" sldId="743"/>
            <ac:picMk id="8" creationId="{F2C37136-634A-9EDD-CCE4-202AA0BEADE5}"/>
          </ac:picMkLst>
        </pc:picChg>
        <pc:picChg chg="mod">
          <ac:chgData name="Chittaranjan Hens" userId="6fc03958433e8a43" providerId="LiveId" clId="{0C84B6BE-22AA-43CC-9A0E-E78326592F4C}" dt="2024-01-12T07:32:51.105" v="626" actId="1076"/>
          <ac:picMkLst>
            <pc:docMk/>
            <pc:sldMk cId="2598669974" sldId="743"/>
            <ac:picMk id="9" creationId="{61FE7019-AAC0-A863-6C9D-691E8F09B30E}"/>
          </ac:picMkLst>
        </pc:picChg>
      </pc:sldChg>
    </pc:docChg>
  </pc:docChgLst>
  <pc:docChgLst>
    <pc:chgData name="Chittaranjan Hens" userId="6fc03958433e8a43" providerId="LiveId" clId="{A686C9B4-96EB-40C1-B419-2A08EE2CF8A9}"/>
    <pc:docChg chg="undo redo custSel addSld modSld sldOrd">
      <pc:chgData name="Chittaranjan Hens" userId="6fc03958433e8a43" providerId="LiveId" clId="{A686C9B4-96EB-40C1-B419-2A08EE2CF8A9}" dt="2023-01-30T14:51:40.157" v="334"/>
      <pc:docMkLst>
        <pc:docMk/>
      </pc:docMkLst>
      <pc:sldChg chg="modSp">
        <pc:chgData name="Chittaranjan Hens" userId="6fc03958433e8a43" providerId="LiveId" clId="{A686C9B4-96EB-40C1-B419-2A08EE2CF8A9}" dt="2023-01-30T05:39:06.669" v="322"/>
        <pc:sldMkLst>
          <pc:docMk/>
          <pc:sldMk cId="0" sldId="385"/>
        </pc:sldMkLst>
        <pc:picChg chg="mod">
          <ac:chgData name="Chittaranjan Hens" userId="6fc03958433e8a43" providerId="LiveId" clId="{A686C9B4-96EB-40C1-B419-2A08EE2CF8A9}" dt="2023-01-30T05:39:06.669" v="322"/>
          <ac:picMkLst>
            <pc:docMk/>
            <pc:sldMk cId="0" sldId="385"/>
            <ac:picMk id="5" creationId="{F6D88788-2CDF-0FD1-C715-04735B7A04AB}"/>
          </ac:picMkLst>
        </pc:picChg>
      </pc:sldChg>
      <pc:sldChg chg="delSp modSp">
        <pc:chgData name="Chittaranjan Hens" userId="6fc03958433e8a43" providerId="LiveId" clId="{A686C9B4-96EB-40C1-B419-2A08EE2CF8A9}" dt="2023-01-30T05:38:46.957" v="319" actId="478"/>
        <pc:sldMkLst>
          <pc:docMk/>
          <pc:sldMk cId="0" sldId="386"/>
        </pc:sldMkLst>
        <pc:spChg chg="del">
          <ac:chgData name="Chittaranjan Hens" userId="6fc03958433e8a43" providerId="LiveId" clId="{A686C9B4-96EB-40C1-B419-2A08EE2CF8A9}" dt="2023-01-30T05:38:46.957" v="319" actId="478"/>
          <ac:spMkLst>
            <pc:docMk/>
            <pc:sldMk cId="0" sldId="386"/>
            <ac:spMk id="4103" creationId="{7A5BEF94-9DF6-6D0C-DD64-968622DF1FD5}"/>
          </ac:spMkLst>
        </pc:spChg>
        <pc:picChg chg="mod">
          <ac:chgData name="Chittaranjan Hens" userId="6fc03958433e8a43" providerId="LiveId" clId="{A686C9B4-96EB-40C1-B419-2A08EE2CF8A9}" dt="2023-01-30T05:38:38.539" v="318"/>
          <ac:picMkLst>
            <pc:docMk/>
            <pc:sldMk cId="0" sldId="386"/>
            <ac:picMk id="5" creationId="{1BB5F6C2-86B7-2F0C-3E27-A72E980A3D73}"/>
          </ac:picMkLst>
        </pc:picChg>
      </pc:sldChg>
      <pc:sldChg chg="modSp">
        <pc:chgData name="Chittaranjan Hens" userId="6fc03958433e8a43" providerId="LiveId" clId="{A686C9B4-96EB-40C1-B419-2A08EE2CF8A9}" dt="2023-01-30T05:38:10.778" v="313"/>
        <pc:sldMkLst>
          <pc:docMk/>
          <pc:sldMk cId="0" sldId="387"/>
        </pc:sldMkLst>
        <pc:picChg chg="mod">
          <ac:chgData name="Chittaranjan Hens" userId="6fc03958433e8a43" providerId="LiveId" clId="{A686C9B4-96EB-40C1-B419-2A08EE2CF8A9}" dt="2023-01-30T05:38:10.778" v="313"/>
          <ac:picMkLst>
            <pc:docMk/>
            <pc:sldMk cId="0" sldId="387"/>
            <ac:picMk id="4" creationId="{178B4290-9EE1-2388-2716-3029DCFDC3AD}"/>
          </ac:picMkLst>
        </pc:picChg>
      </pc:sldChg>
      <pc:sldChg chg="modSp mod">
        <pc:chgData name="Chittaranjan Hens" userId="6fc03958433e8a43" providerId="LiveId" clId="{A686C9B4-96EB-40C1-B419-2A08EE2CF8A9}" dt="2023-01-30T05:38:03.722" v="312" actId="1035"/>
        <pc:sldMkLst>
          <pc:docMk/>
          <pc:sldMk cId="0" sldId="388"/>
        </pc:sldMkLst>
        <pc:picChg chg="mod">
          <ac:chgData name="Chittaranjan Hens" userId="6fc03958433e8a43" providerId="LiveId" clId="{A686C9B4-96EB-40C1-B419-2A08EE2CF8A9}" dt="2023-01-30T05:38:03.722" v="312" actId="1035"/>
          <ac:picMkLst>
            <pc:docMk/>
            <pc:sldMk cId="0" sldId="388"/>
            <ac:picMk id="2" creationId="{53824EA5-96A0-555B-8947-00A62EF8B795}"/>
          </ac:picMkLst>
        </pc:picChg>
      </pc:sldChg>
      <pc:sldChg chg="modSp mod">
        <pc:chgData name="Chittaranjan Hens" userId="6fc03958433e8a43" providerId="LiveId" clId="{A686C9B4-96EB-40C1-B419-2A08EE2CF8A9}" dt="2023-01-30T05:37:38.617" v="308" actId="1035"/>
        <pc:sldMkLst>
          <pc:docMk/>
          <pc:sldMk cId="0" sldId="389"/>
        </pc:sldMkLst>
        <pc:picChg chg="mod">
          <ac:chgData name="Chittaranjan Hens" userId="6fc03958433e8a43" providerId="LiveId" clId="{A686C9B4-96EB-40C1-B419-2A08EE2CF8A9}" dt="2023-01-30T05:37:38.617" v="308" actId="1035"/>
          <ac:picMkLst>
            <pc:docMk/>
            <pc:sldMk cId="0" sldId="389"/>
            <ac:picMk id="5" creationId="{3696CC8E-5963-93D1-933A-B57353636102}"/>
          </ac:picMkLst>
        </pc:picChg>
      </pc:sldChg>
      <pc:sldChg chg="modSp">
        <pc:chgData name="Chittaranjan Hens" userId="6fc03958433e8a43" providerId="LiveId" clId="{A686C9B4-96EB-40C1-B419-2A08EE2CF8A9}" dt="2023-01-30T05:37:16.356" v="304"/>
        <pc:sldMkLst>
          <pc:docMk/>
          <pc:sldMk cId="0" sldId="390"/>
        </pc:sldMkLst>
        <pc:picChg chg="mod">
          <ac:chgData name="Chittaranjan Hens" userId="6fc03958433e8a43" providerId="LiveId" clId="{A686C9B4-96EB-40C1-B419-2A08EE2CF8A9}" dt="2023-01-30T05:37:16.356" v="304"/>
          <ac:picMkLst>
            <pc:docMk/>
            <pc:sldMk cId="0" sldId="390"/>
            <ac:picMk id="6" creationId="{AF6954DA-A625-C60F-C028-DC65A5AF8BCA}"/>
          </ac:picMkLst>
        </pc:picChg>
      </pc:sldChg>
      <pc:sldChg chg="modSp">
        <pc:chgData name="Chittaranjan Hens" userId="6fc03958433e8a43" providerId="LiveId" clId="{A686C9B4-96EB-40C1-B419-2A08EE2CF8A9}" dt="2023-01-30T05:39:34.126" v="327"/>
        <pc:sldMkLst>
          <pc:docMk/>
          <pc:sldMk cId="0" sldId="406"/>
        </pc:sldMkLst>
        <pc:picChg chg="mod">
          <ac:chgData name="Chittaranjan Hens" userId="6fc03958433e8a43" providerId="LiveId" clId="{A686C9B4-96EB-40C1-B419-2A08EE2CF8A9}" dt="2023-01-30T05:39:34.126" v="327"/>
          <ac:picMkLst>
            <pc:docMk/>
            <pc:sldMk cId="0" sldId="406"/>
            <ac:picMk id="2" creationId="{4AC6EBDB-7FB8-0A7F-C10A-10AA553AEFA3}"/>
          </ac:picMkLst>
        </pc:picChg>
      </pc:sldChg>
      <pc:sldChg chg="modSp">
        <pc:chgData name="Chittaranjan Hens" userId="6fc03958433e8a43" providerId="LiveId" clId="{A686C9B4-96EB-40C1-B419-2A08EE2CF8A9}" dt="2023-01-30T05:39:28.223" v="326"/>
        <pc:sldMkLst>
          <pc:docMk/>
          <pc:sldMk cId="0" sldId="407"/>
        </pc:sldMkLst>
        <pc:picChg chg="mod">
          <ac:chgData name="Chittaranjan Hens" userId="6fc03958433e8a43" providerId="LiveId" clId="{A686C9B4-96EB-40C1-B419-2A08EE2CF8A9}" dt="2023-01-30T05:39:28.223" v="326"/>
          <ac:picMkLst>
            <pc:docMk/>
            <pc:sldMk cId="0" sldId="407"/>
            <ac:picMk id="2" creationId="{3CCFEEAA-AA5A-EDF6-8720-19C7475A1F76}"/>
          </ac:picMkLst>
        </pc:picChg>
      </pc:sldChg>
      <pc:sldChg chg="modSp mod">
        <pc:chgData name="Chittaranjan Hens" userId="6fc03958433e8a43" providerId="LiveId" clId="{A686C9B4-96EB-40C1-B419-2A08EE2CF8A9}" dt="2023-01-30T05:39:21.843" v="325" actId="1035"/>
        <pc:sldMkLst>
          <pc:docMk/>
          <pc:sldMk cId="703473011" sldId="408"/>
        </pc:sldMkLst>
        <pc:picChg chg="mod">
          <ac:chgData name="Chittaranjan Hens" userId="6fc03958433e8a43" providerId="LiveId" clId="{A686C9B4-96EB-40C1-B419-2A08EE2CF8A9}" dt="2023-01-30T05:39:21.843" v="325" actId="1035"/>
          <ac:picMkLst>
            <pc:docMk/>
            <pc:sldMk cId="703473011" sldId="408"/>
            <ac:picMk id="2" creationId="{3CCFEEAA-AA5A-EDF6-8720-19C7475A1F76}"/>
          </ac:picMkLst>
        </pc:picChg>
      </pc:sldChg>
      <pc:sldChg chg="modSp">
        <pc:chgData name="Chittaranjan Hens" userId="6fc03958433e8a43" providerId="LiveId" clId="{A686C9B4-96EB-40C1-B419-2A08EE2CF8A9}" dt="2023-01-30T05:39:12.287" v="323"/>
        <pc:sldMkLst>
          <pc:docMk/>
          <pc:sldMk cId="2694055609" sldId="409"/>
        </pc:sldMkLst>
        <pc:picChg chg="mod">
          <ac:chgData name="Chittaranjan Hens" userId="6fc03958433e8a43" providerId="LiveId" clId="{A686C9B4-96EB-40C1-B419-2A08EE2CF8A9}" dt="2023-01-30T05:39:12.287" v="323"/>
          <ac:picMkLst>
            <pc:docMk/>
            <pc:sldMk cId="2694055609" sldId="409"/>
            <ac:picMk id="2" creationId="{3CCFEEAA-AA5A-EDF6-8720-19C7475A1F76}"/>
          </ac:picMkLst>
        </pc:picChg>
      </pc:sldChg>
      <pc:sldChg chg="modSp">
        <pc:chgData name="Chittaranjan Hens" userId="6fc03958433e8a43" providerId="LiveId" clId="{A686C9B4-96EB-40C1-B419-2A08EE2CF8A9}" dt="2023-01-30T05:39:00.050" v="321"/>
        <pc:sldMkLst>
          <pc:docMk/>
          <pc:sldMk cId="2737422709" sldId="410"/>
        </pc:sldMkLst>
        <pc:picChg chg="mod">
          <ac:chgData name="Chittaranjan Hens" userId="6fc03958433e8a43" providerId="LiveId" clId="{A686C9B4-96EB-40C1-B419-2A08EE2CF8A9}" dt="2023-01-30T05:39:00.050" v="321"/>
          <ac:picMkLst>
            <pc:docMk/>
            <pc:sldMk cId="2737422709" sldId="410"/>
            <ac:picMk id="5" creationId="{F6D88788-2CDF-0FD1-C715-04735B7A04AB}"/>
          </ac:picMkLst>
        </pc:picChg>
      </pc:sldChg>
      <pc:sldChg chg="modSp">
        <pc:chgData name="Chittaranjan Hens" userId="6fc03958433e8a43" providerId="LiveId" clId="{A686C9B4-96EB-40C1-B419-2A08EE2CF8A9}" dt="2023-01-30T05:38:54.025" v="320"/>
        <pc:sldMkLst>
          <pc:docMk/>
          <pc:sldMk cId="3478882572" sldId="411"/>
        </pc:sldMkLst>
        <pc:picChg chg="mod">
          <ac:chgData name="Chittaranjan Hens" userId="6fc03958433e8a43" providerId="LiveId" clId="{A686C9B4-96EB-40C1-B419-2A08EE2CF8A9}" dt="2023-01-30T05:38:54.025" v="320"/>
          <ac:picMkLst>
            <pc:docMk/>
            <pc:sldMk cId="3478882572" sldId="411"/>
            <ac:picMk id="5" creationId="{F6D88788-2CDF-0FD1-C715-04735B7A04AB}"/>
          </ac:picMkLst>
        </pc:picChg>
      </pc:sldChg>
      <pc:sldChg chg="modSp">
        <pc:chgData name="Chittaranjan Hens" userId="6fc03958433e8a43" providerId="LiveId" clId="{A686C9B4-96EB-40C1-B419-2A08EE2CF8A9}" dt="2023-01-30T05:38:33.704" v="317"/>
        <pc:sldMkLst>
          <pc:docMk/>
          <pc:sldMk cId="3066498584" sldId="412"/>
        </pc:sldMkLst>
        <pc:picChg chg="mod">
          <ac:chgData name="Chittaranjan Hens" userId="6fc03958433e8a43" providerId="LiveId" clId="{A686C9B4-96EB-40C1-B419-2A08EE2CF8A9}" dt="2023-01-30T05:38:33.704" v="317"/>
          <ac:picMkLst>
            <pc:docMk/>
            <pc:sldMk cId="3066498584" sldId="412"/>
            <ac:picMk id="5" creationId="{1BB5F6C2-86B7-2F0C-3E27-A72E980A3D73}"/>
          </ac:picMkLst>
        </pc:picChg>
      </pc:sldChg>
      <pc:sldChg chg="modSp">
        <pc:chgData name="Chittaranjan Hens" userId="6fc03958433e8a43" providerId="LiveId" clId="{A686C9B4-96EB-40C1-B419-2A08EE2CF8A9}" dt="2023-01-30T05:38:26.579" v="316"/>
        <pc:sldMkLst>
          <pc:docMk/>
          <pc:sldMk cId="2881302680" sldId="413"/>
        </pc:sldMkLst>
        <pc:picChg chg="mod">
          <ac:chgData name="Chittaranjan Hens" userId="6fc03958433e8a43" providerId="LiveId" clId="{A686C9B4-96EB-40C1-B419-2A08EE2CF8A9}" dt="2023-01-30T05:38:26.579" v="316"/>
          <ac:picMkLst>
            <pc:docMk/>
            <pc:sldMk cId="2881302680" sldId="413"/>
            <ac:picMk id="5" creationId="{1BB5F6C2-86B7-2F0C-3E27-A72E980A3D73}"/>
          </ac:picMkLst>
        </pc:picChg>
      </pc:sldChg>
      <pc:sldChg chg="modSp mod">
        <pc:chgData name="Chittaranjan Hens" userId="6fc03958433e8a43" providerId="LiveId" clId="{A686C9B4-96EB-40C1-B419-2A08EE2CF8A9}" dt="2023-01-30T05:38:18.964" v="315" actId="1035"/>
        <pc:sldMkLst>
          <pc:docMk/>
          <pc:sldMk cId="1333430897" sldId="415"/>
        </pc:sldMkLst>
        <pc:picChg chg="mod">
          <ac:chgData name="Chittaranjan Hens" userId="6fc03958433e8a43" providerId="LiveId" clId="{A686C9B4-96EB-40C1-B419-2A08EE2CF8A9}" dt="2023-01-30T05:38:18.964" v="315" actId="1035"/>
          <ac:picMkLst>
            <pc:docMk/>
            <pc:sldMk cId="1333430897" sldId="415"/>
            <ac:picMk id="4" creationId="{178B4290-9EE1-2388-2716-3029DCFDC3AD}"/>
          </ac:picMkLst>
        </pc:picChg>
      </pc:sldChg>
      <pc:sldChg chg="modSp">
        <pc:chgData name="Chittaranjan Hens" userId="6fc03958433e8a43" providerId="LiveId" clId="{A686C9B4-96EB-40C1-B419-2A08EE2CF8A9}" dt="2023-01-30T05:37:29.675" v="306"/>
        <pc:sldMkLst>
          <pc:docMk/>
          <pc:sldMk cId="328758699" sldId="416"/>
        </pc:sldMkLst>
        <pc:picChg chg="mod">
          <ac:chgData name="Chittaranjan Hens" userId="6fc03958433e8a43" providerId="LiveId" clId="{A686C9B4-96EB-40C1-B419-2A08EE2CF8A9}" dt="2023-01-30T05:37:29.675" v="306"/>
          <ac:picMkLst>
            <pc:docMk/>
            <pc:sldMk cId="328758699" sldId="416"/>
            <ac:picMk id="5" creationId="{3696CC8E-5963-93D1-933A-B57353636102}"/>
          </ac:picMkLst>
        </pc:picChg>
      </pc:sldChg>
      <pc:sldChg chg="modSp">
        <pc:chgData name="Chittaranjan Hens" userId="6fc03958433e8a43" providerId="LiveId" clId="{A686C9B4-96EB-40C1-B419-2A08EE2CF8A9}" dt="2023-01-30T05:37:22.650" v="305"/>
        <pc:sldMkLst>
          <pc:docMk/>
          <pc:sldMk cId="2718063657" sldId="418"/>
        </pc:sldMkLst>
        <pc:picChg chg="mod">
          <ac:chgData name="Chittaranjan Hens" userId="6fc03958433e8a43" providerId="LiveId" clId="{A686C9B4-96EB-40C1-B419-2A08EE2CF8A9}" dt="2023-01-30T05:37:22.650" v="305"/>
          <ac:picMkLst>
            <pc:docMk/>
            <pc:sldMk cId="2718063657" sldId="418"/>
            <ac:picMk id="5" creationId="{3696CC8E-5963-93D1-933A-B57353636102}"/>
          </ac:picMkLst>
        </pc:picChg>
      </pc:sldChg>
      <pc:sldChg chg="modSp">
        <pc:chgData name="Chittaranjan Hens" userId="6fc03958433e8a43" providerId="LiveId" clId="{A686C9B4-96EB-40C1-B419-2A08EE2CF8A9}" dt="2023-01-30T05:37:54.754" v="310"/>
        <pc:sldMkLst>
          <pc:docMk/>
          <pc:sldMk cId="1476625480" sldId="456"/>
        </pc:sldMkLst>
        <pc:picChg chg="mod">
          <ac:chgData name="Chittaranjan Hens" userId="6fc03958433e8a43" providerId="LiveId" clId="{A686C9B4-96EB-40C1-B419-2A08EE2CF8A9}" dt="2023-01-30T05:37:54.754" v="310"/>
          <ac:picMkLst>
            <pc:docMk/>
            <pc:sldMk cId="1476625480" sldId="456"/>
            <ac:picMk id="2" creationId="{53824EA5-96A0-555B-8947-00A62EF8B795}"/>
          </ac:picMkLst>
        </pc:picChg>
      </pc:sldChg>
      <pc:sldChg chg="modSp">
        <pc:chgData name="Chittaranjan Hens" userId="6fc03958433e8a43" providerId="LiveId" clId="{A686C9B4-96EB-40C1-B419-2A08EE2CF8A9}" dt="2023-01-30T05:37:46.684" v="309"/>
        <pc:sldMkLst>
          <pc:docMk/>
          <pc:sldMk cId="2108324488" sldId="458"/>
        </pc:sldMkLst>
        <pc:picChg chg="mod">
          <ac:chgData name="Chittaranjan Hens" userId="6fc03958433e8a43" providerId="LiveId" clId="{A686C9B4-96EB-40C1-B419-2A08EE2CF8A9}" dt="2023-01-30T05:37:46.684" v="309"/>
          <ac:picMkLst>
            <pc:docMk/>
            <pc:sldMk cId="2108324488" sldId="458"/>
            <ac:picMk id="2" creationId="{53824EA5-96A0-555B-8947-00A62EF8B795}"/>
          </ac:picMkLst>
        </pc:picChg>
      </pc:sldChg>
      <pc:sldChg chg="modSp">
        <pc:chgData name="Chittaranjan Hens" userId="6fc03958433e8a43" providerId="LiveId" clId="{A686C9B4-96EB-40C1-B419-2A08EE2CF8A9}" dt="2023-01-30T05:37:07.926" v="303"/>
        <pc:sldMkLst>
          <pc:docMk/>
          <pc:sldMk cId="2453110422" sldId="460"/>
        </pc:sldMkLst>
        <pc:picChg chg="mod">
          <ac:chgData name="Chittaranjan Hens" userId="6fc03958433e8a43" providerId="LiveId" clId="{A686C9B4-96EB-40C1-B419-2A08EE2CF8A9}" dt="2023-01-30T05:37:07.926" v="303"/>
          <ac:picMkLst>
            <pc:docMk/>
            <pc:sldMk cId="2453110422" sldId="460"/>
            <ac:picMk id="2" creationId="{53824EA5-96A0-555B-8947-00A62EF8B795}"/>
          </ac:picMkLst>
        </pc:picChg>
      </pc:sldChg>
      <pc:sldChg chg="ord">
        <pc:chgData name="Chittaranjan Hens" userId="6fc03958433e8a43" providerId="LiveId" clId="{A686C9B4-96EB-40C1-B419-2A08EE2CF8A9}" dt="2023-01-30T05:17:13.047" v="2" actId="20578"/>
        <pc:sldMkLst>
          <pc:docMk/>
          <pc:sldMk cId="1387844827" sldId="474"/>
        </pc:sldMkLst>
      </pc:sldChg>
      <pc:sldChg chg="addSp delSp modSp mod">
        <pc:chgData name="Chittaranjan Hens" userId="6fc03958433e8a43" providerId="LiveId" clId="{A686C9B4-96EB-40C1-B419-2A08EE2CF8A9}" dt="2023-01-30T14:51:40.157" v="334"/>
        <pc:sldMkLst>
          <pc:docMk/>
          <pc:sldMk cId="1804185450" sldId="481"/>
        </pc:sldMkLst>
        <pc:spChg chg="mod">
          <ac:chgData name="Chittaranjan Hens" userId="6fc03958433e8a43" providerId="LiveId" clId="{A686C9B4-96EB-40C1-B419-2A08EE2CF8A9}" dt="2023-01-30T14:51:40.157" v="334"/>
          <ac:spMkLst>
            <pc:docMk/>
            <pc:sldMk cId="1804185450" sldId="481"/>
            <ac:spMk id="7" creationId="{3A5C8CF0-66AD-76FA-D3EF-B54BC17F5ABF}"/>
          </ac:spMkLst>
        </pc:spChg>
        <pc:grpChg chg="add mod">
          <ac:chgData name="Chittaranjan Hens" userId="6fc03958433e8a43" providerId="LiveId" clId="{A686C9B4-96EB-40C1-B419-2A08EE2CF8A9}" dt="2023-01-30T14:51:40.157" v="334"/>
          <ac:grpSpMkLst>
            <pc:docMk/>
            <pc:sldMk cId="1804185450" sldId="481"/>
            <ac:grpSpMk id="3" creationId="{9A4C3CFE-E28B-59FB-0FFE-D4312D37A581}"/>
          </ac:grpSpMkLst>
        </pc:grpChg>
        <pc:grpChg chg="del mod">
          <ac:chgData name="Chittaranjan Hens" userId="6fc03958433e8a43" providerId="LiveId" clId="{A686C9B4-96EB-40C1-B419-2A08EE2CF8A9}" dt="2023-01-30T14:51:31.610" v="333" actId="478"/>
          <ac:grpSpMkLst>
            <pc:docMk/>
            <pc:sldMk cId="1804185450" sldId="481"/>
            <ac:grpSpMk id="26" creationId="{0C914B07-F592-174E-0A74-1E4E5456F6C5}"/>
          </ac:grpSpMkLst>
        </pc:grpChg>
        <pc:picChg chg="mod">
          <ac:chgData name="Chittaranjan Hens" userId="6fc03958433e8a43" providerId="LiveId" clId="{A686C9B4-96EB-40C1-B419-2A08EE2CF8A9}" dt="2023-01-30T14:51:25.593" v="332" actId="1076"/>
          <ac:picMkLst>
            <pc:docMk/>
            <pc:sldMk cId="1804185450" sldId="481"/>
            <ac:picMk id="2" creationId="{D46632B5-BEDB-5424-58D9-B31AA1BB1767}"/>
          </ac:picMkLst>
        </pc:picChg>
        <pc:picChg chg="mod">
          <ac:chgData name="Chittaranjan Hens" userId="6fc03958433e8a43" providerId="LiveId" clId="{A686C9B4-96EB-40C1-B419-2A08EE2CF8A9}" dt="2023-01-30T14:51:40.157" v="334"/>
          <ac:picMkLst>
            <pc:docMk/>
            <pc:sldMk cId="1804185450" sldId="481"/>
            <ac:picMk id="5" creationId="{D0374983-05E1-AF37-2DBE-C97D451E0EAA}"/>
          </ac:picMkLst>
        </pc:picChg>
      </pc:sldChg>
      <pc:sldChg chg="addSp delSp modSp new mod">
        <pc:chgData name="Chittaranjan Hens" userId="6fc03958433e8a43" providerId="LiveId" clId="{A686C9B4-96EB-40C1-B419-2A08EE2CF8A9}" dt="2023-01-30T05:36:29.518" v="302"/>
        <pc:sldMkLst>
          <pc:docMk/>
          <pc:sldMk cId="531838443" sldId="488"/>
        </pc:sldMkLst>
        <pc:spChg chg="add mod">
          <ac:chgData name="Chittaranjan Hens" userId="6fc03958433e8a43" providerId="LiveId" clId="{A686C9B4-96EB-40C1-B419-2A08EE2CF8A9}" dt="2023-01-30T05:17:27.243" v="5" actId="1076"/>
          <ac:spMkLst>
            <pc:docMk/>
            <pc:sldMk cId="531838443" sldId="488"/>
            <ac:spMk id="2" creationId="{CC9D182B-D969-B31C-B54B-DD1117D14321}"/>
          </ac:spMkLst>
        </pc:spChg>
        <pc:spChg chg="add mod">
          <ac:chgData name="Chittaranjan Hens" userId="6fc03958433e8a43" providerId="LiveId" clId="{A686C9B4-96EB-40C1-B419-2A08EE2CF8A9}" dt="2023-01-30T05:36:29.518" v="302"/>
          <ac:spMkLst>
            <pc:docMk/>
            <pc:sldMk cId="531838443" sldId="488"/>
            <ac:spMk id="5" creationId="{8CA60EBD-8FEF-48C4-10A2-6D9A1287CDAB}"/>
          </ac:spMkLst>
        </pc:spChg>
        <pc:picChg chg="add del mod">
          <ac:chgData name="Chittaranjan Hens" userId="6fc03958433e8a43" providerId="LiveId" clId="{A686C9B4-96EB-40C1-B419-2A08EE2CF8A9}" dt="2023-01-30T05:34:58.613" v="258" actId="478"/>
          <ac:picMkLst>
            <pc:docMk/>
            <pc:sldMk cId="531838443" sldId="488"/>
            <ac:picMk id="4" creationId="{22A529A6-09F4-17F7-2116-6557872AB6CE}"/>
          </ac:picMkLst>
        </pc:picChg>
      </pc:sldChg>
      <pc:sldChg chg="addSp delSp modSp add mod modAnim">
        <pc:chgData name="Chittaranjan Hens" userId="6fc03958433e8a43" providerId="LiveId" clId="{A686C9B4-96EB-40C1-B419-2A08EE2CF8A9}" dt="2023-01-30T05:25:17.785" v="165" actId="2711"/>
        <pc:sldMkLst>
          <pc:docMk/>
          <pc:sldMk cId="1434668872" sldId="489"/>
        </pc:sldMkLst>
        <pc:spChg chg="add mod">
          <ac:chgData name="Chittaranjan Hens" userId="6fc03958433e8a43" providerId="LiveId" clId="{A686C9B4-96EB-40C1-B419-2A08EE2CF8A9}" dt="2023-01-30T05:25:17.785" v="165" actId="2711"/>
          <ac:spMkLst>
            <pc:docMk/>
            <pc:sldMk cId="1434668872" sldId="489"/>
            <ac:spMk id="6" creationId="{E63CDF2A-FDB0-7738-16CD-25D1664F81BB}"/>
          </ac:spMkLst>
        </pc:spChg>
        <pc:spChg chg="del">
          <ac:chgData name="Chittaranjan Hens" userId="6fc03958433e8a43" providerId="LiveId" clId="{A686C9B4-96EB-40C1-B419-2A08EE2CF8A9}" dt="2023-01-30T05:17:59.432" v="7" actId="478"/>
          <ac:spMkLst>
            <pc:docMk/>
            <pc:sldMk cId="1434668872" sldId="489"/>
            <ac:spMk id="7" creationId="{82DC60F8-9A85-D2E9-75E2-431F97C4BC9D}"/>
          </ac:spMkLst>
        </pc:spChg>
        <pc:picChg chg="mod">
          <ac:chgData name="Chittaranjan Hens" userId="6fc03958433e8a43" providerId="LiveId" clId="{A686C9B4-96EB-40C1-B419-2A08EE2CF8A9}" dt="2023-01-30T05:24:48.632" v="161" actId="1076"/>
          <ac:picMkLst>
            <pc:docMk/>
            <pc:sldMk cId="1434668872" sldId="489"/>
            <ac:picMk id="4" creationId="{BAC19C6E-1362-8D93-CD6A-1AD50E72579F}"/>
          </ac:picMkLst>
        </pc:picChg>
        <pc:picChg chg="del">
          <ac:chgData name="Chittaranjan Hens" userId="6fc03958433e8a43" providerId="LiveId" clId="{A686C9B4-96EB-40C1-B419-2A08EE2CF8A9}" dt="2023-01-30T05:17:59.432" v="7" actId="478"/>
          <ac:picMkLst>
            <pc:docMk/>
            <pc:sldMk cId="1434668872" sldId="489"/>
            <ac:picMk id="5" creationId="{2ACFB47D-973D-62BD-3FB0-89FA88AC5BB0}"/>
          </ac:picMkLst>
        </pc:picChg>
      </pc:sldChg>
      <pc:sldChg chg="addSp delSp modSp add mod delAnim">
        <pc:chgData name="Chittaranjan Hens" userId="6fc03958433e8a43" providerId="LiveId" clId="{A686C9B4-96EB-40C1-B419-2A08EE2CF8A9}" dt="2023-01-30T05:26:40.959" v="177" actId="478"/>
        <pc:sldMkLst>
          <pc:docMk/>
          <pc:sldMk cId="2345262314" sldId="490"/>
        </pc:sldMkLst>
        <pc:spChg chg="del">
          <ac:chgData name="Chittaranjan Hens" userId="6fc03958433e8a43" providerId="LiveId" clId="{A686C9B4-96EB-40C1-B419-2A08EE2CF8A9}" dt="2023-01-30T05:25:21.709" v="166" actId="478"/>
          <ac:spMkLst>
            <pc:docMk/>
            <pc:sldMk cId="2345262314" sldId="490"/>
            <ac:spMk id="6" creationId="{E63CDF2A-FDB0-7738-16CD-25D1664F81BB}"/>
          </ac:spMkLst>
        </pc:spChg>
        <pc:picChg chg="add mod">
          <ac:chgData name="Chittaranjan Hens" userId="6fc03958433e8a43" providerId="LiveId" clId="{A686C9B4-96EB-40C1-B419-2A08EE2CF8A9}" dt="2023-01-30T05:25:43.922" v="170" actId="1076"/>
          <ac:picMkLst>
            <pc:docMk/>
            <pc:sldMk cId="2345262314" sldId="490"/>
            <ac:picMk id="5" creationId="{03FCE0F0-0789-94F3-8695-3ADB444D014F}"/>
          </ac:picMkLst>
        </pc:picChg>
        <pc:picChg chg="add del mod">
          <ac:chgData name="Chittaranjan Hens" userId="6fc03958433e8a43" providerId="LiveId" clId="{A686C9B4-96EB-40C1-B419-2A08EE2CF8A9}" dt="2023-01-30T05:26:40.959" v="177" actId="478"/>
          <ac:picMkLst>
            <pc:docMk/>
            <pc:sldMk cId="2345262314" sldId="490"/>
            <ac:picMk id="8" creationId="{2178C69A-D7FB-C903-3914-6B3CFEFDEBD7}"/>
          </ac:picMkLst>
        </pc:picChg>
      </pc:sldChg>
      <pc:sldChg chg="add">
        <pc:chgData name="Chittaranjan Hens" userId="6fc03958433e8a43" providerId="LiveId" clId="{A686C9B4-96EB-40C1-B419-2A08EE2CF8A9}" dt="2023-01-30T05:26:30.019" v="176"/>
        <pc:sldMkLst>
          <pc:docMk/>
          <pc:sldMk cId="104971257" sldId="491"/>
        </pc:sldMkLst>
      </pc:sldChg>
      <pc:sldChg chg="addSp modSp add mod">
        <pc:chgData name="Chittaranjan Hens" userId="6fc03958433e8a43" providerId="LiveId" clId="{A686C9B4-96EB-40C1-B419-2A08EE2CF8A9}" dt="2023-01-30T05:28:02.366" v="188" actId="164"/>
        <pc:sldMkLst>
          <pc:docMk/>
          <pc:sldMk cId="2723067071" sldId="492"/>
        </pc:sldMkLst>
        <pc:spChg chg="add mod">
          <ac:chgData name="Chittaranjan Hens" userId="6fc03958433e8a43" providerId="LiveId" clId="{A686C9B4-96EB-40C1-B419-2A08EE2CF8A9}" dt="2023-01-30T05:28:02.366" v="188" actId="164"/>
          <ac:spMkLst>
            <pc:docMk/>
            <pc:sldMk cId="2723067071" sldId="492"/>
            <ac:spMk id="7" creationId="{7C28F48F-E919-907F-B045-A55DAADF05D4}"/>
          </ac:spMkLst>
        </pc:spChg>
        <pc:grpChg chg="add mod">
          <ac:chgData name="Chittaranjan Hens" userId="6fc03958433e8a43" providerId="LiveId" clId="{A686C9B4-96EB-40C1-B419-2A08EE2CF8A9}" dt="2023-01-30T05:28:02.366" v="188" actId="164"/>
          <ac:grpSpMkLst>
            <pc:docMk/>
            <pc:sldMk cId="2723067071" sldId="492"/>
            <ac:grpSpMk id="9" creationId="{AEF9E9D3-FE2E-EB6D-A361-5364A8303F3B}"/>
          </ac:grpSpMkLst>
        </pc:grpChg>
        <pc:picChg chg="add mod">
          <ac:chgData name="Chittaranjan Hens" userId="6fc03958433e8a43" providerId="LiveId" clId="{A686C9B4-96EB-40C1-B419-2A08EE2CF8A9}" dt="2023-01-30T05:28:02.366" v="188" actId="164"/>
          <ac:picMkLst>
            <pc:docMk/>
            <pc:sldMk cId="2723067071" sldId="492"/>
            <ac:picMk id="6" creationId="{5215093A-9FDA-37EA-7BFC-8B073AFF075F}"/>
          </ac:picMkLst>
        </pc:picChg>
      </pc:sldChg>
    </pc:docChg>
  </pc:docChgLst>
  <pc:docChgLst>
    <pc:chgData name="Chittaranjan Hens" userId="6fc03958433e8a43" providerId="LiveId" clId="{BAF5217A-4785-44C5-914D-C0DCF71AE3A9}"/>
    <pc:docChg chg="undo custSel addSld delSld modSld">
      <pc:chgData name="Chittaranjan Hens" userId="6fc03958433e8a43" providerId="LiveId" clId="{BAF5217A-4785-44C5-914D-C0DCF71AE3A9}" dt="2023-01-30T04:19:15.847" v="373"/>
      <pc:docMkLst>
        <pc:docMk/>
      </pc:docMkLst>
      <pc:sldChg chg="addSp modSp mod">
        <pc:chgData name="Chittaranjan Hens" userId="6fc03958433e8a43" providerId="LiveId" clId="{BAF5217A-4785-44C5-914D-C0DCF71AE3A9}" dt="2023-01-30T03:33:40.049" v="105" actId="207"/>
        <pc:sldMkLst>
          <pc:docMk/>
          <pc:sldMk cId="0" sldId="387"/>
        </pc:sldMkLst>
        <pc:spChg chg="add mod">
          <ac:chgData name="Chittaranjan Hens" userId="6fc03958433e8a43" providerId="LiveId" clId="{BAF5217A-4785-44C5-914D-C0DCF71AE3A9}" dt="2023-01-30T03:33:40.049" v="105" actId="207"/>
          <ac:spMkLst>
            <pc:docMk/>
            <pc:sldMk cId="0" sldId="387"/>
            <ac:spMk id="2" creationId="{621A1555-7226-F014-0069-39A86A51C250}"/>
          </ac:spMkLst>
        </pc:spChg>
        <pc:spChg chg="mod">
          <ac:chgData name="Chittaranjan Hens" userId="6fc03958433e8a43" providerId="LiveId" clId="{BAF5217A-4785-44C5-914D-C0DCF71AE3A9}" dt="2023-01-30T03:32:29.019" v="77" actId="20577"/>
          <ac:spMkLst>
            <pc:docMk/>
            <pc:sldMk cId="0" sldId="387"/>
            <ac:spMk id="5130" creationId="{2059CBC7-5FD0-363E-A717-16CCAF84FCF2}"/>
          </ac:spMkLst>
        </pc:spChg>
      </pc:sldChg>
      <pc:sldChg chg="addSp delSp modSp mod">
        <pc:chgData name="Chittaranjan Hens" userId="6fc03958433e8a43" providerId="LiveId" clId="{BAF5217A-4785-44C5-914D-C0DCF71AE3A9}" dt="2023-01-30T03:34:13.883" v="109" actId="478"/>
        <pc:sldMkLst>
          <pc:docMk/>
          <pc:sldMk cId="0" sldId="389"/>
        </pc:sldMkLst>
        <pc:spChg chg="add mod">
          <ac:chgData name="Chittaranjan Hens" userId="6fc03958433e8a43" providerId="LiveId" clId="{BAF5217A-4785-44C5-914D-C0DCF71AE3A9}" dt="2023-01-30T03:34:11.459" v="108" actId="1076"/>
          <ac:spMkLst>
            <pc:docMk/>
            <pc:sldMk cId="0" sldId="389"/>
            <ac:spMk id="2" creationId="{532DE975-FC85-EDD9-0F5A-BE871B3A8F86}"/>
          </ac:spMkLst>
        </pc:spChg>
        <pc:spChg chg="del">
          <ac:chgData name="Chittaranjan Hens" userId="6fc03958433e8a43" providerId="LiveId" clId="{BAF5217A-4785-44C5-914D-C0DCF71AE3A9}" dt="2023-01-30T03:34:13.883" v="109" actId="478"/>
          <ac:spMkLst>
            <pc:docMk/>
            <pc:sldMk cId="0" sldId="389"/>
            <ac:spMk id="8" creationId="{F124FB4F-48FB-E3A5-39E0-A052B79C31CC}"/>
          </ac:spMkLst>
        </pc:spChg>
      </pc:sldChg>
      <pc:sldChg chg="addSp modSp mod">
        <pc:chgData name="Chittaranjan Hens" userId="6fc03958433e8a43" providerId="LiveId" clId="{BAF5217A-4785-44C5-914D-C0DCF71AE3A9}" dt="2023-01-30T03:33:47.925" v="106" actId="207"/>
        <pc:sldMkLst>
          <pc:docMk/>
          <pc:sldMk cId="3066498584" sldId="412"/>
        </pc:sldMkLst>
        <pc:spChg chg="add mod">
          <ac:chgData name="Chittaranjan Hens" userId="6fc03958433e8a43" providerId="LiveId" clId="{BAF5217A-4785-44C5-914D-C0DCF71AE3A9}" dt="2023-01-30T03:33:47.925" v="106" actId="207"/>
          <ac:spMkLst>
            <pc:docMk/>
            <pc:sldMk cId="3066498584" sldId="412"/>
            <ac:spMk id="3" creationId="{87325C60-0A16-B31F-2906-C2B1DDEF4A6C}"/>
          </ac:spMkLst>
        </pc:spChg>
      </pc:sldChg>
      <pc:sldChg chg="addSp modSp">
        <pc:chgData name="Chittaranjan Hens" userId="6fc03958433e8a43" providerId="LiveId" clId="{BAF5217A-4785-44C5-914D-C0DCF71AE3A9}" dt="2023-01-30T03:34:34.109" v="110"/>
        <pc:sldMkLst>
          <pc:docMk/>
          <pc:sldMk cId="2718063657" sldId="418"/>
        </pc:sldMkLst>
        <pc:spChg chg="add mod">
          <ac:chgData name="Chittaranjan Hens" userId="6fc03958433e8a43" providerId="LiveId" clId="{BAF5217A-4785-44C5-914D-C0DCF71AE3A9}" dt="2023-01-30T03:34:34.109" v="110"/>
          <ac:spMkLst>
            <pc:docMk/>
            <pc:sldMk cId="2718063657" sldId="418"/>
            <ac:spMk id="2" creationId="{F644BA7E-9658-B466-C0B4-FCE79654518A}"/>
          </ac:spMkLst>
        </pc:spChg>
      </pc:sldChg>
      <pc:sldChg chg="delSp mod delAnim">
        <pc:chgData name="Chittaranjan Hens" userId="6fc03958433e8a43" providerId="LiveId" clId="{BAF5217A-4785-44C5-914D-C0DCF71AE3A9}" dt="2023-01-30T03:47:40.410" v="112" actId="478"/>
        <pc:sldMkLst>
          <pc:docMk/>
          <pc:sldMk cId="1626102158" sldId="470"/>
        </pc:sldMkLst>
        <pc:picChg chg="del">
          <ac:chgData name="Chittaranjan Hens" userId="6fc03958433e8a43" providerId="LiveId" clId="{BAF5217A-4785-44C5-914D-C0DCF71AE3A9}" dt="2023-01-30T03:47:40.410" v="112" actId="478"/>
          <ac:picMkLst>
            <pc:docMk/>
            <pc:sldMk cId="1626102158" sldId="470"/>
            <ac:picMk id="5" creationId="{63F953E1-C1E0-E71C-D6AC-A83AD09062FF}"/>
          </ac:picMkLst>
        </pc:picChg>
      </pc:sldChg>
      <pc:sldChg chg="modSp mod">
        <pc:chgData name="Chittaranjan Hens" userId="6fc03958433e8a43" providerId="LiveId" clId="{BAF5217A-4785-44C5-914D-C0DCF71AE3A9}" dt="2023-01-30T03:51:13.222" v="114" actId="1076"/>
        <pc:sldMkLst>
          <pc:docMk/>
          <pc:sldMk cId="1387844827" sldId="474"/>
        </pc:sldMkLst>
        <pc:picChg chg="mod">
          <ac:chgData name="Chittaranjan Hens" userId="6fc03958433e8a43" providerId="LiveId" clId="{BAF5217A-4785-44C5-914D-C0DCF71AE3A9}" dt="2023-01-30T03:51:13.222" v="114" actId="1076"/>
          <ac:picMkLst>
            <pc:docMk/>
            <pc:sldMk cId="1387844827" sldId="474"/>
            <ac:picMk id="6" creationId="{57942462-6F5C-7B9E-F6D3-59F5F3C7B2E5}"/>
          </ac:picMkLst>
        </pc:picChg>
      </pc:sldChg>
      <pc:sldChg chg="del">
        <pc:chgData name="Chittaranjan Hens" userId="6fc03958433e8a43" providerId="LiveId" clId="{BAF5217A-4785-44C5-914D-C0DCF71AE3A9}" dt="2023-01-29T17:57:37.088" v="6" actId="47"/>
        <pc:sldMkLst>
          <pc:docMk/>
          <pc:sldMk cId="3455243882" sldId="475"/>
        </pc:sldMkLst>
      </pc:sldChg>
      <pc:sldChg chg="del">
        <pc:chgData name="Chittaranjan Hens" userId="6fc03958433e8a43" providerId="LiveId" clId="{BAF5217A-4785-44C5-914D-C0DCF71AE3A9}" dt="2023-01-29T17:57:25.906" v="5" actId="47"/>
        <pc:sldMkLst>
          <pc:docMk/>
          <pc:sldMk cId="969092816" sldId="476"/>
        </pc:sldMkLst>
      </pc:sldChg>
      <pc:sldChg chg="del">
        <pc:chgData name="Chittaranjan Hens" userId="6fc03958433e8a43" providerId="LiveId" clId="{BAF5217A-4785-44C5-914D-C0DCF71AE3A9}" dt="2023-01-29T17:58:56.528" v="7" actId="47"/>
        <pc:sldMkLst>
          <pc:docMk/>
          <pc:sldMk cId="2060000503" sldId="477"/>
        </pc:sldMkLst>
      </pc:sldChg>
      <pc:sldChg chg="modSp mod">
        <pc:chgData name="Chittaranjan Hens" userId="6fc03958433e8a43" providerId="LiveId" clId="{BAF5217A-4785-44C5-914D-C0DCF71AE3A9}" dt="2023-01-30T03:52:39.970" v="118" actId="1076"/>
        <pc:sldMkLst>
          <pc:docMk/>
          <pc:sldMk cId="3726892099" sldId="478"/>
        </pc:sldMkLst>
        <pc:spChg chg="mod">
          <ac:chgData name="Chittaranjan Hens" userId="6fc03958433e8a43" providerId="LiveId" clId="{BAF5217A-4785-44C5-914D-C0DCF71AE3A9}" dt="2023-01-30T03:52:39.970" v="118" actId="1076"/>
          <ac:spMkLst>
            <pc:docMk/>
            <pc:sldMk cId="3726892099" sldId="478"/>
            <ac:spMk id="7" creationId="{00000000-0000-0000-0000-000000000000}"/>
          </ac:spMkLst>
        </pc:spChg>
        <pc:picChg chg="mod">
          <ac:chgData name="Chittaranjan Hens" userId="6fc03958433e8a43" providerId="LiveId" clId="{BAF5217A-4785-44C5-914D-C0DCF71AE3A9}" dt="2023-01-30T03:52:33.888" v="117" actId="1076"/>
          <ac:picMkLst>
            <pc:docMk/>
            <pc:sldMk cId="3726892099" sldId="478"/>
            <ac:picMk id="2" creationId="{D46632B5-BEDB-5424-58D9-B31AA1BB1767}"/>
          </ac:picMkLst>
        </pc:picChg>
      </pc:sldChg>
      <pc:sldChg chg="addSp modSp mod modAnim">
        <pc:chgData name="Chittaranjan Hens" userId="6fc03958433e8a43" providerId="LiveId" clId="{BAF5217A-4785-44C5-914D-C0DCF71AE3A9}" dt="2023-01-30T03:57:11.719" v="259" actId="20577"/>
        <pc:sldMkLst>
          <pc:docMk/>
          <pc:sldMk cId="903028763" sldId="480"/>
        </pc:sldMkLst>
        <pc:spChg chg="add mod">
          <ac:chgData name="Chittaranjan Hens" userId="6fc03958433e8a43" providerId="LiveId" clId="{BAF5217A-4785-44C5-914D-C0DCF71AE3A9}" dt="2023-01-30T03:57:11.719" v="259" actId="20577"/>
          <ac:spMkLst>
            <pc:docMk/>
            <pc:sldMk cId="903028763" sldId="480"/>
            <ac:spMk id="3" creationId="{6DDE27EF-4FF1-99D7-9D4B-8767B389D4F7}"/>
          </ac:spMkLst>
        </pc:spChg>
        <pc:picChg chg="mod">
          <ac:chgData name="Chittaranjan Hens" userId="6fc03958433e8a43" providerId="LiveId" clId="{BAF5217A-4785-44C5-914D-C0DCF71AE3A9}" dt="2023-01-30T03:54:59.348" v="123" actId="1076"/>
          <ac:picMkLst>
            <pc:docMk/>
            <pc:sldMk cId="903028763" sldId="480"/>
            <ac:picMk id="2" creationId="{D46632B5-BEDB-5424-58D9-B31AA1BB1767}"/>
          </ac:picMkLst>
        </pc:picChg>
      </pc:sldChg>
      <pc:sldChg chg="modAnim">
        <pc:chgData name="Chittaranjan Hens" userId="6fc03958433e8a43" providerId="LiveId" clId="{BAF5217A-4785-44C5-914D-C0DCF71AE3A9}" dt="2023-01-30T03:51:52.580" v="116"/>
        <pc:sldMkLst>
          <pc:docMk/>
          <pc:sldMk cId="275163279" sldId="482"/>
        </pc:sldMkLst>
      </pc:sldChg>
      <pc:sldChg chg="add">
        <pc:chgData name="Chittaranjan Hens" userId="6fc03958433e8a43" providerId="LiveId" clId="{BAF5217A-4785-44C5-914D-C0DCF71AE3A9}" dt="2023-01-30T03:47:34.886" v="111"/>
        <pc:sldMkLst>
          <pc:docMk/>
          <pc:sldMk cId="1282371320" sldId="483"/>
        </pc:sldMkLst>
      </pc:sldChg>
      <pc:sldChg chg="addSp delSp modSp add mod">
        <pc:chgData name="Chittaranjan Hens" userId="6fc03958433e8a43" providerId="LiveId" clId="{BAF5217A-4785-44C5-914D-C0DCF71AE3A9}" dt="2023-01-30T04:07:00.905" v="338" actId="732"/>
        <pc:sldMkLst>
          <pc:docMk/>
          <pc:sldMk cId="3293640932" sldId="484"/>
        </pc:sldMkLst>
        <pc:spChg chg="mod">
          <ac:chgData name="Chittaranjan Hens" userId="6fc03958433e8a43" providerId="LiveId" clId="{BAF5217A-4785-44C5-914D-C0DCF71AE3A9}" dt="2023-01-30T03:59:59.470" v="315" actId="14100"/>
          <ac:spMkLst>
            <pc:docMk/>
            <pc:sldMk cId="3293640932" sldId="484"/>
            <ac:spMk id="2" creationId="{8EFBF971-A446-CBB4-16FA-5E2E2C5903F0}"/>
          </ac:spMkLst>
        </pc:spChg>
        <pc:spChg chg="add mod">
          <ac:chgData name="Chittaranjan Hens" userId="6fc03958433e8a43" providerId="LiveId" clId="{BAF5217A-4785-44C5-914D-C0DCF71AE3A9}" dt="2023-01-30T04:06:43.992" v="336" actId="207"/>
          <ac:spMkLst>
            <pc:docMk/>
            <pc:sldMk cId="3293640932" sldId="484"/>
            <ac:spMk id="7" creationId="{82DC60F8-9A85-D2E9-75E2-431F97C4BC9D}"/>
          </ac:spMkLst>
        </pc:spChg>
        <pc:picChg chg="add mod modCrop">
          <ac:chgData name="Chittaranjan Hens" userId="6fc03958433e8a43" providerId="LiveId" clId="{BAF5217A-4785-44C5-914D-C0DCF71AE3A9}" dt="2023-01-30T04:07:00.905" v="338" actId="732"/>
          <ac:picMkLst>
            <pc:docMk/>
            <pc:sldMk cId="3293640932" sldId="484"/>
            <ac:picMk id="5" creationId="{2ACFB47D-973D-62BD-3FB0-89FA88AC5BB0}"/>
          </ac:picMkLst>
        </pc:picChg>
        <pc:picChg chg="del">
          <ac:chgData name="Chittaranjan Hens" userId="6fc03958433e8a43" providerId="LiveId" clId="{BAF5217A-4785-44C5-914D-C0DCF71AE3A9}" dt="2023-01-30T03:59:33.313" v="261" actId="478"/>
          <ac:picMkLst>
            <pc:docMk/>
            <pc:sldMk cId="3293640932" sldId="484"/>
            <ac:picMk id="6" creationId="{57942462-6F5C-7B9E-F6D3-59F5F3C7B2E5}"/>
          </ac:picMkLst>
        </pc:picChg>
      </pc:sldChg>
      <pc:sldChg chg="addSp delSp modSp add mod">
        <pc:chgData name="Chittaranjan Hens" userId="6fc03958433e8a43" providerId="LiveId" clId="{BAF5217A-4785-44C5-914D-C0DCF71AE3A9}" dt="2023-01-30T04:13:58.484" v="343" actId="478"/>
        <pc:sldMkLst>
          <pc:docMk/>
          <pc:sldMk cId="2258000590" sldId="485"/>
        </pc:sldMkLst>
        <pc:spChg chg="add mod">
          <ac:chgData name="Chittaranjan Hens" userId="6fc03958433e8a43" providerId="LiveId" clId="{BAF5217A-4785-44C5-914D-C0DCF71AE3A9}" dt="2023-01-30T04:07:17.581" v="340" actId="1076"/>
          <ac:spMkLst>
            <pc:docMk/>
            <pc:sldMk cId="2258000590" sldId="485"/>
            <ac:spMk id="3" creationId="{59586E11-0704-DCAB-F583-4B451DBFAD0B}"/>
          </ac:spMkLst>
        </pc:spChg>
        <pc:picChg chg="add del mod">
          <ac:chgData name="Chittaranjan Hens" userId="6fc03958433e8a43" providerId="LiveId" clId="{BAF5217A-4785-44C5-914D-C0DCF71AE3A9}" dt="2023-01-30T04:13:58.484" v="343" actId="478"/>
          <ac:picMkLst>
            <pc:docMk/>
            <pc:sldMk cId="2258000590" sldId="485"/>
            <ac:picMk id="7" creationId="{7075C4AF-6ECD-B69C-0E8A-BCA69B2587BD}"/>
          </ac:picMkLst>
        </pc:picChg>
      </pc:sldChg>
      <pc:sldChg chg="addSp delSp modSp add mod modAnim">
        <pc:chgData name="Chittaranjan Hens" userId="6fc03958433e8a43" providerId="LiveId" clId="{BAF5217A-4785-44C5-914D-C0DCF71AE3A9}" dt="2023-01-30T04:18:59.824" v="371"/>
        <pc:sldMkLst>
          <pc:docMk/>
          <pc:sldMk cId="3628849433" sldId="486"/>
        </pc:sldMkLst>
        <pc:picChg chg="mod">
          <ac:chgData name="Chittaranjan Hens" userId="6fc03958433e8a43" providerId="LiveId" clId="{BAF5217A-4785-44C5-914D-C0DCF71AE3A9}" dt="2023-01-30T04:14:57.997" v="352" actId="1076"/>
          <ac:picMkLst>
            <pc:docMk/>
            <pc:sldMk cId="3628849433" sldId="486"/>
            <ac:picMk id="4" creationId="{BAC19C6E-1362-8D93-CD6A-1AD50E72579F}"/>
          </ac:picMkLst>
        </pc:picChg>
        <pc:picChg chg="mod">
          <ac:chgData name="Chittaranjan Hens" userId="6fc03958433e8a43" providerId="LiveId" clId="{BAF5217A-4785-44C5-914D-C0DCF71AE3A9}" dt="2023-01-30T04:15:12.075" v="354" actId="14100"/>
          <ac:picMkLst>
            <pc:docMk/>
            <pc:sldMk cId="3628849433" sldId="486"/>
            <ac:picMk id="7" creationId="{7075C4AF-6ECD-B69C-0E8A-BCA69B2587BD}"/>
          </ac:picMkLst>
        </pc:picChg>
        <pc:picChg chg="add mod">
          <ac:chgData name="Chittaranjan Hens" userId="6fc03958433e8a43" providerId="LiveId" clId="{BAF5217A-4785-44C5-914D-C0DCF71AE3A9}" dt="2023-01-30T04:15:15.528" v="355" actId="1076"/>
          <ac:picMkLst>
            <pc:docMk/>
            <pc:sldMk cId="3628849433" sldId="486"/>
            <ac:picMk id="8" creationId="{F2C37136-634A-9EDD-CCE4-202AA0BEADE5}"/>
          </ac:picMkLst>
        </pc:picChg>
        <pc:picChg chg="add del mod">
          <ac:chgData name="Chittaranjan Hens" userId="6fc03958433e8a43" providerId="LiveId" clId="{BAF5217A-4785-44C5-914D-C0DCF71AE3A9}" dt="2023-01-30T04:16:13.999" v="357" actId="478"/>
          <ac:picMkLst>
            <pc:docMk/>
            <pc:sldMk cId="3628849433" sldId="486"/>
            <ac:picMk id="10" creationId="{2F385243-C6B7-96A7-44C7-7EA9AF76BB80}"/>
          </ac:picMkLst>
        </pc:picChg>
        <pc:cxnChg chg="add mod">
          <ac:chgData name="Chittaranjan Hens" userId="6fc03958433e8a43" providerId="LiveId" clId="{BAF5217A-4785-44C5-914D-C0DCF71AE3A9}" dt="2023-01-30T04:18:48.397" v="370" actId="208"/>
          <ac:cxnSpMkLst>
            <pc:docMk/>
            <pc:sldMk cId="3628849433" sldId="486"/>
            <ac:cxnSpMk id="12" creationId="{FDD3F487-99C3-5047-5CA3-7F61F2F87118}"/>
          </ac:cxnSpMkLst>
        </pc:cxnChg>
      </pc:sldChg>
      <pc:sldChg chg="addSp modSp add mod modAnim">
        <pc:chgData name="Chittaranjan Hens" userId="6fc03958433e8a43" providerId="LiveId" clId="{BAF5217A-4785-44C5-914D-C0DCF71AE3A9}" dt="2023-01-30T04:19:15.847" v="373"/>
        <pc:sldMkLst>
          <pc:docMk/>
          <pc:sldMk cId="2673504197" sldId="487"/>
        </pc:sldMkLst>
        <pc:picChg chg="add mod">
          <ac:chgData name="Chittaranjan Hens" userId="6fc03958433e8a43" providerId="LiveId" clId="{BAF5217A-4785-44C5-914D-C0DCF71AE3A9}" dt="2023-01-30T04:17:53.743" v="365" actId="962"/>
          <ac:picMkLst>
            <pc:docMk/>
            <pc:sldMk cId="2673504197" sldId="487"/>
            <ac:picMk id="9" creationId="{61FE7019-AAC0-A863-6C9D-691E8F09B30E}"/>
          </ac:picMkLst>
        </pc:picChg>
        <pc:cxnChg chg="add mod">
          <ac:chgData name="Chittaranjan Hens" userId="6fc03958433e8a43" providerId="LiveId" clId="{BAF5217A-4785-44C5-914D-C0DCF71AE3A9}" dt="2023-01-30T04:19:10.496" v="372"/>
          <ac:cxnSpMkLst>
            <pc:docMk/>
            <pc:sldMk cId="2673504197" sldId="487"/>
            <ac:cxnSpMk id="10" creationId="{DAC75C66-62A9-F0BF-834D-9677E7BD5E4B}"/>
          </ac:cxnSpMkLst>
        </pc:cxnChg>
      </pc:sldChg>
      <pc:sldChg chg="add del">
        <pc:chgData name="Chittaranjan Hens" userId="6fc03958433e8a43" providerId="LiveId" clId="{BAF5217A-4785-44C5-914D-C0DCF71AE3A9}" dt="2023-01-30T04:17:00.980" v="359"/>
        <pc:sldMkLst>
          <pc:docMk/>
          <pc:sldMk cId="3143287860" sldId="487"/>
        </pc:sldMkLst>
      </pc:sldChg>
      <pc:sldChg chg="add del">
        <pc:chgData name="Chittaranjan Hens" userId="6fc03958433e8a43" providerId="LiveId" clId="{BAF5217A-4785-44C5-914D-C0DCF71AE3A9}" dt="2023-01-30T04:17:38.537" v="362" actId="47"/>
        <pc:sldMkLst>
          <pc:docMk/>
          <pc:sldMk cId="2441009819" sldId="488"/>
        </pc:sldMkLst>
      </pc:sldChg>
    </pc:docChg>
  </pc:docChgLst>
  <pc:docChgLst>
    <pc:chgData name="Chittaranjan Hens" userId="6fc03958433e8a43" providerId="LiveId" clId="{8D136F36-C1D9-423B-93C3-5AAF6E101A27}"/>
    <pc:docChg chg="custSel modSld">
      <pc:chgData name="Chittaranjan Hens" userId="6fc03958433e8a43" providerId="LiveId" clId="{8D136F36-C1D9-423B-93C3-5AAF6E101A27}" dt="2023-02-06T04:20:46.464" v="86" actId="20577"/>
      <pc:docMkLst>
        <pc:docMk/>
      </pc:docMkLst>
      <pc:sldChg chg="modSp">
        <pc:chgData name="Chittaranjan Hens" userId="6fc03958433e8a43" providerId="LiveId" clId="{8D136F36-C1D9-423B-93C3-5AAF6E101A27}" dt="2023-02-06T04:09:00.310" v="9" actId="20577"/>
        <pc:sldMkLst>
          <pc:docMk/>
          <pc:sldMk cId="4118174380" sldId="281"/>
        </pc:sldMkLst>
        <pc:spChg chg="mod">
          <ac:chgData name="Chittaranjan Hens" userId="6fc03958433e8a43" providerId="LiveId" clId="{8D136F36-C1D9-423B-93C3-5AAF6E101A27}" dt="2023-02-06T04:09:00.310" v="9" actId="20577"/>
          <ac:spMkLst>
            <pc:docMk/>
            <pc:sldMk cId="4118174380" sldId="281"/>
            <ac:spMk id="7" creationId="{6914705F-5DAA-074E-F1F8-BBCCA9869E73}"/>
          </ac:spMkLst>
        </pc:spChg>
      </pc:sldChg>
      <pc:sldChg chg="delSp modSp mod">
        <pc:chgData name="Chittaranjan Hens" userId="6fc03958433e8a43" providerId="LiveId" clId="{8D136F36-C1D9-423B-93C3-5AAF6E101A27}" dt="2023-02-06T04:04:24.016" v="1" actId="478"/>
        <pc:sldMkLst>
          <pc:docMk/>
          <pc:sldMk cId="3155934259" sldId="494"/>
        </pc:sldMkLst>
        <pc:spChg chg="del mod">
          <ac:chgData name="Chittaranjan Hens" userId="6fc03958433e8a43" providerId="LiveId" clId="{8D136F36-C1D9-423B-93C3-5AAF6E101A27}" dt="2023-02-06T04:04:24.016" v="1" actId="478"/>
          <ac:spMkLst>
            <pc:docMk/>
            <pc:sldMk cId="3155934259" sldId="494"/>
            <ac:spMk id="4" creationId="{E376CAE2-2CE4-7A54-6578-CF3CDEF9E367}"/>
          </ac:spMkLst>
        </pc:spChg>
      </pc:sldChg>
      <pc:sldChg chg="modSp mod">
        <pc:chgData name="Chittaranjan Hens" userId="6fc03958433e8a43" providerId="LiveId" clId="{8D136F36-C1D9-423B-93C3-5AAF6E101A27}" dt="2023-02-06T04:20:46.464" v="86" actId="20577"/>
        <pc:sldMkLst>
          <pc:docMk/>
          <pc:sldMk cId="4203961249" sldId="499"/>
        </pc:sldMkLst>
        <pc:spChg chg="mod">
          <ac:chgData name="Chittaranjan Hens" userId="6fc03958433e8a43" providerId="LiveId" clId="{8D136F36-C1D9-423B-93C3-5AAF6E101A27}" dt="2023-02-06T04:20:46.464" v="86" actId="20577"/>
          <ac:spMkLst>
            <pc:docMk/>
            <pc:sldMk cId="4203961249" sldId="499"/>
            <ac:spMk id="10" creationId="{01A96E18-E979-9E3C-2D58-AAA147C6EA59}"/>
          </ac:spMkLst>
        </pc:spChg>
      </pc:sldChg>
      <pc:sldChg chg="modSp">
        <pc:chgData name="Chittaranjan Hens" userId="6fc03958433e8a43" providerId="LiveId" clId="{8D136F36-C1D9-423B-93C3-5AAF6E101A27}" dt="2023-02-06T04:10:17.842" v="20" actId="20577"/>
        <pc:sldMkLst>
          <pc:docMk/>
          <pc:sldMk cId="225175671" sldId="500"/>
        </pc:sldMkLst>
        <pc:spChg chg="mod">
          <ac:chgData name="Chittaranjan Hens" userId="6fc03958433e8a43" providerId="LiveId" clId="{8D136F36-C1D9-423B-93C3-5AAF6E101A27}" dt="2023-02-06T04:10:17.842" v="20" actId="20577"/>
          <ac:spMkLst>
            <pc:docMk/>
            <pc:sldMk cId="225175671" sldId="500"/>
            <ac:spMk id="4" creationId="{AFE51AD9-A3D9-253A-1B86-5EF4D52F1C8E}"/>
          </ac:spMkLst>
        </pc:spChg>
      </pc:sldChg>
      <pc:sldChg chg="modSp mod">
        <pc:chgData name="Chittaranjan Hens" userId="6fc03958433e8a43" providerId="LiveId" clId="{8D136F36-C1D9-423B-93C3-5AAF6E101A27}" dt="2023-02-06T04:20:35.941" v="76" actId="20577"/>
        <pc:sldMkLst>
          <pc:docMk/>
          <pc:sldMk cId="1158314465" sldId="501"/>
        </pc:sldMkLst>
        <pc:spChg chg="mod">
          <ac:chgData name="Chittaranjan Hens" userId="6fc03958433e8a43" providerId="LiveId" clId="{8D136F36-C1D9-423B-93C3-5AAF6E101A27}" dt="2023-02-06T04:20:35.941" v="76" actId="20577"/>
          <ac:spMkLst>
            <pc:docMk/>
            <pc:sldMk cId="1158314465" sldId="501"/>
            <ac:spMk id="10" creationId="{01A96E18-E979-9E3C-2D58-AAA147C6EA59}"/>
          </ac:spMkLst>
        </pc:spChg>
      </pc:sldChg>
      <pc:sldChg chg="modSp mod">
        <pc:chgData name="Chittaranjan Hens" userId="6fc03958433e8a43" providerId="LiveId" clId="{8D136F36-C1D9-423B-93C3-5AAF6E101A27}" dt="2023-02-06T04:09:31.477" v="19" actId="20577"/>
        <pc:sldMkLst>
          <pc:docMk/>
          <pc:sldMk cId="3671995003" sldId="722"/>
        </pc:sldMkLst>
        <pc:spChg chg="mod">
          <ac:chgData name="Chittaranjan Hens" userId="6fc03958433e8a43" providerId="LiveId" clId="{8D136F36-C1D9-423B-93C3-5AAF6E101A27}" dt="2023-02-06T04:09:31.477" v="19" actId="20577"/>
          <ac:spMkLst>
            <pc:docMk/>
            <pc:sldMk cId="3671995003" sldId="722"/>
            <ac:spMk id="10" creationId="{01A96E18-E979-9E3C-2D58-AAA147C6EA59}"/>
          </ac:spMkLst>
        </pc:spChg>
      </pc:sldChg>
      <pc:sldChg chg="modSp">
        <pc:chgData name="Chittaranjan Hens" userId="6fc03958433e8a43" providerId="LiveId" clId="{8D136F36-C1D9-423B-93C3-5AAF6E101A27}" dt="2023-02-06T04:16:59.124" v="66" actId="20577"/>
        <pc:sldMkLst>
          <pc:docMk/>
          <pc:sldMk cId="150847126" sldId="724"/>
        </pc:sldMkLst>
        <pc:spChg chg="mod">
          <ac:chgData name="Chittaranjan Hens" userId="6fc03958433e8a43" providerId="LiveId" clId="{8D136F36-C1D9-423B-93C3-5AAF6E101A27}" dt="2023-02-06T04:16:59.124" v="66" actId="20577"/>
          <ac:spMkLst>
            <pc:docMk/>
            <pc:sldMk cId="150847126" sldId="724"/>
            <ac:spMk id="11" creationId="{C88415E0-5323-E1E7-CAEA-43160FD99A98}"/>
          </ac:spMkLst>
        </pc:spChg>
      </pc:sldChg>
    </pc:docChg>
  </pc:docChgLst>
  <pc:docChgLst>
    <pc:chgData name="Chittaranjan Hens" userId="6fc03958433e8a43" providerId="LiveId" clId="{EE43BE8E-2194-4593-A3EC-581806B88C03}"/>
    <pc:docChg chg="undo custSel addSld delSld modSld sldOrd">
      <pc:chgData name="Chittaranjan Hens" userId="6fc03958433e8a43" providerId="LiveId" clId="{EE43BE8E-2194-4593-A3EC-581806B88C03}" dt="2024-01-10T05:08:29.987" v="32"/>
      <pc:docMkLst>
        <pc:docMk/>
      </pc:docMkLst>
      <pc:sldChg chg="addSp modSp mod">
        <pc:chgData name="Chittaranjan Hens" userId="6fc03958433e8a43" providerId="LiveId" clId="{EE43BE8E-2194-4593-A3EC-581806B88C03}" dt="2024-01-09T20:00:40.923" v="12" actId="1076"/>
        <pc:sldMkLst>
          <pc:docMk/>
          <pc:sldMk cId="3628849433" sldId="486"/>
        </pc:sldMkLst>
        <pc:spChg chg="add mod">
          <ac:chgData name="Chittaranjan Hens" userId="6fc03958433e8a43" providerId="LiveId" clId="{EE43BE8E-2194-4593-A3EC-581806B88C03}" dt="2024-01-09T20:00:40.923" v="12" actId="1076"/>
          <ac:spMkLst>
            <pc:docMk/>
            <pc:sldMk cId="3628849433" sldId="486"/>
            <ac:spMk id="6" creationId="{D0B5BD2C-183C-AF67-6297-EB7FBDE36157}"/>
          </ac:spMkLst>
        </pc:spChg>
        <pc:picChg chg="mod">
          <ac:chgData name="Chittaranjan Hens" userId="6fc03958433e8a43" providerId="LiveId" clId="{EE43BE8E-2194-4593-A3EC-581806B88C03}" dt="2024-01-09T20:00:21.286" v="3" actId="1076"/>
          <ac:picMkLst>
            <pc:docMk/>
            <pc:sldMk cId="3628849433" sldId="486"/>
            <ac:picMk id="7" creationId="{7075C4AF-6ECD-B69C-0E8A-BCA69B2587BD}"/>
          </ac:picMkLst>
        </pc:picChg>
      </pc:sldChg>
      <pc:sldChg chg="addSp modSp mod">
        <pc:chgData name="Chittaranjan Hens" userId="6fc03958433e8a43" providerId="LiveId" clId="{EE43BE8E-2194-4593-A3EC-581806B88C03}" dt="2024-01-09T20:03:16.258" v="28"/>
        <pc:sldMkLst>
          <pc:docMk/>
          <pc:sldMk cId="2673504197" sldId="487"/>
        </pc:sldMkLst>
        <pc:spChg chg="add mod">
          <ac:chgData name="Chittaranjan Hens" userId="6fc03958433e8a43" providerId="LiveId" clId="{EE43BE8E-2194-4593-A3EC-581806B88C03}" dt="2024-01-09T20:03:16.258" v="28"/>
          <ac:spMkLst>
            <pc:docMk/>
            <pc:sldMk cId="2673504197" sldId="487"/>
            <ac:spMk id="6" creationId="{F2B0C80D-8C2F-AE78-0DAC-C187118AAD0D}"/>
          </ac:spMkLst>
        </pc:spChg>
        <pc:picChg chg="mod">
          <ac:chgData name="Chittaranjan Hens" userId="6fc03958433e8a43" providerId="LiveId" clId="{EE43BE8E-2194-4593-A3EC-581806B88C03}" dt="2024-01-09T20:02:38.466" v="15" actId="1076"/>
          <ac:picMkLst>
            <pc:docMk/>
            <pc:sldMk cId="2673504197" sldId="487"/>
            <ac:picMk id="9" creationId="{61FE7019-AAC0-A863-6C9D-691E8F09B30E}"/>
          </ac:picMkLst>
        </pc:picChg>
      </pc:sldChg>
      <pc:sldChg chg="del">
        <pc:chgData name="Chittaranjan Hens" userId="6fc03958433e8a43" providerId="LiveId" clId="{EE43BE8E-2194-4593-A3EC-581806B88C03}" dt="2024-01-10T05:08:13.512" v="29" actId="2696"/>
        <pc:sldMkLst>
          <pc:docMk/>
          <pc:sldMk cId="1815916369" sldId="493"/>
        </pc:sldMkLst>
      </pc:sldChg>
      <pc:sldChg chg="add ord">
        <pc:chgData name="Chittaranjan Hens" userId="6fc03958433e8a43" providerId="LiveId" clId="{EE43BE8E-2194-4593-A3EC-581806B88C03}" dt="2024-01-10T05:08:29.987" v="32"/>
        <pc:sldMkLst>
          <pc:docMk/>
          <pc:sldMk cId="3665747439" sldId="493"/>
        </pc:sldMkLst>
      </pc:sldChg>
    </pc:docChg>
  </pc:docChgLst>
  <pc:docChgLst>
    <pc:chgData name="Chittaranjan Hens" userId="6fc03958433e8a43" providerId="LiveId" clId="{3941B8DD-44C0-4984-B2B1-5E7086316BFB}"/>
    <pc:docChg chg="undo redo custSel addSld delSld modSld sldOrd">
      <pc:chgData name="Chittaranjan Hens" userId="6fc03958433e8a43" providerId="LiveId" clId="{3941B8DD-44C0-4984-B2B1-5E7086316BFB}" dt="2023-02-05T05:08:33.090" v="4178" actId="113"/>
      <pc:docMkLst>
        <pc:docMk/>
      </pc:docMkLst>
      <pc:sldChg chg="modSp del mod">
        <pc:chgData name="Chittaranjan Hens" userId="6fc03958433e8a43" providerId="LiveId" clId="{3941B8DD-44C0-4984-B2B1-5E7086316BFB}" dt="2023-02-04T10:46:59.327" v="65" actId="47"/>
        <pc:sldMkLst>
          <pc:docMk/>
          <pc:sldMk cId="2551970589" sldId="271"/>
        </pc:sldMkLst>
        <pc:spChg chg="mod">
          <ac:chgData name="Chittaranjan Hens" userId="6fc03958433e8a43" providerId="LiveId" clId="{3941B8DD-44C0-4984-B2B1-5E7086316BFB}" dt="2023-02-04T10:38:47.060" v="1" actId="20577"/>
          <ac:spMkLst>
            <pc:docMk/>
            <pc:sldMk cId="2551970589" sldId="271"/>
            <ac:spMk id="27" creationId="{672DC67C-7211-3BCA-2C29-FFE14165ABFE}"/>
          </ac:spMkLst>
        </pc:spChg>
      </pc:sldChg>
      <pc:sldChg chg="addSp modSp add mod modAnim">
        <pc:chgData name="Chittaranjan Hens" userId="6fc03958433e8a43" providerId="LiveId" clId="{3941B8DD-44C0-4984-B2B1-5E7086316BFB}" dt="2023-02-05T04:41:41.056" v="3926"/>
        <pc:sldMkLst>
          <pc:docMk/>
          <pc:sldMk cId="0" sldId="275"/>
        </pc:sldMkLst>
        <pc:spChg chg="mod">
          <ac:chgData name="Chittaranjan Hens" userId="6fc03958433e8a43" providerId="LiveId" clId="{3941B8DD-44C0-4984-B2B1-5E7086316BFB}" dt="2023-02-05T04:36:47.179" v="3848" actId="1076"/>
          <ac:spMkLst>
            <pc:docMk/>
            <pc:sldMk cId="0" sldId="275"/>
            <ac:spMk id="11" creationId="{AD2E3B5A-C40E-4FCB-B30D-76945AD1A606}"/>
          </ac:spMkLst>
        </pc:spChg>
        <pc:spChg chg="mod">
          <ac:chgData name="Chittaranjan Hens" userId="6fc03958433e8a43" providerId="LiveId" clId="{3941B8DD-44C0-4984-B2B1-5E7086316BFB}" dt="2023-02-05T04:40:52.270" v="3918" actId="403"/>
          <ac:spMkLst>
            <pc:docMk/>
            <pc:sldMk cId="0" sldId="275"/>
            <ac:spMk id="39941" creationId="{DC48E3EE-2506-4EEA-905A-02DB2E058CFE}"/>
          </ac:spMkLst>
        </pc:spChg>
        <pc:spChg chg="mod">
          <ac:chgData name="Chittaranjan Hens" userId="6fc03958433e8a43" providerId="LiveId" clId="{3941B8DD-44C0-4984-B2B1-5E7086316BFB}" dt="2023-02-05T04:41:07.616" v="3922" actId="1076"/>
          <ac:spMkLst>
            <pc:docMk/>
            <pc:sldMk cId="0" sldId="275"/>
            <ac:spMk id="39945" creationId="{F7FDCDC9-7D8E-4661-B720-2A3690F69C60}"/>
          </ac:spMkLst>
        </pc:spChg>
        <pc:picChg chg="add mod ord">
          <ac:chgData name="Chittaranjan Hens" userId="6fc03958433e8a43" providerId="LiveId" clId="{3941B8DD-44C0-4984-B2B1-5E7086316BFB}" dt="2023-02-05T04:41:31.045" v="3924" actId="1076"/>
          <ac:picMkLst>
            <pc:docMk/>
            <pc:sldMk cId="0" sldId="275"/>
            <ac:picMk id="2" creationId="{0002B9B7-FED8-4DE7-DD1E-0EFC60884940}"/>
          </ac:picMkLst>
        </pc:picChg>
      </pc:sldChg>
      <pc:sldChg chg="addSp modSp add mod">
        <pc:chgData name="Chittaranjan Hens" userId="6fc03958433e8a43" providerId="LiveId" clId="{3941B8DD-44C0-4984-B2B1-5E7086316BFB}" dt="2023-02-05T04:35:49.901" v="3839" actId="167"/>
        <pc:sldMkLst>
          <pc:docMk/>
          <pc:sldMk cId="0" sldId="276"/>
        </pc:sldMkLst>
        <pc:picChg chg="add mod ord">
          <ac:chgData name="Chittaranjan Hens" userId="6fc03958433e8a43" providerId="LiveId" clId="{3941B8DD-44C0-4984-B2B1-5E7086316BFB}" dt="2023-02-05T04:35:49.901" v="3839" actId="167"/>
          <ac:picMkLst>
            <pc:docMk/>
            <pc:sldMk cId="0" sldId="276"/>
            <ac:picMk id="2" creationId="{D4B1EBB3-F39A-F3D2-79ED-4714D3D3387A}"/>
          </ac:picMkLst>
        </pc:picChg>
      </pc:sldChg>
      <pc:sldChg chg="modSp add mod">
        <pc:chgData name="Chittaranjan Hens" userId="6fc03958433e8a43" providerId="LiveId" clId="{3941B8DD-44C0-4984-B2B1-5E7086316BFB}" dt="2023-02-04T10:50:52.111" v="102" actId="20577"/>
        <pc:sldMkLst>
          <pc:docMk/>
          <pc:sldMk cId="106760763" sldId="277"/>
        </pc:sldMkLst>
        <pc:spChg chg="mod">
          <ac:chgData name="Chittaranjan Hens" userId="6fc03958433e8a43" providerId="LiveId" clId="{3941B8DD-44C0-4984-B2B1-5E7086316BFB}" dt="2023-02-04T10:50:40.108" v="95" actId="1076"/>
          <ac:spMkLst>
            <pc:docMk/>
            <pc:sldMk cId="106760763" sldId="277"/>
            <ac:spMk id="2" creationId="{DC222BA3-A2CE-2597-05A4-700543D69720}"/>
          </ac:spMkLst>
        </pc:spChg>
        <pc:spChg chg="mod">
          <ac:chgData name="Chittaranjan Hens" userId="6fc03958433e8a43" providerId="LiveId" clId="{3941B8DD-44C0-4984-B2B1-5E7086316BFB}" dt="2023-02-04T10:50:52.111" v="102" actId="20577"/>
          <ac:spMkLst>
            <pc:docMk/>
            <pc:sldMk cId="106760763" sldId="277"/>
            <ac:spMk id="27" creationId="{672DC67C-7211-3BCA-2C29-FFE14165ABFE}"/>
          </ac:spMkLst>
        </pc:spChg>
      </pc:sldChg>
      <pc:sldChg chg="addSp delSp modSp add mod ord setBg modAnim delDesignElem">
        <pc:chgData name="Chittaranjan Hens" userId="6fc03958433e8a43" providerId="LiveId" clId="{3941B8DD-44C0-4984-B2B1-5E7086316BFB}" dt="2023-02-04T10:49:44.045" v="86"/>
        <pc:sldMkLst>
          <pc:docMk/>
          <pc:sldMk cId="322152922" sldId="278"/>
        </pc:sldMkLst>
        <pc:spChg chg="mod">
          <ac:chgData name="Chittaranjan Hens" userId="6fc03958433e8a43" providerId="LiveId" clId="{3941B8DD-44C0-4984-B2B1-5E7086316BFB}" dt="2023-02-04T10:49:03.570" v="82" actId="26606"/>
          <ac:spMkLst>
            <pc:docMk/>
            <pc:sldMk cId="322152922" sldId="278"/>
            <ac:spMk id="9" creationId="{392C5059-EB68-AD60-8B1D-D540BD55A8FF}"/>
          </ac:spMkLst>
        </pc:spChg>
        <pc:spChg chg="add del">
          <ac:chgData name="Chittaranjan Hens" userId="6fc03958433e8a43" providerId="LiveId" clId="{3941B8DD-44C0-4984-B2B1-5E7086316BFB}" dt="2023-02-04T10:49:03.570" v="82" actId="26606"/>
          <ac:spMkLst>
            <pc:docMk/>
            <pc:sldMk cId="322152922" sldId="278"/>
            <ac:spMk id="14" creationId="{AC8EEB0F-BA72-49AC-956F-331B60FDE79E}"/>
          </ac:spMkLst>
        </pc:spChg>
        <pc:spChg chg="del">
          <ac:chgData name="Chittaranjan Hens" userId="6fc03958433e8a43" providerId="LiveId" clId="{3941B8DD-44C0-4984-B2B1-5E7086316BFB}" dt="2023-02-04T10:46:57.287" v="64"/>
          <ac:spMkLst>
            <pc:docMk/>
            <pc:sldMk cId="322152922" sldId="278"/>
            <ac:spMk id="15" creationId="{247A131F-D5DE-41A5-B4CF-4F345319B40B}"/>
          </ac:spMkLst>
        </pc:spChg>
        <pc:spChg chg="add del">
          <ac:chgData name="Chittaranjan Hens" userId="6fc03958433e8a43" providerId="LiveId" clId="{3941B8DD-44C0-4984-B2B1-5E7086316BFB}" dt="2023-02-04T10:49:03.570" v="82" actId="26606"/>
          <ac:spMkLst>
            <pc:docMk/>
            <pc:sldMk cId="322152922" sldId="278"/>
            <ac:spMk id="16" creationId="{8CC700D5-9809-43F4-89D5-7DBBCB0DCC10}"/>
          </ac:spMkLst>
        </pc:spChg>
        <pc:spChg chg="del">
          <ac:chgData name="Chittaranjan Hens" userId="6fc03958433e8a43" providerId="LiveId" clId="{3941B8DD-44C0-4984-B2B1-5E7086316BFB}" dt="2023-02-04T10:46:57.287" v="64"/>
          <ac:spMkLst>
            <pc:docMk/>
            <pc:sldMk cId="322152922" sldId="278"/>
            <ac:spMk id="17" creationId="{3AF4666D-BD98-40A5-A75F-478B982010B2}"/>
          </ac:spMkLst>
        </pc:spChg>
        <pc:spChg chg="add del">
          <ac:chgData name="Chittaranjan Hens" userId="6fc03958433e8a43" providerId="LiveId" clId="{3941B8DD-44C0-4984-B2B1-5E7086316BFB}" dt="2023-02-04T10:49:03.570" v="82" actId="26606"/>
          <ac:spMkLst>
            <pc:docMk/>
            <pc:sldMk cId="322152922" sldId="278"/>
            <ac:spMk id="18" creationId="{C7163242-6303-46DC-BAC1-2A204F061321}"/>
          </ac:spMkLst>
        </pc:spChg>
        <pc:spChg chg="del">
          <ac:chgData name="Chittaranjan Hens" userId="6fc03958433e8a43" providerId="LiveId" clId="{3941B8DD-44C0-4984-B2B1-5E7086316BFB}" dt="2023-02-04T10:46:57.287" v="64"/>
          <ac:spMkLst>
            <pc:docMk/>
            <pc:sldMk cId="322152922" sldId="278"/>
            <ac:spMk id="19" creationId="{68680585-71F9-4721-A998-4974171D2EB4}"/>
          </ac:spMkLst>
        </pc:spChg>
        <pc:spChg chg="add del">
          <ac:chgData name="Chittaranjan Hens" userId="6fc03958433e8a43" providerId="LiveId" clId="{3941B8DD-44C0-4984-B2B1-5E7086316BFB}" dt="2023-02-04T10:49:03.570" v="82" actId="26606"/>
          <ac:spMkLst>
            <pc:docMk/>
            <pc:sldMk cId="322152922" sldId="278"/>
            <ac:spMk id="20" creationId="{805C4C40-D70E-4C4F-B228-98A0A6132603}"/>
          </ac:spMkLst>
        </pc:spChg>
        <pc:spChg chg="del">
          <ac:chgData name="Chittaranjan Hens" userId="6fc03958433e8a43" providerId="LiveId" clId="{3941B8DD-44C0-4984-B2B1-5E7086316BFB}" dt="2023-02-04T10:46:57.287" v="64"/>
          <ac:spMkLst>
            <pc:docMk/>
            <pc:sldMk cId="322152922" sldId="278"/>
            <ac:spMk id="21" creationId="{12BC95C2-2EEC-4F59-ABA8-660B0D059CCF}"/>
          </ac:spMkLst>
        </pc:spChg>
        <pc:spChg chg="del">
          <ac:chgData name="Chittaranjan Hens" userId="6fc03958433e8a43" providerId="LiveId" clId="{3941B8DD-44C0-4984-B2B1-5E7086316BFB}" dt="2023-02-04T10:46:57.287" v="64"/>
          <ac:spMkLst>
            <pc:docMk/>
            <pc:sldMk cId="322152922" sldId="278"/>
            <ac:spMk id="41" creationId="{81BC67A1-175E-439E-85E2-88911C119814}"/>
          </ac:spMkLst>
        </pc:spChg>
        <pc:spChg chg="del">
          <ac:chgData name="Chittaranjan Hens" userId="6fc03958433e8a43" providerId="LiveId" clId="{3941B8DD-44C0-4984-B2B1-5E7086316BFB}" dt="2023-02-04T10:46:57.287" v="64"/>
          <ac:spMkLst>
            <pc:docMk/>
            <pc:sldMk cId="322152922" sldId="278"/>
            <ac:spMk id="43" creationId="{94A7B82C-30F1-42B4-BE36-3DB42DD517D1}"/>
          </ac:spMkLst>
        </pc:spChg>
        <pc:spChg chg="del">
          <ac:chgData name="Chittaranjan Hens" userId="6fc03958433e8a43" providerId="LiveId" clId="{3941B8DD-44C0-4984-B2B1-5E7086316BFB}" dt="2023-02-04T10:46:57.287" v="64"/>
          <ac:spMkLst>
            <pc:docMk/>
            <pc:sldMk cId="322152922" sldId="278"/>
            <ac:spMk id="45" creationId="{43CA1578-CEEB-41BB-8068-C0DA02C36C52}"/>
          </ac:spMkLst>
        </pc:spChg>
        <pc:grpChg chg="add del">
          <ac:chgData name="Chittaranjan Hens" userId="6fc03958433e8a43" providerId="LiveId" clId="{3941B8DD-44C0-4984-B2B1-5E7086316BFB}" dt="2023-02-04T10:49:03.570" v="82" actId="26606"/>
          <ac:grpSpMkLst>
            <pc:docMk/>
            <pc:sldMk cId="322152922" sldId="278"/>
            <ac:grpSpMk id="22" creationId="{06536C0D-2219-44F1-94EC-B9A56501DB36}"/>
          </ac:grpSpMkLst>
        </pc:grpChg>
        <pc:grpChg chg="del">
          <ac:chgData name="Chittaranjan Hens" userId="6fc03958433e8a43" providerId="LiveId" clId="{3941B8DD-44C0-4984-B2B1-5E7086316BFB}" dt="2023-02-04T10:46:57.287" v="64"/>
          <ac:grpSpMkLst>
            <pc:docMk/>
            <pc:sldMk cId="322152922" sldId="278"/>
            <ac:grpSpMk id="23" creationId="{03E9870D-4BBA-43AF-8D44-BBADF020CFF6}"/>
          </ac:grpSpMkLst>
        </pc:grpChg>
        <pc:grpChg chg="del">
          <ac:chgData name="Chittaranjan Hens" userId="6fc03958433e8a43" providerId="LiveId" clId="{3941B8DD-44C0-4984-B2B1-5E7086316BFB}" dt="2023-02-04T10:46:57.287" v="64"/>
          <ac:grpSpMkLst>
            <pc:docMk/>
            <pc:sldMk cId="322152922" sldId="278"/>
            <ac:grpSpMk id="32" creationId="{C3279E8D-2BAA-4CB1-834B-09FADD54DE56}"/>
          </ac:grpSpMkLst>
        </pc:grpChg>
        <pc:grpChg chg="del">
          <ac:chgData name="Chittaranjan Hens" userId="6fc03958433e8a43" providerId="LiveId" clId="{3941B8DD-44C0-4984-B2B1-5E7086316BFB}" dt="2023-02-04T10:46:57.287" v="64"/>
          <ac:grpSpMkLst>
            <pc:docMk/>
            <pc:sldMk cId="322152922" sldId="278"/>
            <ac:grpSpMk id="47" creationId="{7DF11618-754F-4C58-94AD-F7AA3530D6AF}"/>
          </ac:grpSpMkLst>
        </pc:grpChg>
        <pc:grpChg chg="del">
          <ac:chgData name="Chittaranjan Hens" userId="6fc03958433e8a43" providerId="LiveId" clId="{3941B8DD-44C0-4984-B2B1-5E7086316BFB}" dt="2023-02-04T10:46:57.287" v="64"/>
          <ac:grpSpMkLst>
            <pc:docMk/>
            <pc:sldMk cId="322152922" sldId="278"/>
            <ac:grpSpMk id="73" creationId="{A5761FD8-9CFD-4F5A-AB69-F179306BCD09}"/>
          </ac:grpSpMkLst>
        </pc:grpChg>
        <pc:grpChg chg="del">
          <ac:chgData name="Chittaranjan Hens" userId="6fc03958433e8a43" providerId="LiveId" clId="{3941B8DD-44C0-4984-B2B1-5E7086316BFB}" dt="2023-02-04T10:46:57.287" v="64"/>
          <ac:grpSpMkLst>
            <pc:docMk/>
            <pc:sldMk cId="322152922" sldId="278"/>
            <ac:grpSpMk id="84" creationId="{361195DA-BFB4-4917-BAFD-7D3D669EFA86}"/>
          </ac:grpSpMkLst>
        </pc:grpChg>
        <pc:picChg chg="add mod ord">
          <ac:chgData name="Chittaranjan Hens" userId="6fc03958433e8a43" providerId="LiveId" clId="{3941B8DD-44C0-4984-B2B1-5E7086316BFB}" dt="2023-02-04T10:49:03.570" v="82" actId="26606"/>
          <ac:picMkLst>
            <pc:docMk/>
            <pc:sldMk cId="322152922" sldId="278"/>
            <ac:picMk id="2" creationId="{79F04B89-7863-B0C2-C2C1-5DDEC61CFC3E}"/>
          </ac:picMkLst>
        </pc:picChg>
        <pc:picChg chg="add mod">
          <ac:chgData name="Chittaranjan Hens" userId="6fc03958433e8a43" providerId="LiveId" clId="{3941B8DD-44C0-4984-B2B1-5E7086316BFB}" dt="2023-02-04T10:49:03.570" v="82" actId="26606"/>
          <ac:picMkLst>
            <pc:docMk/>
            <pc:sldMk cId="322152922" sldId="278"/>
            <ac:picMk id="3" creationId="{BE92AD32-12AE-EBC9-6D2F-370E432DF69B}"/>
          </ac:picMkLst>
        </pc:picChg>
        <pc:picChg chg="add del mod">
          <ac:chgData name="Chittaranjan Hens" userId="6fc03958433e8a43" providerId="LiveId" clId="{3941B8DD-44C0-4984-B2B1-5E7086316BFB}" dt="2023-02-04T10:49:38.182" v="84"/>
          <ac:picMkLst>
            <pc:docMk/>
            <pc:sldMk cId="322152922" sldId="278"/>
            <ac:picMk id="4" creationId="{18C46ED6-AFDF-E6FD-58F2-6BABAFC140A3}"/>
          </ac:picMkLst>
        </pc:picChg>
        <pc:picChg chg="add del mod">
          <ac:chgData name="Chittaranjan Hens" userId="6fc03958433e8a43" providerId="LiveId" clId="{3941B8DD-44C0-4984-B2B1-5E7086316BFB}" dt="2023-02-04T10:49:44.045" v="86"/>
          <ac:picMkLst>
            <pc:docMk/>
            <pc:sldMk cId="322152922" sldId="278"/>
            <ac:picMk id="5" creationId="{B0207855-85C5-FEA6-E3F9-272C60543198}"/>
          </ac:picMkLst>
        </pc:picChg>
        <pc:picChg chg="del mod">
          <ac:chgData name="Chittaranjan Hens" userId="6fc03958433e8a43" providerId="LiveId" clId="{3941B8DD-44C0-4984-B2B1-5E7086316BFB}" dt="2023-02-04T10:48:12.897" v="76" actId="478"/>
          <ac:picMkLst>
            <pc:docMk/>
            <pc:sldMk cId="322152922" sldId="278"/>
            <ac:picMk id="11" creationId="{11FA15EA-65CD-907F-E475-8CD200ECCFF0}"/>
          </ac:picMkLst>
        </pc:picChg>
      </pc:sldChg>
      <pc:sldChg chg="del">
        <pc:chgData name="Chittaranjan Hens" userId="6fc03958433e8a43" providerId="LiveId" clId="{3941B8DD-44C0-4984-B2B1-5E7086316BFB}" dt="2023-02-04T10:38:49.903" v="3" actId="47"/>
        <pc:sldMkLst>
          <pc:docMk/>
          <pc:sldMk cId="912596222" sldId="278"/>
        </pc:sldMkLst>
      </pc:sldChg>
      <pc:sldChg chg="del">
        <pc:chgData name="Chittaranjan Hens" userId="6fc03958433e8a43" providerId="LiveId" clId="{3941B8DD-44C0-4984-B2B1-5E7086316BFB}" dt="2023-02-04T10:38:49.718" v="2" actId="47"/>
        <pc:sldMkLst>
          <pc:docMk/>
          <pc:sldMk cId="2492080926" sldId="280"/>
        </pc:sldMkLst>
      </pc:sldChg>
      <pc:sldChg chg="del">
        <pc:chgData name="Chittaranjan Hens" userId="6fc03958433e8a43" providerId="LiveId" clId="{3941B8DD-44C0-4984-B2B1-5E7086316BFB}" dt="2023-02-04T10:38:51.551" v="12" actId="47"/>
        <pc:sldMkLst>
          <pc:docMk/>
          <pc:sldMk cId="1568558789" sldId="282"/>
        </pc:sldMkLst>
      </pc:sldChg>
      <pc:sldChg chg="addSp delSp modSp add mod">
        <pc:chgData name="Chittaranjan Hens" userId="6fc03958433e8a43" providerId="LiveId" clId="{3941B8DD-44C0-4984-B2B1-5E7086316BFB}" dt="2023-02-05T05:02:01.971" v="4095" actId="2711"/>
        <pc:sldMkLst>
          <pc:docMk/>
          <pc:sldMk cId="2230484363" sldId="324"/>
        </pc:sldMkLst>
        <pc:spChg chg="add del mod">
          <ac:chgData name="Chittaranjan Hens" userId="6fc03958433e8a43" providerId="LiveId" clId="{3941B8DD-44C0-4984-B2B1-5E7086316BFB}" dt="2023-02-05T04:38:35.163" v="3902" actId="478"/>
          <ac:spMkLst>
            <pc:docMk/>
            <pc:sldMk cId="2230484363" sldId="324"/>
            <ac:spMk id="4" creationId="{4D30030E-6CE4-4B80-7803-F9E0DAFA31A2}"/>
          </ac:spMkLst>
        </pc:spChg>
        <pc:spChg chg="add mod">
          <ac:chgData name="Chittaranjan Hens" userId="6fc03958433e8a43" providerId="LiveId" clId="{3941B8DD-44C0-4984-B2B1-5E7086316BFB}" dt="2023-02-05T05:02:01.971" v="4095" actId="2711"/>
          <ac:spMkLst>
            <pc:docMk/>
            <pc:sldMk cId="2230484363" sldId="324"/>
            <ac:spMk id="5" creationId="{E414C3A5-FCAF-5973-3DBC-5FE821BA4C44}"/>
          </ac:spMkLst>
        </pc:spChg>
        <pc:spChg chg="del mod">
          <ac:chgData name="Chittaranjan Hens" userId="6fc03958433e8a43" providerId="LiveId" clId="{3941B8DD-44C0-4984-B2B1-5E7086316BFB}" dt="2023-02-05T04:36:12.428" v="3844" actId="478"/>
          <ac:spMkLst>
            <pc:docMk/>
            <pc:sldMk cId="2230484363" sldId="324"/>
            <ac:spMk id="53250" creationId="{B30C2AD8-81FF-4A77-94BC-F1BC81BDCCBE}"/>
          </ac:spMkLst>
        </pc:spChg>
        <pc:spChg chg="mod">
          <ac:chgData name="Chittaranjan Hens" userId="6fc03958433e8a43" providerId="LiveId" clId="{3941B8DD-44C0-4984-B2B1-5E7086316BFB}" dt="2023-02-05T05:01:56.113" v="4094" actId="2711"/>
          <ac:spMkLst>
            <pc:docMk/>
            <pc:sldMk cId="2230484363" sldId="324"/>
            <ac:spMk id="53251" creationId="{6F1E4EBF-FB48-4D27-BFAC-A3166D6FB001}"/>
          </ac:spMkLst>
        </pc:spChg>
        <pc:picChg chg="add mod ord">
          <ac:chgData name="Chittaranjan Hens" userId="6fc03958433e8a43" providerId="LiveId" clId="{3941B8DD-44C0-4984-B2B1-5E7086316BFB}" dt="2023-02-05T03:57:28.051" v="3733" actId="167"/>
          <ac:picMkLst>
            <pc:docMk/>
            <pc:sldMk cId="2230484363" sldId="324"/>
            <ac:picMk id="2" creationId="{2C59BAA2-1666-46CC-48CB-1960FFDE7DFD}"/>
          </ac:picMkLst>
        </pc:picChg>
        <pc:picChg chg="mod">
          <ac:chgData name="Chittaranjan Hens" userId="6fc03958433e8a43" providerId="LiveId" clId="{3941B8DD-44C0-4984-B2B1-5E7086316BFB}" dt="2023-02-05T04:31:02.716" v="3803" actId="1076"/>
          <ac:picMkLst>
            <pc:docMk/>
            <pc:sldMk cId="2230484363" sldId="324"/>
            <ac:picMk id="53254" creationId="{ED2F458C-AB84-4BE0-803A-EAC44E590EF3}"/>
          </ac:picMkLst>
        </pc:picChg>
      </pc:sldChg>
      <pc:sldChg chg="addSp modSp add mod">
        <pc:chgData name="Chittaranjan Hens" userId="6fc03958433e8a43" providerId="LiveId" clId="{3941B8DD-44C0-4984-B2B1-5E7086316BFB}" dt="2023-02-05T05:00:43.602" v="4089" actId="6549"/>
        <pc:sldMkLst>
          <pc:docMk/>
          <pc:sldMk cId="4148297378" sldId="325"/>
        </pc:sldMkLst>
        <pc:spChg chg="mod">
          <ac:chgData name="Chittaranjan Hens" userId="6fc03958433e8a43" providerId="LiveId" clId="{3941B8DD-44C0-4984-B2B1-5E7086316BFB}" dt="2023-02-05T05:00:43.602" v="4089" actId="6549"/>
          <ac:spMkLst>
            <pc:docMk/>
            <pc:sldMk cId="4148297378" sldId="325"/>
            <ac:spMk id="55298" creationId="{137384C5-6923-406A-8FD8-3D74C54FF3EF}"/>
          </ac:spMkLst>
        </pc:spChg>
        <pc:spChg chg="mod">
          <ac:chgData name="Chittaranjan Hens" userId="6fc03958433e8a43" providerId="LiveId" clId="{3941B8DD-44C0-4984-B2B1-5E7086316BFB}" dt="2023-02-05T05:00:40.962" v="4088" actId="1076"/>
          <ac:spMkLst>
            <pc:docMk/>
            <pc:sldMk cId="4148297378" sldId="325"/>
            <ac:spMk id="55301" creationId="{4465FCF6-D5EF-45CD-9FD8-A4892F6CC87B}"/>
          </ac:spMkLst>
        </pc:spChg>
        <pc:spChg chg="mod">
          <ac:chgData name="Chittaranjan Hens" userId="6fc03958433e8a43" providerId="LiveId" clId="{3941B8DD-44C0-4984-B2B1-5E7086316BFB}" dt="2023-02-05T05:00:32.095" v="4086" actId="2711"/>
          <ac:spMkLst>
            <pc:docMk/>
            <pc:sldMk cId="4148297378" sldId="325"/>
            <ac:spMk id="55302" creationId="{6384F58B-23BE-495E-9144-0E2FD07D5CF3}"/>
          </ac:spMkLst>
        </pc:spChg>
        <pc:picChg chg="add mod ord">
          <ac:chgData name="Chittaranjan Hens" userId="6fc03958433e8a43" providerId="LiveId" clId="{3941B8DD-44C0-4984-B2B1-5E7086316BFB}" dt="2023-02-05T03:57:56.387" v="3738" actId="167"/>
          <ac:picMkLst>
            <pc:docMk/>
            <pc:sldMk cId="4148297378" sldId="325"/>
            <ac:picMk id="2" creationId="{51B164C9-C9AC-FC1C-E60F-5761EB437D03}"/>
          </ac:picMkLst>
        </pc:picChg>
      </pc:sldChg>
      <pc:sldChg chg="addSp delSp modSp add mod">
        <pc:chgData name="Chittaranjan Hens" userId="6fc03958433e8a43" providerId="LiveId" clId="{3941B8DD-44C0-4984-B2B1-5E7086316BFB}" dt="2023-02-05T05:03:56.968" v="4109" actId="1076"/>
        <pc:sldMkLst>
          <pc:docMk/>
          <pc:sldMk cId="0" sldId="345"/>
        </pc:sldMkLst>
        <pc:spChg chg="mod">
          <ac:chgData name="Chittaranjan Hens" userId="6fc03958433e8a43" providerId="LiveId" clId="{3941B8DD-44C0-4984-B2B1-5E7086316BFB}" dt="2023-02-05T05:03:46.798" v="4107" actId="2711"/>
          <ac:spMkLst>
            <pc:docMk/>
            <pc:sldMk cId="0" sldId="345"/>
            <ac:spMk id="714754" creationId="{14E9F399-C42D-4E3A-3CAF-795F972775BA}"/>
          </ac:spMkLst>
        </pc:spChg>
        <pc:spChg chg="mod">
          <ac:chgData name="Chittaranjan Hens" userId="6fc03958433e8a43" providerId="LiveId" clId="{3941B8DD-44C0-4984-B2B1-5E7086316BFB}" dt="2023-02-05T05:03:53.040" v="4108" actId="2711"/>
          <ac:spMkLst>
            <pc:docMk/>
            <pc:sldMk cId="0" sldId="345"/>
            <ac:spMk id="714755" creationId="{5241D862-8AD9-D5B2-3F91-84AA65EF6C3E}"/>
          </ac:spMkLst>
        </pc:spChg>
        <pc:spChg chg="add mod">
          <ac:chgData name="Chittaranjan Hens" userId="6fc03958433e8a43" providerId="LiveId" clId="{3941B8DD-44C0-4984-B2B1-5E7086316BFB}" dt="2023-02-05T05:03:56.968" v="4109" actId="1076"/>
          <ac:spMkLst>
            <pc:docMk/>
            <pc:sldMk cId="0" sldId="345"/>
            <ac:spMk id="714760" creationId="{303DDE4A-33DC-A533-C762-2AB9EF9CE79F}"/>
          </ac:spMkLst>
        </pc:spChg>
        <pc:graphicFrameChg chg="del mod replId">
          <ac:chgData name="Chittaranjan Hens" userId="6fc03958433e8a43" providerId="LiveId" clId="{3941B8DD-44C0-4984-B2B1-5E7086316BFB}" dt="2023-02-05T04:50:05.258" v="3982"/>
          <ac:graphicFrameMkLst>
            <pc:docMk/>
            <pc:sldMk cId="0" sldId="345"/>
            <ac:graphicFrameMk id="2" creationId="{303DDE4A-33DC-A533-C762-2AB9EF9CE79F}"/>
          </ac:graphicFrameMkLst>
        </pc:graphicFrameChg>
        <pc:picChg chg="add mod ord">
          <ac:chgData name="Chittaranjan Hens" userId="6fc03958433e8a43" providerId="LiveId" clId="{3941B8DD-44C0-4984-B2B1-5E7086316BFB}" dt="2023-02-05T04:57:37.817" v="4067"/>
          <ac:picMkLst>
            <pc:docMk/>
            <pc:sldMk cId="0" sldId="345"/>
            <ac:picMk id="4" creationId="{8131EE0B-4A69-D5DF-A94F-FC4F5826A24C}"/>
          </ac:picMkLst>
        </pc:picChg>
      </pc:sldChg>
      <pc:sldChg chg="addSp delSp modSp add mod">
        <pc:chgData name="Chittaranjan Hens" userId="6fc03958433e8a43" providerId="LiveId" clId="{3941B8DD-44C0-4984-B2B1-5E7086316BFB}" dt="2023-02-05T05:04:45.495" v="4120" actId="27636"/>
        <pc:sldMkLst>
          <pc:docMk/>
          <pc:sldMk cId="0" sldId="346"/>
        </pc:sldMkLst>
        <pc:spChg chg="mod">
          <ac:chgData name="Chittaranjan Hens" userId="6fc03958433e8a43" providerId="LiveId" clId="{3941B8DD-44C0-4984-B2B1-5E7086316BFB}" dt="2023-02-05T05:04:12.062" v="4112" actId="207"/>
          <ac:spMkLst>
            <pc:docMk/>
            <pc:sldMk cId="0" sldId="346"/>
            <ac:spMk id="715778" creationId="{9EF8B3B8-A8D8-F59B-206D-17A47DC592E3}"/>
          </ac:spMkLst>
        </pc:spChg>
        <pc:spChg chg="add mod">
          <ac:chgData name="Chittaranjan Hens" userId="6fc03958433e8a43" providerId="LiveId" clId="{3941B8DD-44C0-4984-B2B1-5E7086316BFB}" dt="2023-02-05T04:50:07.276" v="3992" actId="27636"/>
          <ac:spMkLst>
            <pc:docMk/>
            <pc:sldMk cId="0" sldId="346"/>
            <ac:spMk id="715800" creationId="{FFDB03E4-2C25-40BE-6696-E4136C4472A6}"/>
          </ac:spMkLst>
        </pc:spChg>
        <pc:spChg chg="add mod">
          <ac:chgData name="Chittaranjan Hens" userId="6fc03958433e8a43" providerId="LiveId" clId="{3941B8DD-44C0-4984-B2B1-5E7086316BFB}" dt="2023-02-05T05:04:19.701" v="4116" actId="27636"/>
          <ac:spMkLst>
            <pc:docMk/>
            <pc:sldMk cId="0" sldId="346"/>
            <ac:spMk id="715806" creationId="{320957FB-A90D-0E2C-C6EB-27B3C767CB31}"/>
          </ac:spMkLst>
        </pc:spChg>
        <pc:spChg chg="add mod">
          <ac:chgData name="Chittaranjan Hens" userId="6fc03958433e8a43" providerId="LiveId" clId="{3941B8DD-44C0-4984-B2B1-5E7086316BFB}" dt="2023-02-05T05:04:27.534" v="4118" actId="113"/>
          <ac:spMkLst>
            <pc:docMk/>
            <pc:sldMk cId="0" sldId="346"/>
            <ac:spMk id="715808" creationId="{FBB23A08-E205-CD9D-6261-A511C4D66E37}"/>
          </ac:spMkLst>
        </pc:spChg>
        <pc:spChg chg="add mod">
          <ac:chgData name="Chittaranjan Hens" userId="6fc03958433e8a43" providerId="LiveId" clId="{3941B8DD-44C0-4984-B2B1-5E7086316BFB}" dt="2023-02-05T05:04:45.495" v="4120" actId="27636"/>
          <ac:spMkLst>
            <pc:docMk/>
            <pc:sldMk cId="0" sldId="346"/>
            <ac:spMk id="715814" creationId="{C03650D2-6C99-2FD4-E685-694F46962DE4}"/>
          </ac:spMkLst>
        </pc:spChg>
        <pc:spChg chg="add">
          <ac:chgData name="Chittaranjan Hens" userId="6fc03958433e8a43" providerId="LiveId" clId="{3941B8DD-44C0-4984-B2B1-5E7086316BFB}" dt="2023-02-05T04:50:05.258" v="3982"/>
          <ac:spMkLst>
            <pc:docMk/>
            <pc:sldMk cId="0" sldId="346"/>
            <ac:spMk id="715817" creationId="{BA3D7CDE-A08F-C453-88B9-7B8D4038750B}"/>
          </ac:spMkLst>
        </pc:spChg>
        <pc:graphicFrameChg chg="del mod replId">
          <ac:chgData name="Chittaranjan Hens" userId="6fc03958433e8a43" providerId="LiveId" clId="{3941B8DD-44C0-4984-B2B1-5E7086316BFB}" dt="2023-02-05T04:50:05.258" v="3982"/>
          <ac:graphicFrameMkLst>
            <pc:docMk/>
            <pc:sldMk cId="0" sldId="346"/>
            <ac:graphicFrameMk id="2" creationId="{FFDB03E4-2C25-40BE-6696-E4136C4472A6}"/>
          </ac:graphicFrameMkLst>
        </pc:graphicFrameChg>
        <pc:graphicFrameChg chg="del mod replId">
          <ac:chgData name="Chittaranjan Hens" userId="6fc03958433e8a43" providerId="LiveId" clId="{3941B8DD-44C0-4984-B2B1-5E7086316BFB}" dt="2023-02-05T04:50:05.258" v="3982"/>
          <ac:graphicFrameMkLst>
            <pc:docMk/>
            <pc:sldMk cId="0" sldId="346"/>
            <ac:graphicFrameMk id="4" creationId="{320957FB-A90D-0E2C-C6EB-27B3C767CB31}"/>
          </ac:graphicFrameMkLst>
        </pc:graphicFrameChg>
        <pc:graphicFrameChg chg="del mod replId">
          <ac:chgData name="Chittaranjan Hens" userId="6fc03958433e8a43" providerId="LiveId" clId="{3941B8DD-44C0-4984-B2B1-5E7086316BFB}" dt="2023-02-05T04:50:05.258" v="3982"/>
          <ac:graphicFrameMkLst>
            <pc:docMk/>
            <pc:sldMk cId="0" sldId="346"/>
            <ac:graphicFrameMk id="6" creationId="{FBB23A08-E205-CD9D-6261-A511C4D66E37}"/>
          </ac:graphicFrameMkLst>
        </pc:graphicFrameChg>
        <pc:graphicFrameChg chg="del mod replId">
          <ac:chgData name="Chittaranjan Hens" userId="6fc03958433e8a43" providerId="LiveId" clId="{3941B8DD-44C0-4984-B2B1-5E7086316BFB}" dt="2023-02-05T04:50:05.258" v="3982"/>
          <ac:graphicFrameMkLst>
            <pc:docMk/>
            <pc:sldMk cId="0" sldId="346"/>
            <ac:graphicFrameMk id="8" creationId="{C03650D2-6C99-2FD4-E685-694F46962DE4}"/>
          </ac:graphicFrameMkLst>
        </pc:graphicFrameChg>
        <pc:graphicFrameChg chg="del mod replId">
          <ac:chgData name="Chittaranjan Hens" userId="6fc03958433e8a43" providerId="LiveId" clId="{3941B8DD-44C0-4984-B2B1-5E7086316BFB}" dt="2023-02-05T04:50:05.258" v="3982"/>
          <ac:graphicFrameMkLst>
            <pc:docMk/>
            <pc:sldMk cId="0" sldId="346"/>
            <ac:graphicFrameMk id="10" creationId="{BA3D7CDE-A08F-C453-88B9-7B8D4038750B}"/>
          </ac:graphicFrameMkLst>
        </pc:graphicFrameChg>
        <pc:picChg chg="add mod ord">
          <ac:chgData name="Chittaranjan Hens" userId="6fc03958433e8a43" providerId="LiveId" clId="{3941B8DD-44C0-4984-B2B1-5E7086316BFB}" dt="2023-02-05T04:57:46.276" v="4070" actId="167"/>
          <ac:picMkLst>
            <pc:docMk/>
            <pc:sldMk cId="0" sldId="346"/>
            <ac:picMk id="12" creationId="{E743753B-7D04-8EE1-CE7A-FD907DAA7F00}"/>
          </ac:picMkLst>
        </pc:picChg>
      </pc:sldChg>
      <pc:sldChg chg="addSp delSp modSp add mod setBg">
        <pc:chgData name="Chittaranjan Hens" userId="6fc03958433e8a43" providerId="LiveId" clId="{3941B8DD-44C0-4984-B2B1-5E7086316BFB}" dt="2023-02-05T04:56:00.495" v="4053" actId="2711"/>
        <pc:sldMkLst>
          <pc:docMk/>
          <pc:sldMk cId="0" sldId="368"/>
        </pc:sldMkLst>
        <pc:spChg chg="mod">
          <ac:chgData name="Chittaranjan Hens" userId="6fc03958433e8a43" providerId="LiveId" clId="{3941B8DD-44C0-4984-B2B1-5E7086316BFB}" dt="2023-02-05T04:56:00.495" v="4053" actId="2711"/>
          <ac:spMkLst>
            <pc:docMk/>
            <pc:sldMk cId="0" sldId="368"/>
            <ac:spMk id="765954" creationId="{6DBF10D8-E29B-0474-ABE3-23493065C9EB}"/>
          </ac:spMkLst>
        </pc:spChg>
        <pc:spChg chg="mod">
          <ac:chgData name="Chittaranjan Hens" userId="6fc03958433e8a43" providerId="LiveId" clId="{3941B8DD-44C0-4984-B2B1-5E7086316BFB}" dt="2023-02-05T04:55:55" v="4052" actId="2711"/>
          <ac:spMkLst>
            <pc:docMk/>
            <pc:sldMk cId="0" sldId="368"/>
            <ac:spMk id="765955" creationId="{CF9FB50D-0B65-BE07-449D-E501CBB26309}"/>
          </ac:spMkLst>
        </pc:spChg>
        <pc:spChg chg="add">
          <ac:chgData name="Chittaranjan Hens" userId="6fc03958433e8a43" providerId="LiveId" clId="{3941B8DD-44C0-4984-B2B1-5E7086316BFB}" dt="2023-02-05T04:52:05.483" v="4020" actId="26606"/>
          <ac:spMkLst>
            <pc:docMk/>
            <pc:sldMk cId="0" sldId="368"/>
            <ac:spMk id="765957" creationId="{86C7B4A1-154A-4DF0-AC46-F88D75A2E0FD}"/>
          </ac:spMkLst>
        </pc:spChg>
        <pc:spChg chg="add del">
          <ac:chgData name="Chittaranjan Hens" userId="6fc03958433e8a43" providerId="LiveId" clId="{3941B8DD-44C0-4984-B2B1-5E7086316BFB}" dt="2023-02-05T04:52:03.265" v="4019" actId="26606"/>
          <ac:spMkLst>
            <pc:docMk/>
            <pc:sldMk cId="0" sldId="368"/>
            <ac:spMk id="765960" creationId="{3CD9DF72-87A3-404E-A828-84CBF11A8303}"/>
          </ac:spMkLst>
        </pc:spChg>
        <pc:picChg chg="add mod ord">
          <ac:chgData name="Chittaranjan Hens" userId="6fc03958433e8a43" providerId="LiveId" clId="{3941B8DD-44C0-4984-B2B1-5E7086316BFB}" dt="2023-02-05T04:52:05.483" v="4020" actId="26606"/>
          <ac:picMkLst>
            <pc:docMk/>
            <pc:sldMk cId="0" sldId="368"/>
            <ac:picMk id="2" creationId="{123047F8-0D19-24AA-CB3B-EFBA5350F5E9}"/>
          </ac:picMkLst>
        </pc:picChg>
        <pc:cxnChg chg="add del">
          <ac:chgData name="Chittaranjan Hens" userId="6fc03958433e8a43" providerId="LiveId" clId="{3941B8DD-44C0-4984-B2B1-5E7086316BFB}" dt="2023-02-05T04:52:03.265" v="4019" actId="26606"/>
          <ac:cxnSpMkLst>
            <pc:docMk/>
            <pc:sldMk cId="0" sldId="368"/>
            <ac:cxnSpMk id="765962" creationId="{20E3A342-4D61-4E3F-AF90-1AB42AEB96CC}"/>
          </ac:cxnSpMkLst>
        </pc:cxnChg>
      </pc:sldChg>
      <pc:sldChg chg="addSp modSp add mod">
        <pc:chgData name="Chittaranjan Hens" userId="6fc03958433e8a43" providerId="LiveId" clId="{3941B8DD-44C0-4984-B2B1-5E7086316BFB}" dt="2023-02-05T05:00:22.989" v="4085" actId="2711"/>
        <pc:sldMkLst>
          <pc:docMk/>
          <pc:sldMk cId="2417604382" sldId="369"/>
        </pc:sldMkLst>
        <pc:spChg chg="mod">
          <ac:chgData name="Chittaranjan Hens" userId="6fc03958433e8a43" providerId="LiveId" clId="{3941B8DD-44C0-4984-B2B1-5E7086316BFB}" dt="2023-02-05T05:00:22.989" v="4085" actId="2711"/>
          <ac:spMkLst>
            <pc:docMk/>
            <pc:sldMk cId="2417604382" sldId="369"/>
            <ac:spMk id="766978" creationId="{B263AADE-01CB-69A4-42F6-D481F0373067}"/>
          </ac:spMkLst>
        </pc:spChg>
        <pc:spChg chg="mod">
          <ac:chgData name="Chittaranjan Hens" userId="6fc03958433e8a43" providerId="LiveId" clId="{3941B8DD-44C0-4984-B2B1-5E7086316BFB}" dt="2023-02-05T05:00:17.593" v="4084" actId="2711"/>
          <ac:spMkLst>
            <pc:docMk/>
            <pc:sldMk cId="2417604382" sldId="369"/>
            <ac:spMk id="766979" creationId="{9534F5ED-EA2D-84B4-A301-020B4BBBF54B}"/>
          </ac:spMkLst>
        </pc:spChg>
        <pc:picChg chg="add mod ord">
          <ac:chgData name="Chittaranjan Hens" userId="6fc03958433e8a43" providerId="LiveId" clId="{3941B8DD-44C0-4984-B2B1-5E7086316BFB}" dt="2023-02-05T04:49:24.557" v="3942" actId="167"/>
          <ac:picMkLst>
            <pc:docMk/>
            <pc:sldMk cId="2417604382" sldId="369"/>
            <ac:picMk id="2" creationId="{F6B024DE-C9CC-6633-45A3-195E72F1037E}"/>
          </ac:picMkLst>
        </pc:picChg>
      </pc:sldChg>
      <pc:sldChg chg="addSp modSp add mod setBg">
        <pc:chgData name="Chittaranjan Hens" userId="6fc03958433e8a43" providerId="LiveId" clId="{3941B8DD-44C0-4984-B2B1-5E7086316BFB}" dt="2023-02-05T04:54:16.469" v="4040" actId="403"/>
        <pc:sldMkLst>
          <pc:docMk/>
          <pc:sldMk cId="0" sldId="370"/>
        </pc:sldMkLst>
        <pc:spChg chg="mod">
          <ac:chgData name="Chittaranjan Hens" userId="6fc03958433e8a43" providerId="LiveId" clId="{3941B8DD-44C0-4984-B2B1-5E7086316BFB}" dt="2023-02-05T04:53:53.369" v="4036" actId="207"/>
          <ac:spMkLst>
            <pc:docMk/>
            <pc:sldMk cId="0" sldId="370"/>
            <ac:spMk id="768002" creationId="{84CD0B95-F924-4469-1300-99B425175DEB}"/>
          </ac:spMkLst>
        </pc:spChg>
        <pc:spChg chg="mod">
          <ac:chgData name="Chittaranjan Hens" userId="6fc03958433e8a43" providerId="LiveId" clId="{3941B8DD-44C0-4984-B2B1-5E7086316BFB}" dt="2023-02-05T04:54:16.469" v="4040" actId="403"/>
          <ac:spMkLst>
            <pc:docMk/>
            <pc:sldMk cId="0" sldId="370"/>
            <ac:spMk id="768003" creationId="{9FD34AF7-BCBA-F723-6E2D-3B9613877F98}"/>
          </ac:spMkLst>
        </pc:spChg>
        <pc:spChg chg="add">
          <ac:chgData name="Chittaranjan Hens" userId="6fc03958433e8a43" providerId="LiveId" clId="{3941B8DD-44C0-4984-B2B1-5E7086316BFB}" dt="2023-02-05T04:53:49.582" v="4035" actId="26606"/>
          <ac:spMkLst>
            <pc:docMk/>
            <pc:sldMk cId="0" sldId="370"/>
            <ac:spMk id="768008" creationId="{2B566528-1B12-4246-9431-5C2D7D081168}"/>
          </ac:spMkLst>
        </pc:spChg>
        <pc:spChg chg="add">
          <ac:chgData name="Chittaranjan Hens" userId="6fc03958433e8a43" providerId="LiveId" clId="{3941B8DD-44C0-4984-B2B1-5E7086316BFB}" dt="2023-02-05T04:53:49.582" v="4035" actId="26606"/>
          <ac:spMkLst>
            <pc:docMk/>
            <pc:sldMk cId="0" sldId="370"/>
            <ac:spMk id="768014" creationId="{D3F51FEB-38FB-4F6C-9F7B-2F2AFAB65463}"/>
          </ac:spMkLst>
        </pc:spChg>
        <pc:spChg chg="add">
          <ac:chgData name="Chittaranjan Hens" userId="6fc03958433e8a43" providerId="LiveId" clId="{3941B8DD-44C0-4984-B2B1-5E7086316BFB}" dt="2023-02-05T04:53:49.582" v="4035" actId="26606"/>
          <ac:spMkLst>
            <pc:docMk/>
            <pc:sldMk cId="0" sldId="370"/>
            <ac:spMk id="768016" creationId="{1E547BA6-BAE0-43BB-A7CA-60F69CE252F0}"/>
          </ac:spMkLst>
        </pc:spChg>
        <pc:grpChg chg="add">
          <ac:chgData name="Chittaranjan Hens" userId="6fc03958433e8a43" providerId="LiveId" clId="{3941B8DD-44C0-4984-B2B1-5E7086316BFB}" dt="2023-02-05T04:53:49.582" v="4035" actId="26606"/>
          <ac:grpSpMkLst>
            <pc:docMk/>
            <pc:sldMk cId="0" sldId="370"/>
            <ac:grpSpMk id="768010" creationId="{07EAA094-9CF6-4695-958A-33D9BCAA9474}"/>
          </ac:grpSpMkLst>
        </pc:grpChg>
        <pc:picChg chg="add mod ord">
          <ac:chgData name="Chittaranjan Hens" userId="6fc03958433e8a43" providerId="LiveId" clId="{3941B8DD-44C0-4984-B2B1-5E7086316BFB}" dt="2023-02-05T04:54:09.396" v="4037"/>
          <ac:picMkLst>
            <pc:docMk/>
            <pc:sldMk cId="0" sldId="370"/>
            <ac:picMk id="2" creationId="{178C7548-CC1C-68D1-4918-3DA7E639E906}"/>
          </ac:picMkLst>
        </pc:picChg>
      </pc:sldChg>
      <pc:sldChg chg="addSp delSp modSp add mod">
        <pc:chgData name="Chittaranjan Hens" userId="6fc03958433e8a43" providerId="LiveId" clId="{3941B8DD-44C0-4984-B2B1-5E7086316BFB}" dt="2023-02-05T05:02:48.321" v="4098" actId="2711"/>
        <pc:sldMkLst>
          <pc:docMk/>
          <pc:sldMk cId="0" sldId="371"/>
        </pc:sldMkLst>
        <pc:spChg chg="mod">
          <ac:chgData name="Chittaranjan Hens" userId="6fc03958433e8a43" providerId="LiveId" clId="{3941B8DD-44C0-4984-B2B1-5E7086316BFB}" dt="2023-02-05T05:02:48.321" v="4098" actId="2711"/>
          <ac:spMkLst>
            <pc:docMk/>
            <pc:sldMk cId="0" sldId="371"/>
            <ac:spMk id="769026" creationId="{C307884B-53F6-B8BC-6180-5DBB9CC8F30D}"/>
          </ac:spMkLst>
        </pc:spChg>
        <pc:spChg chg="mod">
          <ac:chgData name="Chittaranjan Hens" userId="6fc03958433e8a43" providerId="LiveId" clId="{3941B8DD-44C0-4984-B2B1-5E7086316BFB}" dt="2023-02-05T04:59:35.744" v="4078" actId="2711"/>
          <ac:spMkLst>
            <pc:docMk/>
            <pc:sldMk cId="0" sldId="371"/>
            <ac:spMk id="769027" creationId="{1F9AF560-3661-E8E2-5044-9A3E94DB567D}"/>
          </ac:spMkLst>
        </pc:spChg>
        <pc:spChg chg="add mod">
          <ac:chgData name="Chittaranjan Hens" userId="6fc03958433e8a43" providerId="LiveId" clId="{3941B8DD-44C0-4984-B2B1-5E7086316BFB}" dt="2023-02-05T05:00:04.927" v="4082" actId="207"/>
          <ac:spMkLst>
            <pc:docMk/>
            <pc:sldMk cId="0" sldId="371"/>
            <ac:spMk id="769028" creationId="{854BEB92-C2F7-3044-A297-04480AC60326}"/>
          </ac:spMkLst>
        </pc:spChg>
        <pc:spChg chg="add mod">
          <ac:chgData name="Chittaranjan Hens" userId="6fc03958433e8a43" providerId="LiveId" clId="{3941B8DD-44C0-4984-B2B1-5E7086316BFB}" dt="2023-02-05T05:00:02.464" v="4081" actId="207"/>
          <ac:spMkLst>
            <pc:docMk/>
            <pc:sldMk cId="0" sldId="371"/>
            <ac:spMk id="769029" creationId="{369AF879-A2E2-3D9A-5603-51F24502BB64}"/>
          </ac:spMkLst>
        </pc:spChg>
        <pc:spChg chg="add mod">
          <ac:chgData name="Chittaranjan Hens" userId="6fc03958433e8a43" providerId="LiveId" clId="{3941B8DD-44C0-4984-B2B1-5E7086316BFB}" dt="2023-02-05T04:59:58.642" v="4080" actId="403"/>
          <ac:spMkLst>
            <pc:docMk/>
            <pc:sldMk cId="0" sldId="371"/>
            <ac:spMk id="769030" creationId="{6B119383-AA4E-40E4-163D-88BA7A50BB44}"/>
          </ac:spMkLst>
        </pc:spChg>
        <pc:graphicFrameChg chg="del mod replId">
          <ac:chgData name="Chittaranjan Hens" userId="6fc03958433e8a43" providerId="LiveId" clId="{3941B8DD-44C0-4984-B2B1-5E7086316BFB}" dt="2023-02-05T04:50:05.258" v="3982"/>
          <ac:graphicFrameMkLst>
            <pc:docMk/>
            <pc:sldMk cId="0" sldId="371"/>
            <ac:graphicFrameMk id="3" creationId="{854BEB92-C2F7-3044-A297-04480AC60326}"/>
          </ac:graphicFrameMkLst>
        </pc:graphicFrameChg>
        <pc:graphicFrameChg chg="del mod replId">
          <ac:chgData name="Chittaranjan Hens" userId="6fc03958433e8a43" providerId="LiveId" clId="{3941B8DD-44C0-4984-B2B1-5E7086316BFB}" dt="2023-02-05T04:50:05.258" v="3982"/>
          <ac:graphicFrameMkLst>
            <pc:docMk/>
            <pc:sldMk cId="0" sldId="371"/>
            <ac:graphicFrameMk id="5" creationId="{369AF879-A2E2-3D9A-5603-51F24502BB64}"/>
          </ac:graphicFrameMkLst>
        </pc:graphicFrameChg>
        <pc:graphicFrameChg chg="del mod replId">
          <ac:chgData name="Chittaranjan Hens" userId="6fc03958433e8a43" providerId="LiveId" clId="{3941B8DD-44C0-4984-B2B1-5E7086316BFB}" dt="2023-02-05T04:50:05.258" v="3982"/>
          <ac:graphicFrameMkLst>
            <pc:docMk/>
            <pc:sldMk cId="0" sldId="371"/>
            <ac:graphicFrameMk id="7" creationId="{6B119383-AA4E-40E4-163D-88BA7A50BB44}"/>
          </ac:graphicFrameMkLst>
        </pc:graphicFrameChg>
        <pc:picChg chg="add mod ord">
          <ac:chgData name="Chittaranjan Hens" userId="6fc03958433e8a43" providerId="LiveId" clId="{3941B8DD-44C0-4984-B2B1-5E7086316BFB}" dt="2023-02-05T04:49:55.234" v="3948" actId="207"/>
          <ac:picMkLst>
            <pc:docMk/>
            <pc:sldMk cId="0" sldId="371"/>
            <ac:picMk id="2" creationId="{18C80CCC-9009-4602-266A-7B4F0DC7F297}"/>
          </ac:picMkLst>
        </pc:picChg>
      </pc:sldChg>
      <pc:sldChg chg="addSp delSp modSp add mod modAnim">
        <pc:chgData name="Chittaranjan Hens" userId="6fc03958433e8a43" providerId="LiveId" clId="{3941B8DD-44C0-4984-B2B1-5E7086316BFB}" dt="2023-02-05T05:03:29.827" v="4101" actId="113"/>
        <pc:sldMkLst>
          <pc:docMk/>
          <pc:sldMk cId="0" sldId="372"/>
        </pc:sldMkLst>
        <pc:spChg chg="mod">
          <ac:chgData name="Chittaranjan Hens" userId="6fc03958433e8a43" providerId="LiveId" clId="{3941B8DD-44C0-4984-B2B1-5E7086316BFB}" dt="2023-02-05T05:03:29.827" v="4101" actId="113"/>
          <ac:spMkLst>
            <pc:docMk/>
            <pc:sldMk cId="0" sldId="372"/>
            <ac:spMk id="770050" creationId="{7104B65F-F69A-5BBC-B447-916DF98DDBF1}"/>
          </ac:spMkLst>
        </pc:spChg>
        <pc:spChg chg="mod">
          <ac:chgData name="Chittaranjan Hens" userId="6fc03958433e8a43" providerId="LiveId" clId="{3941B8DD-44C0-4984-B2B1-5E7086316BFB}" dt="2023-02-05T05:01:17.493" v="4093" actId="404"/>
          <ac:spMkLst>
            <pc:docMk/>
            <pc:sldMk cId="0" sldId="372"/>
            <ac:spMk id="770051" creationId="{00FC97AB-C099-3BB0-F785-10D491B64FBD}"/>
          </ac:spMkLst>
        </pc:spChg>
        <pc:spChg chg="add mod">
          <ac:chgData name="Chittaranjan Hens" userId="6fc03958433e8a43" providerId="LiveId" clId="{3941B8DD-44C0-4984-B2B1-5E7086316BFB}" dt="2023-02-05T04:50:06.070" v="3986" actId="27636"/>
          <ac:spMkLst>
            <pc:docMk/>
            <pc:sldMk cId="0" sldId="372"/>
            <ac:spMk id="770052" creationId="{AE290FB7-1DB7-33FB-E03E-76D0029F16EC}"/>
          </ac:spMkLst>
        </pc:spChg>
        <pc:graphicFrameChg chg="del mod replId">
          <ac:chgData name="Chittaranjan Hens" userId="6fc03958433e8a43" providerId="LiveId" clId="{3941B8DD-44C0-4984-B2B1-5E7086316BFB}" dt="2023-02-05T04:50:05.258" v="3982"/>
          <ac:graphicFrameMkLst>
            <pc:docMk/>
            <pc:sldMk cId="0" sldId="372"/>
            <ac:graphicFrameMk id="2" creationId="{AE290FB7-1DB7-33FB-E03E-76D0029F16EC}"/>
          </ac:graphicFrameMkLst>
        </pc:graphicFrameChg>
        <pc:picChg chg="add mod ord">
          <ac:chgData name="Chittaranjan Hens" userId="6fc03958433e8a43" providerId="LiveId" clId="{3941B8DD-44C0-4984-B2B1-5E7086316BFB}" dt="2023-02-05T04:54:32.472" v="4045" actId="207"/>
          <ac:picMkLst>
            <pc:docMk/>
            <pc:sldMk cId="0" sldId="372"/>
            <ac:picMk id="4" creationId="{9EB3C399-1062-633A-F6C7-4E8B29E10F56}"/>
          </ac:picMkLst>
        </pc:picChg>
      </pc:sldChg>
      <pc:sldChg chg="addSp delSp modSp add mod">
        <pc:chgData name="Chittaranjan Hens" userId="6fc03958433e8a43" providerId="LiveId" clId="{3941B8DD-44C0-4984-B2B1-5E7086316BFB}" dt="2023-02-05T05:02:57.379" v="4099" actId="113"/>
        <pc:sldMkLst>
          <pc:docMk/>
          <pc:sldMk cId="0" sldId="373"/>
        </pc:sldMkLst>
        <pc:spChg chg="mod">
          <ac:chgData name="Chittaranjan Hens" userId="6fc03958433e8a43" providerId="LiveId" clId="{3941B8DD-44C0-4984-B2B1-5E7086316BFB}" dt="2023-02-05T05:02:57.379" v="4099" actId="113"/>
          <ac:spMkLst>
            <pc:docMk/>
            <pc:sldMk cId="0" sldId="373"/>
            <ac:spMk id="771074" creationId="{E9662C65-7B9B-1D9A-7253-ABA5166588E7}"/>
          </ac:spMkLst>
        </pc:spChg>
        <pc:spChg chg="mod">
          <ac:chgData name="Chittaranjan Hens" userId="6fc03958433e8a43" providerId="LiveId" clId="{3941B8DD-44C0-4984-B2B1-5E7086316BFB}" dt="2023-02-05T04:59:24.386" v="4077" actId="2711"/>
          <ac:spMkLst>
            <pc:docMk/>
            <pc:sldMk cId="0" sldId="373"/>
            <ac:spMk id="771077" creationId="{3BB75CF9-BA76-3199-E1B2-83C1064B53DF}"/>
          </ac:spMkLst>
        </pc:spChg>
        <pc:spChg chg="add mod">
          <ac:chgData name="Chittaranjan Hens" userId="6fc03958433e8a43" providerId="LiveId" clId="{3941B8DD-44C0-4984-B2B1-5E7086316BFB}" dt="2023-02-05T04:52:41.366" v="4027" actId="207"/>
          <ac:spMkLst>
            <pc:docMk/>
            <pc:sldMk cId="0" sldId="373"/>
            <ac:spMk id="771079" creationId="{5612BF20-6325-A248-9962-A514369A35B3}"/>
          </ac:spMkLst>
        </pc:spChg>
        <pc:spChg chg="add mod">
          <ac:chgData name="Chittaranjan Hens" userId="6fc03958433e8a43" providerId="LiveId" clId="{3941B8DD-44C0-4984-B2B1-5E7086316BFB}" dt="2023-02-05T04:52:41.366" v="4027" actId="207"/>
          <ac:spMkLst>
            <pc:docMk/>
            <pc:sldMk cId="0" sldId="373"/>
            <ac:spMk id="771081" creationId="{083E03B8-58EC-15A9-7476-CADCF7ACF7C1}"/>
          </ac:spMkLst>
        </pc:spChg>
        <pc:spChg chg="mod">
          <ac:chgData name="Chittaranjan Hens" userId="6fc03958433e8a43" providerId="LiveId" clId="{3941B8DD-44C0-4984-B2B1-5E7086316BFB}" dt="2023-02-05T05:01:00.014" v="4090" actId="2711"/>
          <ac:spMkLst>
            <pc:docMk/>
            <pc:sldMk cId="0" sldId="373"/>
            <ac:spMk id="771082" creationId="{FDCA458E-DAD5-ECE6-E183-40D51B91B299}"/>
          </ac:spMkLst>
        </pc:spChg>
        <pc:spChg chg="add mod">
          <ac:chgData name="Chittaranjan Hens" userId="6fc03958433e8a43" providerId="LiveId" clId="{3941B8DD-44C0-4984-B2B1-5E7086316BFB}" dt="2023-02-05T04:53:02.188" v="4032" actId="1076"/>
          <ac:spMkLst>
            <pc:docMk/>
            <pc:sldMk cId="0" sldId="373"/>
            <ac:spMk id="771084" creationId="{6F4EAFD4-127C-1501-4554-D0952730DC91}"/>
          </ac:spMkLst>
        </pc:spChg>
        <pc:spChg chg="mod">
          <ac:chgData name="Chittaranjan Hens" userId="6fc03958433e8a43" providerId="LiveId" clId="{3941B8DD-44C0-4984-B2B1-5E7086316BFB}" dt="2023-02-05T05:01:03.623" v="4091" actId="2711"/>
          <ac:spMkLst>
            <pc:docMk/>
            <pc:sldMk cId="0" sldId="373"/>
            <ac:spMk id="771085" creationId="{C2B314FE-26DD-CF84-EC71-09391AB5E386}"/>
          </ac:spMkLst>
        </pc:spChg>
        <pc:spChg chg="add mod">
          <ac:chgData name="Chittaranjan Hens" userId="6fc03958433e8a43" providerId="LiveId" clId="{3941B8DD-44C0-4984-B2B1-5E7086316BFB}" dt="2023-02-05T04:52:41.366" v="4027" actId="207"/>
          <ac:spMkLst>
            <pc:docMk/>
            <pc:sldMk cId="0" sldId="373"/>
            <ac:spMk id="771087" creationId="{753436FE-BCA4-4128-2417-0B5A9921C119}"/>
          </ac:spMkLst>
        </pc:spChg>
        <pc:spChg chg="add mod">
          <ac:chgData name="Chittaranjan Hens" userId="6fc03958433e8a43" providerId="LiveId" clId="{3941B8DD-44C0-4984-B2B1-5E7086316BFB}" dt="2023-02-05T04:52:41.366" v="4027" actId="207"/>
          <ac:spMkLst>
            <pc:docMk/>
            <pc:sldMk cId="0" sldId="373"/>
            <ac:spMk id="771088" creationId="{BDE19B6E-BBCF-B539-FC10-D6BA930067C4}"/>
          </ac:spMkLst>
        </pc:spChg>
        <pc:spChg chg="mod">
          <ac:chgData name="Chittaranjan Hens" userId="6fc03958433e8a43" providerId="LiveId" clId="{3941B8DD-44C0-4984-B2B1-5E7086316BFB}" dt="2023-02-05T04:52:51.389" v="4029" actId="1582"/>
          <ac:spMkLst>
            <pc:docMk/>
            <pc:sldMk cId="0" sldId="373"/>
            <ac:spMk id="771090" creationId="{1F2BC179-ABDD-3E8F-7D7B-99702AFE6EDD}"/>
          </ac:spMkLst>
        </pc:spChg>
        <pc:graphicFrameChg chg="del mod replId">
          <ac:chgData name="Chittaranjan Hens" userId="6fc03958433e8a43" providerId="LiveId" clId="{3941B8DD-44C0-4984-B2B1-5E7086316BFB}" dt="2023-02-05T04:50:05.258" v="3982"/>
          <ac:graphicFrameMkLst>
            <pc:docMk/>
            <pc:sldMk cId="0" sldId="373"/>
            <ac:graphicFrameMk id="2" creationId="{5612BF20-6325-A248-9962-A514369A35B3}"/>
          </ac:graphicFrameMkLst>
        </pc:graphicFrameChg>
        <pc:graphicFrameChg chg="del mod replId">
          <ac:chgData name="Chittaranjan Hens" userId="6fc03958433e8a43" providerId="LiveId" clId="{3941B8DD-44C0-4984-B2B1-5E7086316BFB}" dt="2023-02-05T04:50:05.258" v="3982"/>
          <ac:graphicFrameMkLst>
            <pc:docMk/>
            <pc:sldMk cId="0" sldId="373"/>
            <ac:graphicFrameMk id="4" creationId="{083E03B8-58EC-15A9-7476-CADCF7ACF7C1}"/>
          </ac:graphicFrameMkLst>
        </pc:graphicFrameChg>
        <pc:graphicFrameChg chg="del mod replId">
          <ac:chgData name="Chittaranjan Hens" userId="6fc03958433e8a43" providerId="LiveId" clId="{3941B8DD-44C0-4984-B2B1-5E7086316BFB}" dt="2023-02-05T04:50:05.258" v="3982"/>
          <ac:graphicFrameMkLst>
            <pc:docMk/>
            <pc:sldMk cId="0" sldId="373"/>
            <ac:graphicFrameMk id="6" creationId="{6F4EAFD4-127C-1501-4554-D0952730DC91}"/>
          </ac:graphicFrameMkLst>
        </pc:graphicFrameChg>
        <pc:graphicFrameChg chg="del mod replId">
          <ac:chgData name="Chittaranjan Hens" userId="6fc03958433e8a43" providerId="LiveId" clId="{3941B8DD-44C0-4984-B2B1-5E7086316BFB}" dt="2023-02-05T04:50:05.258" v="3982"/>
          <ac:graphicFrameMkLst>
            <pc:docMk/>
            <pc:sldMk cId="0" sldId="373"/>
            <ac:graphicFrameMk id="8" creationId="{753436FE-BCA4-4128-2417-0B5A9921C119}"/>
          </ac:graphicFrameMkLst>
        </pc:graphicFrameChg>
        <pc:graphicFrameChg chg="del mod replId">
          <ac:chgData name="Chittaranjan Hens" userId="6fc03958433e8a43" providerId="LiveId" clId="{3941B8DD-44C0-4984-B2B1-5E7086316BFB}" dt="2023-02-05T04:50:05.258" v="3982"/>
          <ac:graphicFrameMkLst>
            <pc:docMk/>
            <pc:sldMk cId="0" sldId="373"/>
            <ac:graphicFrameMk id="10" creationId="{BDE19B6E-BBCF-B539-FC10-D6BA930067C4}"/>
          </ac:graphicFrameMkLst>
        </pc:graphicFrameChg>
        <pc:picChg chg="add mod ord">
          <ac:chgData name="Chittaranjan Hens" userId="6fc03958433e8a43" providerId="LiveId" clId="{3941B8DD-44C0-4984-B2B1-5E7086316BFB}" dt="2023-02-05T04:52:56.604" v="4031" actId="1076"/>
          <ac:picMkLst>
            <pc:docMk/>
            <pc:sldMk cId="0" sldId="373"/>
            <ac:picMk id="12" creationId="{8FF21430-7777-AC67-88BE-F5A9EB49FF2D}"/>
          </ac:picMkLst>
        </pc:picChg>
      </pc:sldChg>
      <pc:sldChg chg="addSp delSp modSp add mod modAnim">
        <pc:chgData name="Chittaranjan Hens" userId="6fc03958433e8a43" providerId="LiveId" clId="{3941B8DD-44C0-4984-B2B1-5E7086316BFB}" dt="2023-02-05T05:08:33.090" v="4178" actId="113"/>
        <pc:sldMkLst>
          <pc:docMk/>
          <pc:sldMk cId="0" sldId="374"/>
        </pc:sldMkLst>
        <pc:spChg chg="add mod">
          <ac:chgData name="Chittaranjan Hens" userId="6fc03958433e8a43" providerId="LiveId" clId="{3941B8DD-44C0-4984-B2B1-5E7086316BFB}" dt="2023-02-05T05:08:33.090" v="4178" actId="113"/>
          <ac:spMkLst>
            <pc:docMk/>
            <pc:sldMk cId="0" sldId="374"/>
            <ac:spMk id="12" creationId="{4E2EE9D0-7654-636B-FA3E-F862C83E22F9}"/>
          </ac:spMkLst>
        </pc:spChg>
        <pc:spChg chg="mod">
          <ac:chgData name="Chittaranjan Hens" userId="6fc03958433e8a43" providerId="LiveId" clId="{3941B8DD-44C0-4984-B2B1-5E7086316BFB}" dt="2023-02-05T05:03:38.334" v="4103" actId="113"/>
          <ac:spMkLst>
            <pc:docMk/>
            <pc:sldMk cId="0" sldId="374"/>
            <ac:spMk id="773122" creationId="{BFEEFAC8-9B57-DC66-E751-7A0642C99446}"/>
          </ac:spMkLst>
        </pc:spChg>
        <pc:spChg chg="mod">
          <ac:chgData name="Chittaranjan Hens" userId="6fc03958433e8a43" providerId="LiveId" clId="{3941B8DD-44C0-4984-B2B1-5E7086316BFB}" dt="2023-02-05T05:07:12.169" v="4129" actId="1076"/>
          <ac:spMkLst>
            <pc:docMk/>
            <pc:sldMk cId="0" sldId="374"/>
            <ac:spMk id="773125" creationId="{F1B1FB3A-F74D-8554-4C70-879A0E7D5176}"/>
          </ac:spMkLst>
        </pc:spChg>
        <pc:spChg chg="add mod">
          <ac:chgData name="Chittaranjan Hens" userId="6fc03958433e8a43" providerId="LiveId" clId="{3941B8DD-44C0-4984-B2B1-5E7086316BFB}" dt="2023-02-05T04:50:06.111" v="3987" actId="27636"/>
          <ac:spMkLst>
            <pc:docMk/>
            <pc:sldMk cId="0" sldId="374"/>
            <ac:spMk id="773143" creationId="{F01794A4-A9D0-CBDB-433E-07F29A77B8C9}"/>
          </ac:spMkLst>
        </pc:spChg>
        <pc:spChg chg="mod">
          <ac:chgData name="Chittaranjan Hens" userId="6fc03958433e8a43" providerId="LiveId" clId="{3941B8DD-44C0-4984-B2B1-5E7086316BFB}" dt="2023-02-05T04:56:20.935" v="4059" actId="207"/>
          <ac:spMkLst>
            <pc:docMk/>
            <pc:sldMk cId="0" sldId="374"/>
            <ac:spMk id="773150" creationId="{620D6B8C-BBA4-DF4B-AB65-0D6758E6BF4E}"/>
          </ac:spMkLst>
        </pc:spChg>
        <pc:spChg chg="add mod">
          <ac:chgData name="Chittaranjan Hens" userId="6fc03958433e8a43" providerId="LiveId" clId="{3941B8DD-44C0-4984-B2B1-5E7086316BFB}" dt="2023-02-05T04:50:06.137" v="3988" actId="27636"/>
          <ac:spMkLst>
            <pc:docMk/>
            <pc:sldMk cId="0" sldId="374"/>
            <ac:spMk id="773154" creationId="{FC8AB9B2-B73E-8560-C376-54B81C8C61B0}"/>
          </ac:spMkLst>
        </pc:spChg>
        <pc:spChg chg="add mod">
          <ac:chgData name="Chittaranjan Hens" userId="6fc03958433e8a43" providerId="LiveId" clId="{3941B8DD-44C0-4984-B2B1-5E7086316BFB}" dt="2023-02-05T05:05:28.635" v="4123" actId="207"/>
          <ac:spMkLst>
            <pc:docMk/>
            <pc:sldMk cId="0" sldId="374"/>
            <ac:spMk id="773156" creationId="{4C8F8C2B-EE08-528C-3B79-02C595244C56}"/>
          </ac:spMkLst>
        </pc:spChg>
        <pc:spChg chg="mod">
          <ac:chgData name="Chittaranjan Hens" userId="6fc03958433e8a43" providerId="LiveId" clId="{3941B8DD-44C0-4984-B2B1-5E7086316BFB}" dt="2023-02-05T05:07:18.247" v="4130" actId="1076"/>
          <ac:spMkLst>
            <pc:docMk/>
            <pc:sldMk cId="0" sldId="374"/>
            <ac:spMk id="773158" creationId="{C7D96A8E-5472-E4FD-A71A-243AED759C96}"/>
          </ac:spMkLst>
        </pc:spChg>
        <pc:spChg chg="add mod">
          <ac:chgData name="Chittaranjan Hens" userId="6fc03958433e8a43" providerId="LiveId" clId="{3941B8DD-44C0-4984-B2B1-5E7086316BFB}" dt="2023-02-05T05:07:20.812" v="4131" actId="1076"/>
          <ac:spMkLst>
            <pc:docMk/>
            <pc:sldMk cId="0" sldId="374"/>
            <ac:spMk id="773159" creationId="{6495EC62-C8F0-A5A0-6206-17090A35E099}"/>
          </ac:spMkLst>
        </pc:spChg>
        <pc:graphicFrameChg chg="del mod replId">
          <ac:chgData name="Chittaranjan Hens" userId="6fc03958433e8a43" providerId="LiveId" clId="{3941B8DD-44C0-4984-B2B1-5E7086316BFB}" dt="2023-02-05T04:50:05.258" v="3982"/>
          <ac:graphicFrameMkLst>
            <pc:docMk/>
            <pc:sldMk cId="0" sldId="374"/>
            <ac:graphicFrameMk id="2" creationId="{F01794A4-A9D0-CBDB-433E-07F29A77B8C9}"/>
          </ac:graphicFrameMkLst>
        </pc:graphicFrameChg>
        <pc:graphicFrameChg chg="del mod replId">
          <ac:chgData name="Chittaranjan Hens" userId="6fc03958433e8a43" providerId="LiveId" clId="{3941B8DD-44C0-4984-B2B1-5E7086316BFB}" dt="2023-02-05T04:50:05.258" v="3982"/>
          <ac:graphicFrameMkLst>
            <pc:docMk/>
            <pc:sldMk cId="0" sldId="374"/>
            <ac:graphicFrameMk id="4" creationId="{FC8AB9B2-B73E-8560-C376-54B81C8C61B0}"/>
          </ac:graphicFrameMkLst>
        </pc:graphicFrameChg>
        <pc:graphicFrameChg chg="del mod replId">
          <ac:chgData name="Chittaranjan Hens" userId="6fc03958433e8a43" providerId="LiveId" clId="{3941B8DD-44C0-4984-B2B1-5E7086316BFB}" dt="2023-02-05T04:50:05.258" v="3982"/>
          <ac:graphicFrameMkLst>
            <pc:docMk/>
            <pc:sldMk cId="0" sldId="374"/>
            <ac:graphicFrameMk id="6" creationId="{4C8F8C2B-EE08-528C-3B79-02C595244C56}"/>
          </ac:graphicFrameMkLst>
        </pc:graphicFrameChg>
        <pc:graphicFrameChg chg="del mod replId">
          <ac:chgData name="Chittaranjan Hens" userId="6fc03958433e8a43" providerId="LiveId" clId="{3941B8DD-44C0-4984-B2B1-5E7086316BFB}" dt="2023-02-05T04:50:05.258" v="3982"/>
          <ac:graphicFrameMkLst>
            <pc:docMk/>
            <pc:sldMk cId="0" sldId="374"/>
            <ac:graphicFrameMk id="8" creationId="{6495EC62-C8F0-A5A0-6206-17090A35E099}"/>
          </ac:graphicFrameMkLst>
        </pc:graphicFrameChg>
        <pc:picChg chg="add mod ord">
          <ac:chgData name="Chittaranjan Hens" userId="6fc03958433e8a43" providerId="LiveId" clId="{3941B8DD-44C0-4984-B2B1-5E7086316BFB}" dt="2023-02-05T05:07:03.704" v="4127" actId="1076"/>
          <ac:picMkLst>
            <pc:docMk/>
            <pc:sldMk cId="0" sldId="374"/>
            <ac:picMk id="10" creationId="{101003AF-3B9C-0CC4-26A8-12ABCF17A6EB}"/>
          </ac:picMkLst>
        </pc:picChg>
      </pc:sldChg>
      <pc:sldChg chg="add">
        <pc:chgData name="Chittaranjan Hens" userId="6fc03958433e8a43" providerId="LiveId" clId="{3941B8DD-44C0-4984-B2B1-5E7086316BFB}" dt="2023-02-05T04:49:16.094" v="3939"/>
        <pc:sldMkLst>
          <pc:docMk/>
          <pc:sldMk cId="0" sldId="375"/>
        </pc:sldMkLst>
      </pc:sldChg>
      <pc:sldChg chg="del">
        <pc:chgData name="Chittaranjan Hens" userId="6fc03958433e8a43" providerId="LiveId" clId="{3941B8DD-44C0-4984-B2B1-5E7086316BFB}" dt="2023-02-04T10:39:56.357" v="36" actId="47"/>
        <pc:sldMkLst>
          <pc:docMk/>
          <pc:sldMk cId="0" sldId="385"/>
        </pc:sldMkLst>
      </pc:sldChg>
      <pc:sldChg chg="del">
        <pc:chgData name="Chittaranjan Hens" userId="6fc03958433e8a43" providerId="LiveId" clId="{3941B8DD-44C0-4984-B2B1-5E7086316BFB}" dt="2023-02-04T10:40:03.938" v="38" actId="47"/>
        <pc:sldMkLst>
          <pc:docMk/>
          <pc:sldMk cId="0" sldId="386"/>
        </pc:sldMkLst>
      </pc:sldChg>
      <pc:sldChg chg="del">
        <pc:chgData name="Chittaranjan Hens" userId="6fc03958433e8a43" providerId="LiveId" clId="{3941B8DD-44C0-4984-B2B1-5E7086316BFB}" dt="2023-02-04T10:39:49.721" v="33" actId="47"/>
        <pc:sldMkLst>
          <pc:docMk/>
          <pc:sldMk cId="0" sldId="407"/>
        </pc:sldMkLst>
      </pc:sldChg>
      <pc:sldChg chg="del">
        <pc:chgData name="Chittaranjan Hens" userId="6fc03958433e8a43" providerId="LiveId" clId="{3941B8DD-44C0-4984-B2B1-5E7086316BFB}" dt="2023-02-04T10:39:51.119" v="34" actId="47"/>
        <pc:sldMkLst>
          <pc:docMk/>
          <pc:sldMk cId="703473011" sldId="408"/>
        </pc:sldMkLst>
      </pc:sldChg>
      <pc:sldChg chg="del">
        <pc:chgData name="Chittaranjan Hens" userId="6fc03958433e8a43" providerId="LiveId" clId="{3941B8DD-44C0-4984-B2B1-5E7086316BFB}" dt="2023-02-04T10:39:54.181" v="35" actId="47"/>
        <pc:sldMkLst>
          <pc:docMk/>
          <pc:sldMk cId="2694055609" sldId="409"/>
        </pc:sldMkLst>
      </pc:sldChg>
      <pc:sldChg chg="del">
        <pc:chgData name="Chittaranjan Hens" userId="6fc03958433e8a43" providerId="LiveId" clId="{3941B8DD-44C0-4984-B2B1-5E7086316BFB}" dt="2023-02-04T10:39:57.883" v="37" actId="47"/>
        <pc:sldMkLst>
          <pc:docMk/>
          <pc:sldMk cId="2737422709" sldId="410"/>
        </pc:sldMkLst>
      </pc:sldChg>
      <pc:sldChg chg="del">
        <pc:chgData name="Chittaranjan Hens" userId="6fc03958433e8a43" providerId="LiveId" clId="{3941B8DD-44C0-4984-B2B1-5E7086316BFB}" dt="2023-02-04T10:40:05.390" v="39" actId="47"/>
        <pc:sldMkLst>
          <pc:docMk/>
          <pc:sldMk cId="3066498584" sldId="412"/>
        </pc:sldMkLst>
      </pc:sldChg>
      <pc:sldChg chg="del">
        <pc:chgData name="Chittaranjan Hens" userId="6fc03958433e8a43" providerId="LiveId" clId="{3941B8DD-44C0-4984-B2B1-5E7086316BFB}" dt="2023-02-04T10:38:49.999" v="4" actId="47"/>
        <pc:sldMkLst>
          <pc:docMk/>
          <pc:sldMk cId="2071020980" sldId="420"/>
        </pc:sldMkLst>
      </pc:sldChg>
      <pc:sldChg chg="del">
        <pc:chgData name="Chittaranjan Hens" userId="6fc03958433e8a43" providerId="LiveId" clId="{3941B8DD-44C0-4984-B2B1-5E7086316BFB}" dt="2023-02-04T10:38:50.219" v="5" actId="47"/>
        <pc:sldMkLst>
          <pc:docMk/>
          <pc:sldMk cId="315410369" sldId="421"/>
        </pc:sldMkLst>
      </pc:sldChg>
      <pc:sldChg chg="del">
        <pc:chgData name="Chittaranjan Hens" userId="6fc03958433e8a43" providerId="LiveId" clId="{3941B8DD-44C0-4984-B2B1-5E7086316BFB}" dt="2023-02-04T10:38:50.405" v="6" actId="47"/>
        <pc:sldMkLst>
          <pc:docMk/>
          <pc:sldMk cId="3603090006" sldId="422"/>
        </pc:sldMkLst>
      </pc:sldChg>
      <pc:sldChg chg="del">
        <pc:chgData name="Chittaranjan Hens" userId="6fc03958433e8a43" providerId="LiveId" clId="{3941B8DD-44C0-4984-B2B1-5E7086316BFB}" dt="2023-02-04T10:38:50.584" v="7" actId="47"/>
        <pc:sldMkLst>
          <pc:docMk/>
          <pc:sldMk cId="2811330060" sldId="423"/>
        </pc:sldMkLst>
      </pc:sldChg>
      <pc:sldChg chg="del">
        <pc:chgData name="Chittaranjan Hens" userId="6fc03958433e8a43" providerId="LiveId" clId="{3941B8DD-44C0-4984-B2B1-5E7086316BFB}" dt="2023-02-04T10:38:50.793" v="8" actId="47"/>
        <pc:sldMkLst>
          <pc:docMk/>
          <pc:sldMk cId="4075232126" sldId="424"/>
        </pc:sldMkLst>
      </pc:sldChg>
      <pc:sldChg chg="del">
        <pc:chgData name="Chittaranjan Hens" userId="6fc03958433e8a43" providerId="LiveId" clId="{3941B8DD-44C0-4984-B2B1-5E7086316BFB}" dt="2023-02-04T10:38:50.922" v="9" actId="47"/>
        <pc:sldMkLst>
          <pc:docMk/>
          <pc:sldMk cId="2123596472" sldId="425"/>
        </pc:sldMkLst>
      </pc:sldChg>
      <pc:sldChg chg="del">
        <pc:chgData name="Chittaranjan Hens" userId="6fc03958433e8a43" providerId="LiveId" clId="{3941B8DD-44C0-4984-B2B1-5E7086316BFB}" dt="2023-02-04T10:38:51.116" v="10" actId="47"/>
        <pc:sldMkLst>
          <pc:docMk/>
          <pc:sldMk cId="3407723665" sldId="426"/>
        </pc:sldMkLst>
      </pc:sldChg>
      <pc:sldChg chg="del">
        <pc:chgData name="Chittaranjan Hens" userId="6fc03958433e8a43" providerId="LiveId" clId="{3941B8DD-44C0-4984-B2B1-5E7086316BFB}" dt="2023-02-04T10:38:51.365" v="11" actId="47"/>
        <pc:sldMkLst>
          <pc:docMk/>
          <pc:sldMk cId="3131739272" sldId="427"/>
        </pc:sldMkLst>
      </pc:sldChg>
      <pc:sldChg chg="del">
        <pc:chgData name="Chittaranjan Hens" userId="6fc03958433e8a43" providerId="LiveId" clId="{3941B8DD-44C0-4984-B2B1-5E7086316BFB}" dt="2023-02-04T10:38:55.315" v="22" actId="47"/>
        <pc:sldMkLst>
          <pc:docMk/>
          <pc:sldMk cId="2025037418" sldId="428"/>
        </pc:sldMkLst>
      </pc:sldChg>
      <pc:sldChg chg="del">
        <pc:chgData name="Chittaranjan Hens" userId="6fc03958433e8a43" providerId="LiveId" clId="{3941B8DD-44C0-4984-B2B1-5E7086316BFB}" dt="2023-02-04T10:38:55.500" v="23" actId="47"/>
        <pc:sldMkLst>
          <pc:docMk/>
          <pc:sldMk cId="355332200" sldId="429"/>
        </pc:sldMkLst>
      </pc:sldChg>
      <pc:sldChg chg="del">
        <pc:chgData name="Chittaranjan Hens" userId="6fc03958433e8a43" providerId="LiveId" clId="{3941B8DD-44C0-4984-B2B1-5E7086316BFB}" dt="2023-02-04T10:38:55.057" v="21" actId="47"/>
        <pc:sldMkLst>
          <pc:docMk/>
          <pc:sldMk cId="454236153" sldId="430"/>
        </pc:sldMkLst>
      </pc:sldChg>
      <pc:sldChg chg="del">
        <pc:chgData name="Chittaranjan Hens" userId="6fc03958433e8a43" providerId="LiveId" clId="{3941B8DD-44C0-4984-B2B1-5E7086316BFB}" dt="2023-02-04T10:38:55.644" v="24" actId="47"/>
        <pc:sldMkLst>
          <pc:docMk/>
          <pc:sldMk cId="2865835326" sldId="432"/>
        </pc:sldMkLst>
      </pc:sldChg>
      <pc:sldChg chg="del">
        <pc:chgData name="Chittaranjan Hens" userId="6fc03958433e8a43" providerId="LiveId" clId="{3941B8DD-44C0-4984-B2B1-5E7086316BFB}" dt="2023-02-04T10:38:58.667" v="32" actId="47"/>
        <pc:sldMkLst>
          <pc:docMk/>
          <pc:sldMk cId="3951377450" sldId="433"/>
        </pc:sldMkLst>
      </pc:sldChg>
      <pc:sldChg chg="del">
        <pc:chgData name="Chittaranjan Hens" userId="6fc03958433e8a43" providerId="LiveId" clId="{3941B8DD-44C0-4984-B2B1-5E7086316BFB}" dt="2023-02-04T10:38:57.680" v="31" actId="47"/>
        <pc:sldMkLst>
          <pc:docMk/>
          <pc:sldMk cId="3768725755" sldId="434"/>
        </pc:sldMkLst>
      </pc:sldChg>
      <pc:sldChg chg="del">
        <pc:chgData name="Chittaranjan Hens" userId="6fc03958433e8a43" providerId="LiveId" clId="{3941B8DD-44C0-4984-B2B1-5E7086316BFB}" dt="2023-02-04T10:38:55.828" v="25" actId="47"/>
        <pc:sldMkLst>
          <pc:docMk/>
          <pc:sldMk cId="1014503442" sldId="435"/>
        </pc:sldMkLst>
      </pc:sldChg>
      <pc:sldChg chg="del">
        <pc:chgData name="Chittaranjan Hens" userId="6fc03958433e8a43" providerId="LiveId" clId="{3941B8DD-44C0-4984-B2B1-5E7086316BFB}" dt="2023-02-04T10:38:56.238" v="27" actId="47"/>
        <pc:sldMkLst>
          <pc:docMk/>
          <pc:sldMk cId="2702629498" sldId="436"/>
        </pc:sldMkLst>
      </pc:sldChg>
      <pc:sldChg chg="del">
        <pc:chgData name="Chittaranjan Hens" userId="6fc03958433e8a43" providerId="LiveId" clId="{3941B8DD-44C0-4984-B2B1-5E7086316BFB}" dt="2023-02-04T10:38:56.608" v="29" actId="47"/>
        <pc:sldMkLst>
          <pc:docMk/>
          <pc:sldMk cId="4011416936" sldId="437"/>
        </pc:sldMkLst>
      </pc:sldChg>
      <pc:sldChg chg="del">
        <pc:chgData name="Chittaranjan Hens" userId="6fc03958433e8a43" providerId="LiveId" clId="{3941B8DD-44C0-4984-B2B1-5E7086316BFB}" dt="2023-02-04T10:38:56.037" v="26" actId="47"/>
        <pc:sldMkLst>
          <pc:docMk/>
          <pc:sldMk cId="3843567462" sldId="438"/>
        </pc:sldMkLst>
      </pc:sldChg>
      <pc:sldChg chg="del">
        <pc:chgData name="Chittaranjan Hens" userId="6fc03958433e8a43" providerId="LiveId" clId="{3941B8DD-44C0-4984-B2B1-5E7086316BFB}" dt="2023-02-04T10:38:56.434" v="28" actId="47"/>
        <pc:sldMkLst>
          <pc:docMk/>
          <pc:sldMk cId="962572978" sldId="441"/>
        </pc:sldMkLst>
      </pc:sldChg>
      <pc:sldChg chg="del">
        <pc:chgData name="Chittaranjan Hens" userId="6fc03958433e8a43" providerId="LiveId" clId="{3941B8DD-44C0-4984-B2B1-5E7086316BFB}" dt="2023-02-04T10:38:57.166" v="30" actId="47"/>
        <pc:sldMkLst>
          <pc:docMk/>
          <pc:sldMk cId="1048911858" sldId="442"/>
        </pc:sldMkLst>
      </pc:sldChg>
      <pc:sldChg chg="del">
        <pc:chgData name="Chittaranjan Hens" userId="6fc03958433e8a43" providerId="LiveId" clId="{3941B8DD-44C0-4984-B2B1-5E7086316BFB}" dt="2023-02-04T10:38:51.753" v="13" actId="47"/>
        <pc:sldMkLst>
          <pc:docMk/>
          <pc:sldMk cId="3706076406" sldId="446"/>
        </pc:sldMkLst>
      </pc:sldChg>
      <pc:sldChg chg="del">
        <pc:chgData name="Chittaranjan Hens" userId="6fc03958433e8a43" providerId="LiveId" clId="{3941B8DD-44C0-4984-B2B1-5E7086316BFB}" dt="2023-02-04T10:38:52.539" v="15" actId="47"/>
        <pc:sldMkLst>
          <pc:docMk/>
          <pc:sldMk cId="281728120" sldId="447"/>
        </pc:sldMkLst>
      </pc:sldChg>
      <pc:sldChg chg="del">
        <pc:chgData name="Chittaranjan Hens" userId="6fc03958433e8a43" providerId="LiveId" clId="{3941B8DD-44C0-4984-B2B1-5E7086316BFB}" dt="2023-02-04T10:38:52.999" v="16" actId="47"/>
        <pc:sldMkLst>
          <pc:docMk/>
          <pc:sldMk cId="1301453285" sldId="448"/>
        </pc:sldMkLst>
      </pc:sldChg>
      <pc:sldChg chg="del">
        <pc:chgData name="Chittaranjan Hens" userId="6fc03958433e8a43" providerId="LiveId" clId="{3941B8DD-44C0-4984-B2B1-5E7086316BFB}" dt="2023-02-04T10:38:53.477" v="17" actId="47"/>
        <pc:sldMkLst>
          <pc:docMk/>
          <pc:sldMk cId="1466892033" sldId="449"/>
        </pc:sldMkLst>
      </pc:sldChg>
      <pc:sldChg chg="del">
        <pc:chgData name="Chittaranjan Hens" userId="6fc03958433e8a43" providerId="LiveId" clId="{3941B8DD-44C0-4984-B2B1-5E7086316BFB}" dt="2023-02-04T10:38:53.551" v="18" actId="47"/>
        <pc:sldMkLst>
          <pc:docMk/>
          <pc:sldMk cId="662479611" sldId="450"/>
        </pc:sldMkLst>
      </pc:sldChg>
      <pc:sldChg chg="del">
        <pc:chgData name="Chittaranjan Hens" userId="6fc03958433e8a43" providerId="LiveId" clId="{3941B8DD-44C0-4984-B2B1-5E7086316BFB}" dt="2023-02-04T10:38:53.735" v="19" actId="47"/>
        <pc:sldMkLst>
          <pc:docMk/>
          <pc:sldMk cId="3631773866" sldId="451"/>
        </pc:sldMkLst>
      </pc:sldChg>
      <pc:sldChg chg="del">
        <pc:chgData name="Chittaranjan Hens" userId="6fc03958433e8a43" providerId="LiveId" clId="{3941B8DD-44C0-4984-B2B1-5E7086316BFB}" dt="2023-02-04T10:38:53.896" v="20" actId="47"/>
        <pc:sldMkLst>
          <pc:docMk/>
          <pc:sldMk cId="1198420360" sldId="452"/>
        </pc:sldMkLst>
      </pc:sldChg>
      <pc:sldChg chg="del">
        <pc:chgData name="Chittaranjan Hens" userId="6fc03958433e8a43" providerId="LiveId" clId="{3941B8DD-44C0-4984-B2B1-5E7086316BFB}" dt="2023-02-04T10:40:23.402" v="42" actId="47"/>
        <pc:sldMkLst>
          <pc:docMk/>
          <pc:sldMk cId="3928615934" sldId="453"/>
        </pc:sldMkLst>
      </pc:sldChg>
      <pc:sldChg chg="del">
        <pc:chgData name="Chittaranjan Hens" userId="6fc03958433e8a43" providerId="LiveId" clId="{3941B8DD-44C0-4984-B2B1-5E7086316BFB}" dt="2023-02-04T10:40:23.937" v="43" actId="47"/>
        <pc:sldMkLst>
          <pc:docMk/>
          <pc:sldMk cId="3898846860" sldId="454"/>
        </pc:sldMkLst>
      </pc:sldChg>
      <pc:sldChg chg="del">
        <pc:chgData name="Chittaranjan Hens" userId="6fc03958433e8a43" providerId="LiveId" clId="{3941B8DD-44C0-4984-B2B1-5E7086316BFB}" dt="2023-02-04T10:38:52.174" v="14" actId="47"/>
        <pc:sldMkLst>
          <pc:docMk/>
          <pc:sldMk cId="1993423980" sldId="455"/>
        </pc:sldMkLst>
      </pc:sldChg>
      <pc:sldChg chg="del">
        <pc:chgData name="Chittaranjan Hens" userId="6fc03958433e8a43" providerId="LiveId" clId="{3941B8DD-44C0-4984-B2B1-5E7086316BFB}" dt="2023-02-04T10:40:20.834" v="40" actId="47"/>
        <pc:sldMkLst>
          <pc:docMk/>
          <pc:sldMk cId="2606878452" sldId="461"/>
        </pc:sldMkLst>
      </pc:sldChg>
      <pc:sldChg chg="del">
        <pc:chgData name="Chittaranjan Hens" userId="6fc03958433e8a43" providerId="LiveId" clId="{3941B8DD-44C0-4984-B2B1-5E7086316BFB}" dt="2023-02-04T10:40:24.551" v="44" actId="47"/>
        <pc:sldMkLst>
          <pc:docMk/>
          <pc:sldMk cId="1063074342" sldId="462"/>
        </pc:sldMkLst>
      </pc:sldChg>
      <pc:sldChg chg="del">
        <pc:chgData name="Chittaranjan Hens" userId="6fc03958433e8a43" providerId="LiveId" clId="{3941B8DD-44C0-4984-B2B1-5E7086316BFB}" dt="2023-02-04T10:40:26.206" v="46" actId="47"/>
        <pc:sldMkLst>
          <pc:docMk/>
          <pc:sldMk cId="4024557567" sldId="464"/>
        </pc:sldMkLst>
      </pc:sldChg>
      <pc:sldChg chg="del">
        <pc:chgData name="Chittaranjan Hens" userId="6fc03958433e8a43" providerId="LiveId" clId="{3941B8DD-44C0-4984-B2B1-5E7086316BFB}" dt="2023-02-04T10:40:25.088" v="45" actId="47"/>
        <pc:sldMkLst>
          <pc:docMk/>
          <pc:sldMk cId="2325569822" sldId="465"/>
        </pc:sldMkLst>
      </pc:sldChg>
      <pc:sldChg chg="del">
        <pc:chgData name="Chittaranjan Hens" userId="6fc03958433e8a43" providerId="LiveId" clId="{3941B8DD-44C0-4984-B2B1-5E7086316BFB}" dt="2023-02-04T10:40:26.713" v="47" actId="47"/>
        <pc:sldMkLst>
          <pc:docMk/>
          <pc:sldMk cId="452374109" sldId="466"/>
        </pc:sldMkLst>
      </pc:sldChg>
      <pc:sldChg chg="del">
        <pc:chgData name="Chittaranjan Hens" userId="6fc03958433e8a43" providerId="LiveId" clId="{3941B8DD-44C0-4984-B2B1-5E7086316BFB}" dt="2023-02-04T10:40:27.245" v="48" actId="47"/>
        <pc:sldMkLst>
          <pc:docMk/>
          <pc:sldMk cId="1160093022" sldId="467"/>
        </pc:sldMkLst>
      </pc:sldChg>
      <pc:sldChg chg="del">
        <pc:chgData name="Chittaranjan Hens" userId="6fc03958433e8a43" providerId="LiveId" clId="{3941B8DD-44C0-4984-B2B1-5E7086316BFB}" dt="2023-02-04T10:40:27.770" v="49" actId="47"/>
        <pc:sldMkLst>
          <pc:docMk/>
          <pc:sldMk cId="1498014708" sldId="468"/>
        </pc:sldMkLst>
      </pc:sldChg>
      <pc:sldChg chg="del">
        <pc:chgData name="Chittaranjan Hens" userId="6fc03958433e8a43" providerId="LiveId" clId="{3941B8DD-44C0-4984-B2B1-5E7086316BFB}" dt="2023-02-04T10:40:28.270" v="50" actId="47"/>
        <pc:sldMkLst>
          <pc:docMk/>
          <pc:sldMk cId="2423768226" sldId="469"/>
        </pc:sldMkLst>
      </pc:sldChg>
      <pc:sldChg chg="del">
        <pc:chgData name="Chittaranjan Hens" userId="6fc03958433e8a43" providerId="LiveId" clId="{3941B8DD-44C0-4984-B2B1-5E7086316BFB}" dt="2023-02-04T10:40:28.745" v="51" actId="47"/>
        <pc:sldMkLst>
          <pc:docMk/>
          <pc:sldMk cId="1626102158" sldId="470"/>
        </pc:sldMkLst>
      </pc:sldChg>
      <pc:sldChg chg="del">
        <pc:chgData name="Chittaranjan Hens" userId="6fc03958433e8a43" providerId="LiveId" clId="{3941B8DD-44C0-4984-B2B1-5E7086316BFB}" dt="2023-02-04T10:40:30.276" v="53" actId="47"/>
        <pc:sldMkLst>
          <pc:docMk/>
          <pc:sldMk cId="2207851321" sldId="471"/>
        </pc:sldMkLst>
      </pc:sldChg>
      <pc:sldChg chg="del">
        <pc:chgData name="Chittaranjan Hens" userId="6fc03958433e8a43" providerId="LiveId" clId="{3941B8DD-44C0-4984-B2B1-5E7086316BFB}" dt="2023-02-04T10:40:30.737" v="54" actId="47"/>
        <pc:sldMkLst>
          <pc:docMk/>
          <pc:sldMk cId="111647214" sldId="472"/>
        </pc:sldMkLst>
      </pc:sldChg>
      <pc:sldChg chg="del">
        <pc:chgData name="Chittaranjan Hens" userId="6fc03958433e8a43" providerId="LiveId" clId="{3941B8DD-44C0-4984-B2B1-5E7086316BFB}" dt="2023-02-04T10:40:31.243" v="55" actId="47"/>
        <pc:sldMkLst>
          <pc:docMk/>
          <pc:sldMk cId="828867410" sldId="473"/>
        </pc:sldMkLst>
      </pc:sldChg>
      <pc:sldChg chg="add del">
        <pc:chgData name="Chittaranjan Hens" userId="6fc03958433e8a43" providerId="LiveId" clId="{3941B8DD-44C0-4984-B2B1-5E7086316BFB}" dt="2023-02-04T10:41:18.876" v="62" actId="47"/>
        <pc:sldMkLst>
          <pc:docMk/>
          <pc:sldMk cId="1387844827" sldId="474"/>
        </pc:sldMkLst>
      </pc:sldChg>
      <pc:sldChg chg="delSp mod delAnim">
        <pc:chgData name="Chittaranjan Hens" userId="6fc03958433e8a43" providerId="LiveId" clId="{3941B8DD-44C0-4984-B2B1-5E7086316BFB}" dt="2023-02-05T04:43:19.479" v="3927" actId="478"/>
        <pc:sldMkLst>
          <pc:docMk/>
          <pc:sldMk cId="3726892099" sldId="478"/>
        </pc:sldMkLst>
        <pc:spChg chg="del">
          <ac:chgData name="Chittaranjan Hens" userId="6fc03958433e8a43" providerId="LiveId" clId="{3941B8DD-44C0-4984-B2B1-5E7086316BFB}" dt="2023-02-05T04:43:19.479" v="3927" actId="478"/>
          <ac:spMkLst>
            <pc:docMk/>
            <pc:sldMk cId="3726892099" sldId="478"/>
            <ac:spMk id="7" creationId="{00000000-0000-0000-0000-000000000000}"/>
          </ac:spMkLst>
        </pc:spChg>
      </pc:sldChg>
      <pc:sldChg chg="del">
        <pc:chgData name="Chittaranjan Hens" userId="6fc03958433e8a43" providerId="LiveId" clId="{3941B8DD-44C0-4984-B2B1-5E7086316BFB}" dt="2023-02-04T10:40:22.579" v="41" actId="47"/>
        <pc:sldMkLst>
          <pc:docMk/>
          <pc:sldMk cId="1252726851" sldId="479"/>
        </pc:sldMkLst>
      </pc:sldChg>
      <pc:sldChg chg="modSp add del modAnim">
        <pc:chgData name="Chittaranjan Hens" userId="6fc03958433e8a43" providerId="LiveId" clId="{3941B8DD-44C0-4984-B2B1-5E7086316BFB}" dt="2023-02-05T04:43:37.202" v="3930"/>
        <pc:sldMkLst>
          <pc:docMk/>
          <pc:sldMk cId="903028763" sldId="480"/>
        </pc:sldMkLst>
        <pc:spChg chg="mod">
          <ac:chgData name="Chittaranjan Hens" userId="6fc03958433e8a43" providerId="LiveId" clId="{3941B8DD-44C0-4984-B2B1-5E7086316BFB}" dt="2023-02-05T04:28:32.187" v="3793" actId="20577"/>
          <ac:spMkLst>
            <pc:docMk/>
            <pc:sldMk cId="903028763" sldId="480"/>
            <ac:spMk id="3" creationId="{6DDE27EF-4FF1-99D7-9D4B-8767B389D4F7}"/>
          </ac:spMkLst>
        </pc:spChg>
      </pc:sldChg>
      <pc:sldChg chg="add del">
        <pc:chgData name="Chittaranjan Hens" userId="6fc03958433e8a43" providerId="LiveId" clId="{3941B8DD-44C0-4984-B2B1-5E7086316BFB}" dt="2023-02-05T04:28:45.005" v="3795" actId="47"/>
        <pc:sldMkLst>
          <pc:docMk/>
          <pc:sldMk cId="1804185450" sldId="481"/>
        </pc:sldMkLst>
      </pc:sldChg>
      <pc:sldChg chg="add del">
        <pc:chgData name="Chittaranjan Hens" userId="6fc03958433e8a43" providerId="LiveId" clId="{3941B8DD-44C0-4984-B2B1-5E7086316BFB}" dt="2023-02-05T04:27:56.514" v="3752" actId="47"/>
        <pc:sldMkLst>
          <pc:docMk/>
          <pc:sldMk cId="275163279" sldId="482"/>
        </pc:sldMkLst>
      </pc:sldChg>
      <pc:sldChg chg="del">
        <pc:chgData name="Chittaranjan Hens" userId="6fc03958433e8a43" providerId="LiveId" clId="{3941B8DD-44C0-4984-B2B1-5E7086316BFB}" dt="2023-02-04T10:40:29.705" v="52" actId="47"/>
        <pc:sldMkLst>
          <pc:docMk/>
          <pc:sldMk cId="1282371320" sldId="483"/>
        </pc:sldMkLst>
      </pc:sldChg>
      <pc:sldChg chg="addSp delSp modSp mod setBg">
        <pc:chgData name="Chittaranjan Hens" userId="6fc03958433e8a43" providerId="LiveId" clId="{3941B8DD-44C0-4984-B2B1-5E7086316BFB}" dt="2023-02-04T10:50:35.165" v="94" actId="1076"/>
        <pc:sldMkLst>
          <pc:docMk/>
          <pc:sldMk cId="531838443" sldId="488"/>
        </pc:sldMkLst>
        <pc:spChg chg="mod">
          <ac:chgData name="Chittaranjan Hens" userId="6fc03958433e8a43" providerId="LiveId" clId="{3941B8DD-44C0-4984-B2B1-5E7086316BFB}" dt="2023-02-04T10:50:35.165" v="94" actId="1076"/>
          <ac:spMkLst>
            <pc:docMk/>
            <pc:sldMk cId="531838443" sldId="488"/>
            <ac:spMk id="2" creationId="{CC9D182B-D969-B31C-B54B-DD1117D14321}"/>
          </ac:spMkLst>
        </pc:spChg>
        <pc:spChg chg="add del mod">
          <ac:chgData name="Chittaranjan Hens" userId="6fc03958433e8a43" providerId="LiveId" clId="{3941B8DD-44C0-4984-B2B1-5E7086316BFB}" dt="2023-02-04T10:50:32.103" v="93" actId="207"/>
          <ac:spMkLst>
            <pc:docMk/>
            <pc:sldMk cId="531838443" sldId="488"/>
            <ac:spMk id="5" creationId="{8CA60EBD-8FEF-48C4-10A2-6D9A1287CDAB}"/>
          </ac:spMkLst>
        </pc:spChg>
        <pc:spChg chg="add del">
          <ac:chgData name="Chittaranjan Hens" userId="6fc03958433e8a43" providerId="LiveId" clId="{3941B8DD-44C0-4984-B2B1-5E7086316BFB}" dt="2023-02-04T10:50:17.731" v="89" actId="26606"/>
          <ac:spMkLst>
            <pc:docMk/>
            <pc:sldMk cId="531838443" sldId="488"/>
            <ac:spMk id="11" creationId="{5C8908E2-EE49-44D2-9428-A28D2312A8D5}"/>
          </ac:spMkLst>
        </pc:spChg>
        <pc:spChg chg="add del">
          <ac:chgData name="Chittaranjan Hens" userId="6fc03958433e8a43" providerId="LiveId" clId="{3941B8DD-44C0-4984-B2B1-5E7086316BFB}" dt="2023-02-04T10:50:17.731" v="89" actId="26606"/>
          <ac:spMkLst>
            <pc:docMk/>
            <pc:sldMk cId="531838443" sldId="488"/>
            <ac:spMk id="17" creationId="{7449A6C7-D15F-4AA5-BFA5-71A404B47016}"/>
          </ac:spMkLst>
        </pc:spChg>
        <pc:spChg chg="add del">
          <ac:chgData name="Chittaranjan Hens" userId="6fc03958433e8a43" providerId="LiveId" clId="{3941B8DD-44C0-4984-B2B1-5E7086316BFB}" dt="2023-02-04T10:50:17.731" v="89" actId="26606"/>
          <ac:spMkLst>
            <pc:docMk/>
            <pc:sldMk cId="531838443" sldId="488"/>
            <ac:spMk id="19" creationId="{ED888B23-07FA-482A-96DF-47E31AF1A603}"/>
          </ac:spMkLst>
        </pc:spChg>
        <pc:grpChg chg="add del">
          <ac:chgData name="Chittaranjan Hens" userId="6fc03958433e8a43" providerId="LiveId" clId="{3941B8DD-44C0-4984-B2B1-5E7086316BFB}" dt="2023-02-04T10:50:17.731" v="89" actId="26606"/>
          <ac:grpSpMkLst>
            <pc:docMk/>
            <pc:sldMk cId="531838443" sldId="488"/>
            <ac:grpSpMk id="13" creationId="{05314994-6337-4875-8CF5-652CAFE8342C}"/>
          </ac:grpSpMkLst>
        </pc:grpChg>
        <pc:graphicFrameChg chg="add del">
          <ac:chgData name="Chittaranjan Hens" userId="6fc03958433e8a43" providerId="LiveId" clId="{3941B8DD-44C0-4984-B2B1-5E7086316BFB}" dt="2023-02-04T10:50:17.731" v="89" actId="26606"/>
          <ac:graphicFrameMkLst>
            <pc:docMk/>
            <pc:sldMk cId="531838443" sldId="488"/>
            <ac:graphicFrameMk id="7" creationId="{524B6D29-FCE0-AAAE-9F85-6E31F3479DF3}"/>
          </ac:graphicFrameMkLst>
        </pc:graphicFrameChg>
        <pc:picChg chg="add mod ord">
          <ac:chgData name="Chittaranjan Hens" userId="6fc03958433e8a43" providerId="LiveId" clId="{3941B8DD-44C0-4984-B2B1-5E7086316BFB}" dt="2023-02-04T10:50:26.812" v="91" actId="167"/>
          <ac:picMkLst>
            <pc:docMk/>
            <pc:sldMk cId="531838443" sldId="488"/>
            <ac:picMk id="3" creationId="{79C64732-2D75-B827-5A92-47E60C6A7677}"/>
          </ac:picMkLst>
        </pc:picChg>
      </pc:sldChg>
      <pc:sldChg chg="add">
        <pc:chgData name="Chittaranjan Hens" userId="6fc03958433e8a43" providerId="LiveId" clId="{3941B8DD-44C0-4984-B2B1-5E7086316BFB}" dt="2023-02-04T10:57:49.083" v="103"/>
        <pc:sldMkLst>
          <pc:docMk/>
          <pc:sldMk cId="1815916369" sldId="493"/>
        </pc:sldMkLst>
      </pc:sldChg>
      <pc:sldChg chg="addSp delSp modSp add mod delAnim modAnim">
        <pc:chgData name="Chittaranjan Hens" userId="6fc03958433e8a43" providerId="LiveId" clId="{3941B8DD-44C0-4984-B2B1-5E7086316BFB}" dt="2023-02-04T11:58:05.300" v="2002" actId="20577"/>
        <pc:sldMkLst>
          <pc:docMk/>
          <pc:sldMk cId="3155934259" sldId="494"/>
        </pc:sldMkLst>
        <pc:spChg chg="add del mod">
          <ac:chgData name="Chittaranjan Hens" userId="6fc03958433e8a43" providerId="LiveId" clId="{3941B8DD-44C0-4984-B2B1-5E7086316BFB}" dt="2023-02-04T11:39:21.880" v="1499" actId="1076"/>
          <ac:spMkLst>
            <pc:docMk/>
            <pc:sldMk cId="3155934259" sldId="494"/>
            <ac:spMk id="4" creationId="{E376CAE2-2CE4-7A54-6578-CF3CDEF9E367}"/>
          </ac:spMkLst>
        </pc:spChg>
        <pc:spChg chg="add del mod">
          <ac:chgData name="Chittaranjan Hens" userId="6fc03958433e8a43" providerId="LiveId" clId="{3941B8DD-44C0-4984-B2B1-5E7086316BFB}" dt="2023-02-04T10:59:20.979" v="117" actId="478"/>
          <ac:spMkLst>
            <pc:docMk/>
            <pc:sldMk cId="3155934259" sldId="494"/>
            <ac:spMk id="5" creationId="{00000000-0000-0000-0000-000000000000}"/>
          </ac:spMkLst>
        </pc:spChg>
        <pc:spChg chg="add del mod">
          <ac:chgData name="Chittaranjan Hens" userId="6fc03958433e8a43" providerId="LiveId" clId="{3941B8DD-44C0-4984-B2B1-5E7086316BFB}" dt="2023-02-04T11:13:47.895" v="1165" actId="478"/>
          <ac:spMkLst>
            <pc:docMk/>
            <pc:sldMk cId="3155934259" sldId="494"/>
            <ac:spMk id="6" creationId="{91BBC12C-E4B4-3AD4-851B-A7926F11B598}"/>
          </ac:spMkLst>
        </pc:spChg>
        <pc:spChg chg="add del mod">
          <ac:chgData name="Chittaranjan Hens" userId="6fc03958433e8a43" providerId="LiveId" clId="{3941B8DD-44C0-4984-B2B1-5E7086316BFB}" dt="2023-02-04T11:02:15.862" v="302" actId="478"/>
          <ac:spMkLst>
            <pc:docMk/>
            <pc:sldMk cId="3155934259" sldId="494"/>
            <ac:spMk id="7" creationId="{6914705F-5DAA-074E-F1F8-BBCCA9869E73}"/>
          </ac:spMkLst>
        </pc:spChg>
        <pc:spChg chg="add del mod">
          <ac:chgData name="Chittaranjan Hens" userId="6fc03958433e8a43" providerId="LiveId" clId="{3941B8DD-44C0-4984-B2B1-5E7086316BFB}" dt="2023-02-04T10:58:48.412" v="106" actId="478"/>
          <ac:spMkLst>
            <pc:docMk/>
            <pc:sldMk cId="3155934259" sldId="494"/>
            <ac:spMk id="8" creationId="{735CE141-FE23-1B2E-4D2A-4CAAD5D111B5}"/>
          </ac:spMkLst>
        </pc:spChg>
        <pc:spChg chg="add del mod">
          <ac:chgData name="Chittaranjan Hens" userId="6fc03958433e8a43" providerId="LiveId" clId="{3941B8DD-44C0-4984-B2B1-5E7086316BFB}" dt="2023-02-04T11:02:18.259" v="303" actId="478"/>
          <ac:spMkLst>
            <pc:docMk/>
            <pc:sldMk cId="3155934259" sldId="494"/>
            <ac:spMk id="11" creationId="{7870177E-F47A-3FF3-0C63-DA5B3CC9209B}"/>
          </ac:spMkLst>
        </pc:spChg>
        <pc:spChg chg="add mod">
          <ac:chgData name="Chittaranjan Hens" userId="6fc03958433e8a43" providerId="LiveId" clId="{3941B8DD-44C0-4984-B2B1-5E7086316BFB}" dt="2023-02-04T11:58:05.300" v="2002" actId="20577"/>
          <ac:spMkLst>
            <pc:docMk/>
            <pc:sldMk cId="3155934259" sldId="494"/>
            <ac:spMk id="13" creationId="{DCFD545E-0985-7F8C-7F33-6D500C22BB49}"/>
          </ac:spMkLst>
        </pc:spChg>
        <pc:spChg chg="add del mod">
          <ac:chgData name="Chittaranjan Hens" userId="6fc03958433e8a43" providerId="LiveId" clId="{3941B8DD-44C0-4984-B2B1-5E7086316BFB}" dt="2023-02-04T10:59:12.717" v="112" actId="478"/>
          <ac:spMkLst>
            <pc:docMk/>
            <pc:sldMk cId="3155934259" sldId="494"/>
            <ac:spMk id="16" creationId="{00000000-0000-0000-0000-000000000000}"/>
          </ac:spMkLst>
        </pc:spChg>
        <pc:picChg chg="add del mod">
          <ac:chgData name="Chittaranjan Hens" userId="6fc03958433e8a43" providerId="LiveId" clId="{3941B8DD-44C0-4984-B2B1-5E7086316BFB}" dt="2023-02-04T10:58:58.150" v="108" actId="14100"/>
          <ac:picMkLst>
            <pc:docMk/>
            <pc:sldMk cId="3155934259" sldId="494"/>
            <ac:picMk id="2" creationId="{1F52086F-5926-4073-55EB-04D733E0C16C}"/>
          </ac:picMkLst>
        </pc:picChg>
        <pc:picChg chg="add del mod">
          <ac:chgData name="Chittaranjan Hens" userId="6fc03958433e8a43" providerId="LiveId" clId="{3941B8DD-44C0-4984-B2B1-5E7086316BFB}" dt="2023-02-04T10:59:16.584" v="114" actId="478"/>
          <ac:picMkLst>
            <pc:docMk/>
            <pc:sldMk cId="3155934259" sldId="494"/>
            <ac:picMk id="8195" creationId="{00000000-0000-0000-0000-000000000000}"/>
          </ac:picMkLst>
        </pc:picChg>
        <pc:picChg chg="add del mod">
          <ac:chgData name="Chittaranjan Hens" userId="6fc03958433e8a43" providerId="LiveId" clId="{3941B8DD-44C0-4984-B2B1-5E7086316BFB}" dt="2023-02-04T10:59:18.097" v="115" actId="478"/>
          <ac:picMkLst>
            <pc:docMk/>
            <pc:sldMk cId="3155934259" sldId="494"/>
            <ac:picMk id="8197" creationId="{00000000-0000-0000-0000-000000000000}"/>
          </ac:picMkLst>
        </pc:picChg>
        <pc:picChg chg="add del mod">
          <ac:chgData name="Chittaranjan Hens" userId="6fc03958433e8a43" providerId="LiveId" clId="{3941B8DD-44C0-4984-B2B1-5E7086316BFB}" dt="2023-02-04T10:59:09.827" v="111" actId="478"/>
          <ac:picMkLst>
            <pc:docMk/>
            <pc:sldMk cId="3155934259" sldId="494"/>
            <ac:picMk id="8198" creationId="{00000000-0000-0000-0000-000000000000}"/>
          </ac:picMkLst>
        </pc:picChg>
        <pc:picChg chg="add del mod">
          <ac:chgData name="Chittaranjan Hens" userId="6fc03958433e8a43" providerId="LiveId" clId="{3941B8DD-44C0-4984-B2B1-5E7086316BFB}" dt="2023-02-04T10:59:05.936" v="109" actId="478"/>
          <ac:picMkLst>
            <pc:docMk/>
            <pc:sldMk cId="3155934259" sldId="494"/>
            <ac:picMk id="8200" creationId="{00000000-0000-0000-0000-000000000000}"/>
          </ac:picMkLst>
        </pc:picChg>
        <pc:picChg chg="add del mod">
          <ac:chgData name="Chittaranjan Hens" userId="6fc03958433e8a43" providerId="LiveId" clId="{3941B8DD-44C0-4984-B2B1-5E7086316BFB}" dt="2023-02-04T10:59:08.137" v="110" actId="478"/>
          <ac:picMkLst>
            <pc:docMk/>
            <pc:sldMk cId="3155934259" sldId="494"/>
            <ac:picMk id="8202" creationId="{00000000-0000-0000-0000-000000000000}"/>
          </ac:picMkLst>
        </pc:picChg>
        <pc:picChg chg="add del mod">
          <ac:chgData name="Chittaranjan Hens" userId="6fc03958433e8a43" providerId="LiveId" clId="{3941B8DD-44C0-4984-B2B1-5E7086316BFB}" dt="2023-02-04T10:59:14.490" v="113" actId="478"/>
          <ac:picMkLst>
            <pc:docMk/>
            <pc:sldMk cId="3155934259" sldId="494"/>
            <ac:picMk id="15362" creationId="{00000000-0000-0000-0000-000000000000}"/>
          </ac:picMkLst>
        </pc:picChg>
        <pc:cxnChg chg="add del mod">
          <ac:chgData name="Chittaranjan Hens" userId="6fc03958433e8a43" providerId="LiveId" clId="{3941B8DD-44C0-4984-B2B1-5E7086316BFB}" dt="2023-02-04T10:59:22.954" v="118" actId="478"/>
          <ac:cxnSpMkLst>
            <pc:docMk/>
            <pc:sldMk cId="3155934259" sldId="494"/>
            <ac:cxnSpMk id="3" creationId="{00000000-0000-0000-0000-000000000000}"/>
          </ac:cxnSpMkLst>
        </pc:cxnChg>
      </pc:sldChg>
      <pc:sldChg chg="addSp delSp modSp add mod modAnim">
        <pc:chgData name="Chittaranjan Hens" userId="6fc03958433e8a43" providerId="LiveId" clId="{3941B8DD-44C0-4984-B2B1-5E7086316BFB}" dt="2023-02-04T12:04:51.781" v="2505" actId="2711"/>
        <pc:sldMkLst>
          <pc:docMk/>
          <pc:sldMk cId="1934842325" sldId="495"/>
        </pc:sldMkLst>
        <pc:spChg chg="add del mod">
          <ac:chgData name="Chittaranjan Hens" userId="6fc03958433e8a43" providerId="LiveId" clId="{3941B8DD-44C0-4984-B2B1-5E7086316BFB}" dt="2023-02-04T11:39:37.265" v="1503"/>
          <ac:spMkLst>
            <pc:docMk/>
            <pc:sldMk cId="1934842325" sldId="495"/>
            <ac:spMk id="3" creationId="{2D9EF725-7A55-773A-76F5-ED1EA891B6FF}"/>
          </ac:spMkLst>
        </pc:spChg>
        <pc:spChg chg="del mod">
          <ac:chgData name="Chittaranjan Hens" userId="6fc03958433e8a43" providerId="LiveId" clId="{3941B8DD-44C0-4984-B2B1-5E7086316BFB}" dt="2023-02-04T11:41:09.874" v="1537" actId="478"/>
          <ac:spMkLst>
            <pc:docMk/>
            <pc:sldMk cId="1934842325" sldId="495"/>
            <ac:spMk id="4" creationId="{E376CAE2-2CE4-7A54-6578-CF3CDEF9E367}"/>
          </ac:spMkLst>
        </pc:spChg>
        <pc:spChg chg="add del mod">
          <ac:chgData name="Chittaranjan Hens" userId="6fc03958433e8a43" providerId="LiveId" clId="{3941B8DD-44C0-4984-B2B1-5E7086316BFB}" dt="2023-02-04T11:41:05.476" v="1536" actId="478"/>
          <ac:spMkLst>
            <pc:docMk/>
            <pc:sldMk cId="1934842325" sldId="495"/>
            <ac:spMk id="6" creationId="{2E15E0F8-78EB-D2E8-CEEF-EA59298EF694}"/>
          </ac:spMkLst>
        </pc:spChg>
        <pc:spChg chg="add del">
          <ac:chgData name="Chittaranjan Hens" userId="6fc03958433e8a43" providerId="LiveId" clId="{3941B8DD-44C0-4984-B2B1-5E7086316BFB}" dt="2023-02-04T11:41:17.026" v="1541" actId="22"/>
          <ac:spMkLst>
            <pc:docMk/>
            <pc:sldMk cId="1934842325" sldId="495"/>
            <ac:spMk id="8" creationId="{B7BD524F-7C85-4DA0-9E9C-7A48F82204E4}"/>
          </ac:spMkLst>
        </pc:spChg>
        <pc:spChg chg="add mod">
          <ac:chgData name="Chittaranjan Hens" userId="6fc03958433e8a43" providerId="LiveId" clId="{3941B8DD-44C0-4984-B2B1-5E7086316BFB}" dt="2023-02-04T11:55:44.972" v="1879" actId="20577"/>
          <ac:spMkLst>
            <pc:docMk/>
            <pc:sldMk cId="1934842325" sldId="495"/>
            <ac:spMk id="10" creationId="{01A96E18-E979-9E3C-2D58-AAA147C6EA59}"/>
          </ac:spMkLst>
        </pc:spChg>
        <pc:spChg chg="add del mod">
          <ac:chgData name="Chittaranjan Hens" userId="6fc03958433e8a43" providerId="LiveId" clId="{3941B8DD-44C0-4984-B2B1-5E7086316BFB}" dt="2023-02-04T11:42:38.171" v="1586" actId="478"/>
          <ac:spMkLst>
            <pc:docMk/>
            <pc:sldMk cId="1934842325" sldId="495"/>
            <ac:spMk id="11" creationId="{E277B572-675A-4C3A-4504-0FB8E212C0B0}"/>
          </ac:spMkLst>
        </pc:spChg>
        <pc:spChg chg="mod">
          <ac:chgData name="Chittaranjan Hens" userId="6fc03958433e8a43" providerId="LiveId" clId="{3941B8DD-44C0-4984-B2B1-5E7086316BFB}" dt="2023-02-04T11:54:54.448" v="1797" actId="1076"/>
          <ac:spMkLst>
            <pc:docMk/>
            <pc:sldMk cId="1934842325" sldId="495"/>
            <ac:spMk id="12" creationId="{2C3D86F2-20D7-69BD-7C34-0EFAAADCDE8C}"/>
          </ac:spMkLst>
        </pc:spChg>
        <pc:spChg chg="del">
          <ac:chgData name="Chittaranjan Hens" userId="6fc03958433e8a43" providerId="LiveId" clId="{3941B8DD-44C0-4984-B2B1-5E7086316BFB}" dt="2023-02-04T11:39:30.470" v="1501" actId="478"/>
          <ac:spMkLst>
            <pc:docMk/>
            <pc:sldMk cId="1934842325" sldId="495"/>
            <ac:spMk id="13" creationId="{DCFD545E-0985-7F8C-7F33-6D500C22BB49}"/>
          </ac:spMkLst>
        </pc:spChg>
        <pc:spChg chg="add del mod">
          <ac:chgData name="Chittaranjan Hens" userId="6fc03958433e8a43" providerId="LiveId" clId="{3941B8DD-44C0-4984-B2B1-5E7086316BFB}" dt="2023-02-04T11:46:09.510" v="1613"/>
          <ac:spMkLst>
            <pc:docMk/>
            <pc:sldMk cId="1934842325" sldId="495"/>
            <ac:spMk id="14" creationId="{98772E44-1F63-F932-83C9-7D1534D48070}"/>
          </ac:spMkLst>
        </pc:spChg>
        <pc:spChg chg="add del mod">
          <ac:chgData name="Chittaranjan Hens" userId="6fc03958433e8a43" providerId="LiveId" clId="{3941B8DD-44C0-4984-B2B1-5E7086316BFB}" dt="2023-02-04T11:51:49.314" v="1703" actId="478"/>
          <ac:spMkLst>
            <pc:docMk/>
            <pc:sldMk cId="1934842325" sldId="495"/>
            <ac:spMk id="15" creationId="{F0D1226D-5E0E-DE72-B3C9-3D38F424E802}"/>
          </ac:spMkLst>
        </pc:spChg>
        <pc:spChg chg="add del mod">
          <ac:chgData name="Chittaranjan Hens" userId="6fc03958433e8a43" providerId="LiveId" clId="{3941B8DD-44C0-4984-B2B1-5E7086316BFB}" dt="2023-02-04T11:51:49.314" v="1703" actId="478"/>
          <ac:spMkLst>
            <pc:docMk/>
            <pc:sldMk cId="1934842325" sldId="495"/>
            <ac:spMk id="16" creationId="{3B3B1232-DDED-9B65-48FC-83EC99E1245A}"/>
          </ac:spMkLst>
        </pc:spChg>
        <pc:spChg chg="add mod">
          <ac:chgData name="Chittaranjan Hens" userId="6fc03958433e8a43" providerId="LiveId" clId="{3941B8DD-44C0-4984-B2B1-5E7086316BFB}" dt="2023-02-04T11:53:01.610" v="1731" actId="20577"/>
          <ac:spMkLst>
            <pc:docMk/>
            <pc:sldMk cId="1934842325" sldId="495"/>
            <ac:spMk id="17" creationId="{0941DD14-4206-02AC-7CBA-171170F174CB}"/>
          </ac:spMkLst>
        </pc:spChg>
        <pc:spChg chg="add mod">
          <ac:chgData name="Chittaranjan Hens" userId="6fc03958433e8a43" providerId="LiveId" clId="{3941B8DD-44C0-4984-B2B1-5E7086316BFB}" dt="2023-02-04T11:55:02.812" v="1800" actId="1076"/>
          <ac:spMkLst>
            <pc:docMk/>
            <pc:sldMk cId="1934842325" sldId="495"/>
            <ac:spMk id="18" creationId="{5CE6DB7F-F52F-764B-7306-0CF78CD4E86F}"/>
          </ac:spMkLst>
        </pc:spChg>
        <pc:spChg chg="add mod">
          <ac:chgData name="Chittaranjan Hens" userId="6fc03958433e8a43" providerId="LiveId" clId="{3941B8DD-44C0-4984-B2B1-5E7086316BFB}" dt="2023-02-04T12:04:51.781" v="2505" actId="2711"/>
          <ac:spMkLst>
            <pc:docMk/>
            <pc:sldMk cId="1934842325" sldId="495"/>
            <ac:spMk id="19" creationId="{3F77851B-8722-797E-1324-FA61F445A15F}"/>
          </ac:spMkLst>
        </pc:spChg>
        <pc:picChg chg="mod">
          <ac:chgData name="Chittaranjan Hens" userId="6fc03958433e8a43" providerId="LiveId" clId="{3941B8DD-44C0-4984-B2B1-5E7086316BFB}" dt="2023-02-04T11:54:57.672" v="1799" actId="1076"/>
          <ac:picMkLst>
            <pc:docMk/>
            <pc:sldMk cId="1934842325" sldId="495"/>
            <ac:picMk id="2" creationId="{1F52086F-5926-4073-55EB-04D733E0C16C}"/>
          </ac:picMkLst>
        </pc:picChg>
      </pc:sldChg>
      <pc:sldChg chg="addSp delSp modSp add mod">
        <pc:chgData name="Chittaranjan Hens" userId="6fc03958433e8a43" providerId="LiveId" clId="{3941B8DD-44C0-4984-B2B1-5E7086316BFB}" dt="2023-02-05T04:44:56.384" v="3938" actId="14100"/>
        <pc:sldMkLst>
          <pc:docMk/>
          <pc:sldMk cId="2612928384" sldId="496"/>
        </pc:sldMkLst>
        <pc:spChg chg="add mod">
          <ac:chgData name="Chittaranjan Hens" userId="6fc03958433e8a43" providerId="LiveId" clId="{3941B8DD-44C0-4984-B2B1-5E7086316BFB}" dt="2023-02-05T04:44:41.759" v="3934" actId="403"/>
          <ac:spMkLst>
            <pc:docMk/>
            <pc:sldMk cId="2612928384" sldId="496"/>
            <ac:spMk id="3" creationId="{B7B6992D-9BE6-C0C9-25A0-445EBE1C659F}"/>
          </ac:spMkLst>
        </pc:spChg>
        <pc:spChg chg="add mod">
          <ac:chgData name="Chittaranjan Hens" userId="6fc03958433e8a43" providerId="LiveId" clId="{3941B8DD-44C0-4984-B2B1-5E7086316BFB}" dt="2023-02-05T04:44:41.759" v="3934" actId="403"/>
          <ac:spMkLst>
            <pc:docMk/>
            <pc:sldMk cId="2612928384" sldId="496"/>
            <ac:spMk id="4" creationId="{967AE5EE-5C58-7524-E636-A93EA14F72EC}"/>
          </ac:spMkLst>
        </pc:spChg>
        <pc:spChg chg="add mod">
          <ac:chgData name="Chittaranjan Hens" userId="6fc03958433e8a43" providerId="LiveId" clId="{3941B8DD-44C0-4984-B2B1-5E7086316BFB}" dt="2023-02-05T04:44:50.510" v="3936" actId="1076"/>
          <ac:spMkLst>
            <pc:docMk/>
            <pc:sldMk cId="2612928384" sldId="496"/>
            <ac:spMk id="5" creationId="{9068BA54-0AB7-0E3D-31E6-E6D2014CD1C3}"/>
          </ac:spMkLst>
        </pc:spChg>
        <pc:spChg chg="add mod">
          <ac:chgData name="Chittaranjan Hens" userId="6fc03958433e8a43" providerId="LiveId" clId="{3941B8DD-44C0-4984-B2B1-5E7086316BFB}" dt="2023-02-05T04:44:56.384" v="3938" actId="14100"/>
          <ac:spMkLst>
            <pc:docMk/>
            <pc:sldMk cId="2612928384" sldId="496"/>
            <ac:spMk id="7" creationId="{02382943-2226-A308-CF45-A818BC66E2C5}"/>
          </ac:spMkLst>
        </pc:spChg>
        <pc:spChg chg="add mod">
          <ac:chgData name="Chittaranjan Hens" userId="6fc03958433e8a43" providerId="LiveId" clId="{3941B8DD-44C0-4984-B2B1-5E7086316BFB}" dt="2023-02-05T04:44:53.017" v="3937" actId="14100"/>
          <ac:spMkLst>
            <pc:docMk/>
            <pc:sldMk cId="2612928384" sldId="496"/>
            <ac:spMk id="8" creationId="{59DB56EB-1BCE-322D-F18E-2876476F9504}"/>
          </ac:spMkLst>
        </pc:spChg>
        <pc:spChg chg="mod">
          <ac:chgData name="Chittaranjan Hens" userId="6fc03958433e8a43" providerId="LiveId" clId="{3941B8DD-44C0-4984-B2B1-5E7086316BFB}" dt="2023-02-05T04:44:41.759" v="3934" actId="403"/>
          <ac:spMkLst>
            <pc:docMk/>
            <pc:sldMk cId="2612928384" sldId="496"/>
            <ac:spMk id="12" creationId="{2C3D86F2-20D7-69BD-7C34-0EFAAADCDE8C}"/>
          </ac:spMkLst>
        </pc:spChg>
        <pc:spChg chg="mod">
          <ac:chgData name="Chittaranjan Hens" userId="6fc03958433e8a43" providerId="LiveId" clId="{3941B8DD-44C0-4984-B2B1-5E7086316BFB}" dt="2023-02-05T04:44:44.903" v="3935" actId="14100"/>
          <ac:spMkLst>
            <pc:docMk/>
            <pc:sldMk cId="2612928384" sldId="496"/>
            <ac:spMk id="15" creationId="{F0D1226D-5E0E-DE72-B3C9-3D38F424E802}"/>
          </ac:spMkLst>
        </pc:spChg>
        <pc:picChg chg="mod">
          <ac:chgData name="Chittaranjan Hens" userId="6fc03958433e8a43" providerId="LiveId" clId="{3941B8DD-44C0-4984-B2B1-5E7086316BFB}" dt="2023-02-04T11:47:41.067" v="1645" actId="1076"/>
          <ac:picMkLst>
            <pc:docMk/>
            <pc:sldMk cId="2612928384" sldId="496"/>
            <ac:picMk id="2" creationId="{1F52086F-5926-4073-55EB-04D733E0C16C}"/>
          </ac:picMkLst>
        </pc:picChg>
        <pc:picChg chg="add del mod">
          <ac:chgData name="Chittaranjan Hens" userId="6fc03958433e8a43" providerId="LiveId" clId="{3941B8DD-44C0-4984-B2B1-5E7086316BFB}" dt="2023-02-04T11:48:29.627" v="1664"/>
          <ac:picMkLst>
            <pc:docMk/>
            <pc:sldMk cId="2612928384" sldId="496"/>
            <ac:picMk id="6" creationId="{FCD70EEE-0352-292D-758B-35FCAD09CCEE}"/>
          </ac:picMkLst>
        </pc:picChg>
      </pc:sldChg>
      <pc:sldChg chg="addSp delSp modSp add mod">
        <pc:chgData name="Chittaranjan Hens" userId="6fc03958433e8a43" providerId="LiveId" clId="{3941B8DD-44C0-4984-B2B1-5E7086316BFB}" dt="2023-02-04T11:50:45.138" v="1699" actId="167"/>
        <pc:sldMkLst>
          <pc:docMk/>
          <pc:sldMk cId="1172416498" sldId="497"/>
        </pc:sldMkLst>
        <pc:spChg chg="del mod">
          <ac:chgData name="Chittaranjan Hens" userId="6fc03958433e8a43" providerId="LiveId" clId="{3941B8DD-44C0-4984-B2B1-5E7086316BFB}" dt="2023-02-04T11:50:31.989" v="1697" actId="478"/>
          <ac:spMkLst>
            <pc:docMk/>
            <pc:sldMk cId="1172416498" sldId="497"/>
            <ac:spMk id="3" creationId="{B7B6992D-9BE6-C0C9-25A0-445EBE1C659F}"/>
          </ac:spMkLst>
        </pc:spChg>
        <pc:spChg chg="del mod">
          <ac:chgData name="Chittaranjan Hens" userId="6fc03958433e8a43" providerId="LiveId" clId="{3941B8DD-44C0-4984-B2B1-5E7086316BFB}" dt="2023-02-04T11:50:31.989" v="1697" actId="478"/>
          <ac:spMkLst>
            <pc:docMk/>
            <pc:sldMk cId="1172416498" sldId="497"/>
            <ac:spMk id="4" creationId="{967AE5EE-5C58-7524-E636-A93EA14F72EC}"/>
          </ac:spMkLst>
        </pc:spChg>
        <pc:spChg chg="del mod">
          <ac:chgData name="Chittaranjan Hens" userId="6fc03958433e8a43" providerId="LiveId" clId="{3941B8DD-44C0-4984-B2B1-5E7086316BFB}" dt="2023-02-04T11:50:31.989" v="1697" actId="478"/>
          <ac:spMkLst>
            <pc:docMk/>
            <pc:sldMk cId="1172416498" sldId="497"/>
            <ac:spMk id="5" creationId="{9068BA54-0AB7-0E3D-31E6-E6D2014CD1C3}"/>
          </ac:spMkLst>
        </pc:spChg>
        <pc:spChg chg="del mod">
          <ac:chgData name="Chittaranjan Hens" userId="6fc03958433e8a43" providerId="LiveId" clId="{3941B8DD-44C0-4984-B2B1-5E7086316BFB}" dt="2023-02-04T11:50:31.989" v="1697" actId="478"/>
          <ac:spMkLst>
            <pc:docMk/>
            <pc:sldMk cId="1172416498" sldId="497"/>
            <ac:spMk id="7" creationId="{02382943-2226-A308-CF45-A818BC66E2C5}"/>
          </ac:spMkLst>
        </pc:spChg>
        <pc:spChg chg="del mod">
          <ac:chgData name="Chittaranjan Hens" userId="6fc03958433e8a43" providerId="LiveId" clId="{3941B8DD-44C0-4984-B2B1-5E7086316BFB}" dt="2023-02-04T11:50:31.989" v="1697" actId="478"/>
          <ac:spMkLst>
            <pc:docMk/>
            <pc:sldMk cId="1172416498" sldId="497"/>
            <ac:spMk id="8" creationId="{59DB56EB-1BCE-322D-F18E-2876476F9504}"/>
          </ac:spMkLst>
        </pc:spChg>
        <pc:spChg chg="del mod">
          <ac:chgData name="Chittaranjan Hens" userId="6fc03958433e8a43" providerId="LiveId" clId="{3941B8DD-44C0-4984-B2B1-5E7086316BFB}" dt="2023-02-04T11:50:31.989" v="1697" actId="478"/>
          <ac:spMkLst>
            <pc:docMk/>
            <pc:sldMk cId="1172416498" sldId="497"/>
            <ac:spMk id="12" creationId="{2C3D86F2-20D7-69BD-7C34-0EFAAADCDE8C}"/>
          </ac:spMkLst>
        </pc:spChg>
        <pc:spChg chg="del mod">
          <ac:chgData name="Chittaranjan Hens" userId="6fc03958433e8a43" providerId="LiveId" clId="{3941B8DD-44C0-4984-B2B1-5E7086316BFB}" dt="2023-02-04T11:50:31.989" v="1697" actId="478"/>
          <ac:spMkLst>
            <pc:docMk/>
            <pc:sldMk cId="1172416498" sldId="497"/>
            <ac:spMk id="15" creationId="{F0D1226D-5E0E-DE72-B3C9-3D38F424E802}"/>
          </ac:spMkLst>
        </pc:spChg>
        <pc:picChg chg="del mod">
          <ac:chgData name="Chittaranjan Hens" userId="6fc03958433e8a43" providerId="LiveId" clId="{3941B8DD-44C0-4984-B2B1-5E7086316BFB}" dt="2023-02-04T11:50:31.989" v="1697" actId="478"/>
          <ac:picMkLst>
            <pc:docMk/>
            <pc:sldMk cId="1172416498" sldId="497"/>
            <ac:picMk id="2" creationId="{1F52086F-5926-4073-55EB-04D733E0C16C}"/>
          </ac:picMkLst>
        </pc:picChg>
        <pc:picChg chg="add mod ord">
          <ac:chgData name="Chittaranjan Hens" userId="6fc03958433e8a43" providerId="LiveId" clId="{3941B8DD-44C0-4984-B2B1-5E7086316BFB}" dt="2023-02-04T11:50:45.138" v="1699" actId="167"/>
          <ac:picMkLst>
            <pc:docMk/>
            <pc:sldMk cId="1172416498" sldId="497"/>
            <ac:picMk id="6" creationId="{F6BB9EF6-0B4A-79BA-2D9E-0584B3978D7F}"/>
          </ac:picMkLst>
        </pc:picChg>
      </pc:sldChg>
      <pc:sldChg chg="add">
        <pc:chgData name="Chittaranjan Hens" userId="6fc03958433e8a43" providerId="LiveId" clId="{3941B8DD-44C0-4984-B2B1-5E7086316BFB}" dt="2023-02-04T11:51:35.926" v="1700"/>
        <pc:sldMkLst>
          <pc:docMk/>
          <pc:sldMk cId="580591518" sldId="498"/>
        </pc:sldMkLst>
      </pc:sldChg>
      <pc:sldChg chg="addSp modSp add mod modAnim">
        <pc:chgData name="Chittaranjan Hens" userId="6fc03958433e8a43" providerId="LiveId" clId="{3941B8DD-44C0-4984-B2B1-5E7086316BFB}" dt="2023-02-04T12:15:20.141" v="2858"/>
        <pc:sldMkLst>
          <pc:docMk/>
          <pc:sldMk cId="4203961249" sldId="499"/>
        </pc:sldMkLst>
        <pc:spChg chg="add mod">
          <ac:chgData name="Chittaranjan Hens" userId="6fc03958433e8a43" providerId="LiveId" clId="{3941B8DD-44C0-4984-B2B1-5E7086316BFB}" dt="2023-02-04T12:14:34.315" v="2851" actId="2711"/>
          <ac:spMkLst>
            <pc:docMk/>
            <pc:sldMk cId="4203961249" sldId="499"/>
            <ac:spMk id="3" creationId="{F1BD9619-9035-7A64-D104-42F81070C85E}"/>
          </ac:spMkLst>
        </pc:spChg>
        <pc:spChg chg="mod">
          <ac:chgData name="Chittaranjan Hens" userId="6fc03958433e8a43" providerId="LiveId" clId="{3941B8DD-44C0-4984-B2B1-5E7086316BFB}" dt="2023-02-04T12:05:10.558" v="2510" actId="1076"/>
          <ac:spMkLst>
            <pc:docMk/>
            <pc:sldMk cId="4203961249" sldId="499"/>
            <ac:spMk id="18" creationId="{5CE6DB7F-F52F-764B-7306-0CF78CD4E86F}"/>
          </ac:spMkLst>
        </pc:spChg>
        <pc:spChg chg="mod">
          <ac:chgData name="Chittaranjan Hens" userId="6fc03958433e8a43" providerId="LiveId" clId="{3941B8DD-44C0-4984-B2B1-5E7086316BFB}" dt="2023-02-04T12:14:19.165" v="2850" actId="20577"/>
          <ac:spMkLst>
            <pc:docMk/>
            <pc:sldMk cId="4203961249" sldId="499"/>
            <ac:spMk id="19" creationId="{3F77851B-8722-797E-1324-FA61F445A15F}"/>
          </ac:spMkLst>
        </pc:spChg>
        <pc:picChg chg="mod">
          <ac:chgData name="Chittaranjan Hens" userId="6fc03958433e8a43" providerId="LiveId" clId="{3941B8DD-44C0-4984-B2B1-5E7086316BFB}" dt="2023-02-04T12:05:04.245" v="2509" actId="1076"/>
          <ac:picMkLst>
            <pc:docMk/>
            <pc:sldMk cId="4203961249" sldId="499"/>
            <ac:picMk id="2" creationId="{1F52086F-5926-4073-55EB-04D733E0C16C}"/>
          </ac:picMkLst>
        </pc:picChg>
      </pc:sldChg>
      <pc:sldChg chg="addSp delSp modSp add mod ord modAnim">
        <pc:chgData name="Chittaranjan Hens" userId="6fc03958433e8a43" providerId="LiveId" clId="{3941B8DD-44C0-4984-B2B1-5E7086316BFB}" dt="2023-02-05T04:30:32.628" v="3801"/>
        <pc:sldMkLst>
          <pc:docMk/>
          <pc:sldMk cId="225175671" sldId="500"/>
        </pc:sldMkLst>
        <pc:spChg chg="add mod">
          <ac:chgData name="Chittaranjan Hens" userId="6fc03958433e8a43" providerId="LiveId" clId="{3941B8DD-44C0-4984-B2B1-5E7086316BFB}" dt="2023-02-04T12:16:08.899" v="2869" actId="20577"/>
          <ac:spMkLst>
            <pc:docMk/>
            <pc:sldMk cId="225175671" sldId="500"/>
            <ac:spMk id="3" creationId="{838DB15F-6022-2983-C313-9EA67B2941DF}"/>
          </ac:spMkLst>
        </pc:spChg>
        <pc:spChg chg="add mod">
          <ac:chgData name="Chittaranjan Hens" userId="6fc03958433e8a43" providerId="LiveId" clId="{3941B8DD-44C0-4984-B2B1-5E7086316BFB}" dt="2023-02-04T12:24:34.508" v="3491" actId="2711"/>
          <ac:spMkLst>
            <pc:docMk/>
            <pc:sldMk cId="225175671" sldId="500"/>
            <ac:spMk id="4" creationId="{AFE51AD9-A3D9-253A-1B86-5EF4D52F1C8E}"/>
          </ac:spMkLst>
        </pc:spChg>
        <pc:spChg chg="add mod">
          <ac:chgData name="Chittaranjan Hens" userId="6fc03958433e8a43" providerId="LiveId" clId="{3941B8DD-44C0-4984-B2B1-5E7086316BFB}" dt="2023-02-05T04:30:27.742" v="3800" actId="20577"/>
          <ac:spMkLst>
            <pc:docMk/>
            <pc:sldMk cId="225175671" sldId="500"/>
            <ac:spMk id="5" creationId="{390AA857-A8BE-08CA-EF6B-BFEF1D995E2C}"/>
          </ac:spMkLst>
        </pc:spChg>
        <pc:spChg chg="del mod">
          <ac:chgData name="Chittaranjan Hens" userId="6fc03958433e8a43" providerId="LiveId" clId="{3941B8DD-44C0-4984-B2B1-5E7086316BFB}" dt="2023-02-04T12:15:53.531" v="2864" actId="478"/>
          <ac:spMkLst>
            <pc:docMk/>
            <pc:sldMk cId="225175671" sldId="500"/>
            <ac:spMk id="19" creationId="{3F77851B-8722-797E-1324-FA61F445A15F}"/>
          </ac:spMkLst>
        </pc:spChg>
      </pc:sldChg>
      <pc:sldChg chg="addSp delSp modSp add mod modAnim">
        <pc:chgData name="Chittaranjan Hens" userId="6fc03958433e8a43" providerId="LiveId" clId="{3941B8DD-44C0-4984-B2B1-5E7086316BFB}" dt="2023-02-04T12:31:34.570" v="3679"/>
        <pc:sldMkLst>
          <pc:docMk/>
          <pc:sldMk cId="1158314465" sldId="501"/>
        </pc:sldMkLst>
        <pc:spChg chg="del">
          <ac:chgData name="Chittaranjan Hens" userId="6fc03958433e8a43" providerId="LiveId" clId="{3941B8DD-44C0-4984-B2B1-5E7086316BFB}" dt="2023-02-04T12:27:03.153" v="3499" actId="478"/>
          <ac:spMkLst>
            <pc:docMk/>
            <pc:sldMk cId="1158314465" sldId="501"/>
            <ac:spMk id="3" creationId="{838DB15F-6022-2983-C313-9EA67B2941DF}"/>
          </ac:spMkLst>
        </pc:spChg>
        <pc:spChg chg="mod">
          <ac:chgData name="Chittaranjan Hens" userId="6fc03958433e8a43" providerId="LiveId" clId="{3941B8DD-44C0-4984-B2B1-5E7086316BFB}" dt="2023-02-04T12:28:07.085" v="3506" actId="1076"/>
          <ac:spMkLst>
            <pc:docMk/>
            <pc:sldMk cId="1158314465" sldId="501"/>
            <ac:spMk id="4" creationId="{AFE51AD9-A3D9-253A-1B86-5EF4D52F1C8E}"/>
          </ac:spMkLst>
        </pc:spChg>
        <pc:spChg chg="mod">
          <ac:chgData name="Chittaranjan Hens" userId="6fc03958433e8a43" providerId="LiveId" clId="{3941B8DD-44C0-4984-B2B1-5E7086316BFB}" dt="2023-02-04T12:29:46.342" v="3614" actId="20577"/>
          <ac:spMkLst>
            <pc:docMk/>
            <pc:sldMk cId="1158314465" sldId="501"/>
            <ac:spMk id="5" creationId="{390AA857-A8BE-08CA-EF6B-BFEF1D995E2C}"/>
          </ac:spMkLst>
        </pc:spChg>
        <pc:spChg chg="add mod">
          <ac:chgData name="Chittaranjan Hens" userId="6fc03958433e8a43" providerId="LiveId" clId="{3941B8DD-44C0-4984-B2B1-5E7086316BFB}" dt="2023-02-04T12:31:27.392" v="3678" actId="14100"/>
          <ac:spMkLst>
            <pc:docMk/>
            <pc:sldMk cId="1158314465" sldId="501"/>
            <ac:spMk id="6" creationId="{340142F5-1F69-49A1-BE4C-6BF697BEA809}"/>
          </ac:spMkLst>
        </pc:spChg>
        <pc:spChg chg="mod">
          <ac:chgData name="Chittaranjan Hens" userId="6fc03958433e8a43" providerId="LiveId" clId="{3941B8DD-44C0-4984-B2B1-5E7086316BFB}" dt="2023-02-04T12:27:09.827" v="3500" actId="1076"/>
          <ac:spMkLst>
            <pc:docMk/>
            <pc:sldMk cId="1158314465" sldId="501"/>
            <ac:spMk id="17" creationId="{0941DD14-4206-02AC-7CBA-171170F174CB}"/>
          </ac:spMkLst>
        </pc:spChg>
        <pc:spChg chg="mod">
          <ac:chgData name="Chittaranjan Hens" userId="6fc03958433e8a43" providerId="LiveId" clId="{3941B8DD-44C0-4984-B2B1-5E7086316BFB}" dt="2023-02-04T12:27:19.633" v="3503" actId="1076"/>
          <ac:spMkLst>
            <pc:docMk/>
            <pc:sldMk cId="1158314465" sldId="501"/>
            <ac:spMk id="18" creationId="{5CE6DB7F-F52F-764B-7306-0CF78CD4E86F}"/>
          </ac:spMkLst>
        </pc:spChg>
        <pc:picChg chg="mod">
          <ac:chgData name="Chittaranjan Hens" userId="6fc03958433e8a43" providerId="LiveId" clId="{3941B8DD-44C0-4984-B2B1-5E7086316BFB}" dt="2023-02-04T12:27:13.257" v="3502" actId="1076"/>
          <ac:picMkLst>
            <pc:docMk/>
            <pc:sldMk cId="1158314465" sldId="501"/>
            <ac:picMk id="2" creationId="{1F52086F-5926-4073-55EB-04D733E0C16C}"/>
          </ac:picMkLst>
        </pc:picChg>
      </pc:sldChg>
      <pc:sldChg chg="add del">
        <pc:chgData name="Chittaranjan Hens" userId="6fc03958433e8a43" providerId="LiveId" clId="{3941B8DD-44C0-4984-B2B1-5E7086316BFB}" dt="2023-02-04T12:24:51.308" v="3494"/>
        <pc:sldMkLst>
          <pc:docMk/>
          <pc:sldMk cId="2421417533" sldId="501"/>
        </pc:sldMkLst>
      </pc:sldChg>
      <pc:sldChg chg="modSp add mod">
        <pc:chgData name="Chittaranjan Hens" userId="6fc03958433e8a43" providerId="LiveId" clId="{3941B8DD-44C0-4984-B2B1-5E7086316BFB}" dt="2023-02-05T03:56:21.574" v="3725" actId="6549"/>
        <pc:sldMkLst>
          <pc:docMk/>
          <pc:sldMk cId="1071421308" sldId="502"/>
        </pc:sldMkLst>
        <pc:spChg chg="mod">
          <ac:chgData name="Chittaranjan Hens" userId="6fc03958433e8a43" providerId="LiveId" clId="{3941B8DD-44C0-4984-B2B1-5E7086316BFB}" dt="2023-02-05T03:56:21.574" v="3725" actId="6549"/>
          <ac:spMkLst>
            <pc:docMk/>
            <pc:sldMk cId="1071421308" sldId="502"/>
            <ac:spMk id="10" creationId="{01A96E18-E979-9E3C-2D58-AAA147C6EA59}"/>
          </ac:spMkLst>
        </pc:spChg>
      </pc:sldChg>
      <pc:sldChg chg="add">
        <pc:chgData name="Chittaranjan Hens" userId="6fc03958433e8a43" providerId="LiveId" clId="{3941B8DD-44C0-4984-B2B1-5E7086316BFB}" dt="2023-02-05T04:33:48.220" v="3825"/>
        <pc:sldMkLst>
          <pc:docMk/>
          <pc:sldMk cId="0" sldId="712"/>
        </pc:sldMkLst>
      </pc:sldChg>
      <pc:sldChg chg="addSp modSp add mod">
        <pc:chgData name="Chittaranjan Hens" userId="6fc03958433e8a43" providerId="LiveId" clId="{3941B8DD-44C0-4984-B2B1-5E7086316BFB}" dt="2023-02-05T04:59:06.154" v="4075"/>
        <pc:sldMkLst>
          <pc:docMk/>
          <pc:sldMk cId="2950253912" sldId="714"/>
        </pc:sldMkLst>
        <pc:spChg chg="add mod">
          <ac:chgData name="Chittaranjan Hens" userId="6fc03958433e8a43" providerId="LiveId" clId="{3941B8DD-44C0-4984-B2B1-5E7086316BFB}" dt="2023-02-05T04:38:49.836" v="3904" actId="2711"/>
          <ac:spMkLst>
            <pc:docMk/>
            <pc:sldMk cId="2950253912" sldId="714"/>
            <ac:spMk id="4" creationId="{307B1385-1CDC-2127-DC4D-5918A8E4EB3C}"/>
          </ac:spMkLst>
        </pc:spChg>
        <pc:spChg chg="mod">
          <ac:chgData name="Chittaranjan Hens" userId="6fc03958433e8a43" providerId="LiveId" clId="{3941B8DD-44C0-4984-B2B1-5E7086316BFB}" dt="2023-02-05T03:58:35.078" v="3746" actId="207"/>
          <ac:spMkLst>
            <pc:docMk/>
            <pc:sldMk cId="2950253912" sldId="714"/>
            <ac:spMk id="7" creationId="{303B675C-FEDF-4D95-92D2-2CF55DE2E221}"/>
          </ac:spMkLst>
        </pc:spChg>
        <pc:spChg chg="mod">
          <ac:chgData name="Chittaranjan Hens" userId="6fc03958433e8a43" providerId="LiveId" clId="{3941B8DD-44C0-4984-B2B1-5E7086316BFB}" dt="2023-02-05T03:58:38.355" v="3747" actId="207"/>
          <ac:spMkLst>
            <pc:docMk/>
            <pc:sldMk cId="2950253912" sldId="714"/>
            <ac:spMk id="9" creationId="{1B038A45-0674-4FFD-88C9-F51C5CC1787F}"/>
          </ac:spMkLst>
        </pc:spChg>
        <pc:spChg chg="mod">
          <ac:chgData name="Chittaranjan Hens" userId="6fc03958433e8a43" providerId="LiveId" clId="{3941B8DD-44C0-4984-B2B1-5E7086316BFB}" dt="2023-02-05T03:58:40.893" v="3748" actId="207"/>
          <ac:spMkLst>
            <pc:docMk/>
            <pc:sldMk cId="2950253912" sldId="714"/>
            <ac:spMk id="10" creationId="{98EFD8C6-540C-466E-B4AF-4550FEBA9533}"/>
          </ac:spMkLst>
        </pc:spChg>
        <pc:spChg chg="mod">
          <ac:chgData name="Chittaranjan Hens" userId="6fc03958433e8a43" providerId="LiveId" clId="{3941B8DD-44C0-4984-B2B1-5E7086316BFB}" dt="2023-02-05T04:31:43.243" v="3824" actId="122"/>
          <ac:spMkLst>
            <pc:docMk/>
            <pc:sldMk cId="2950253912" sldId="714"/>
            <ac:spMk id="48134" creationId="{D1E4B96B-AA11-4834-A4AB-DCEFAC09E403}"/>
          </ac:spMkLst>
        </pc:spChg>
        <pc:picChg chg="add mod ord">
          <ac:chgData name="Chittaranjan Hens" userId="6fc03958433e8a43" providerId="LiveId" clId="{3941B8DD-44C0-4984-B2B1-5E7086316BFB}" dt="2023-02-05T04:59:06.154" v="4075"/>
          <ac:picMkLst>
            <pc:docMk/>
            <pc:sldMk cId="2950253912" sldId="714"/>
            <ac:picMk id="2" creationId="{97251323-3C90-B246-2856-7A93EC5AB6D5}"/>
          </ac:picMkLst>
        </pc:picChg>
        <pc:picChg chg="add mod">
          <ac:chgData name="Chittaranjan Hens" userId="6fc03958433e8a43" providerId="LiveId" clId="{3941B8DD-44C0-4984-B2B1-5E7086316BFB}" dt="2023-02-05T04:31:27.591" v="3805" actId="1076"/>
          <ac:picMkLst>
            <pc:docMk/>
            <pc:sldMk cId="2950253912" sldId="714"/>
            <ac:picMk id="3" creationId="{27239F7E-4A53-2C4C-1E73-9ADF5284026D}"/>
          </ac:picMkLst>
        </pc:picChg>
      </pc:sldChg>
      <pc:sldChg chg="add del">
        <pc:chgData name="Chittaranjan Hens" userId="6fc03958433e8a43" providerId="LiveId" clId="{3941B8DD-44C0-4984-B2B1-5E7086316BFB}" dt="2023-02-05T04:31:29.241" v="3806" actId="47"/>
        <pc:sldMkLst>
          <pc:docMk/>
          <pc:sldMk cId="3498039141" sldId="716"/>
        </pc:sldMkLst>
      </pc:sldChg>
      <pc:sldChg chg="addSp delSp modSp add mod modAnim">
        <pc:chgData name="Chittaranjan Hens" userId="6fc03958433e8a43" providerId="LiveId" clId="{3941B8DD-44C0-4984-B2B1-5E7086316BFB}" dt="2023-02-05T04:40:35.835" v="3916" actId="403"/>
        <pc:sldMkLst>
          <pc:docMk/>
          <pc:sldMk cId="0" sldId="717"/>
        </pc:sldMkLst>
        <pc:spChg chg="add mod">
          <ac:chgData name="Chittaranjan Hens" userId="6fc03958433e8a43" providerId="LiveId" clId="{3941B8DD-44C0-4984-B2B1-5E7086316BFB}" dt="2023-02-05T04:40:35.835" v="3916" actId="403"/>
          <ac:spMkLst>
            <pc:docMk/>
            <pc:sldMk cId="0" sldId="717"/>
            <ac:spMk id="3" creationId="{7D3AD282-BCF4-3D53-1C22-70E10BBA4BCE}"/>
          </ac:spMkLst>
        </pc:spChg>
        <pc:spChg chg="mod">
          <ac:chgData name="Chittaranjan Hens" userId="6fc03958433e8a43" providerId="LiveId" clId="{3941B8DD-44C0-4984-B2B1-5E7086316BFB}" dt="2023-02-05T04:35:12.506" v="3831" actId="207"/>
          <ac:spMkLst>
            <pc:docMk/>
            <pc:sldMk cId="0" sldId="717"/>
            <ac:spMk id="5" creationId="{202D4595-3008-4E7F-8F58-AFF53D89B4B7}"/>
          </ac:spMkLst>
        </pc:spChg>
        <pc:spChg chg="mod">
          <ac:chgData name="Chittaranjan Hens" userId="6fc03958433e8a43" providerId="LiveId" clId="{3941B8DD-44C0-4984-B2B1-5E7086316BFB}" dt="2023-02-05T04:35:19.275" v="3833" actId="207"/>
          <ac:spMkLst>
            <pc:docMk/>
            <pc:sldMk cId="0" sldId="717"/>
            <ac:spMk id="6" creationId="{915712DA-65A9-4ED1-83D5-DA908F121DDD}"/>
          </ac:spMkLst>
        </pc:spChg>
        <pc:spChg chg="mod">
          <ac:chgData name="Chittaranjan Hens" userId="6fc03958433e8a43" providerId="LiveId" clId="{3941B8DD-44C0-4984-B2B1-5E7086316BFB}" dt="2023-02-05T04:35:12.506" v="3831" actId="207"/>
          <ac:spMkLst>
            <pc:docMk/>
            <pc:sldMk cId="0" sldId="717"/>
            <ac:spMk id="7" creationId="{3925E6F8-5CBE-4F47-A617-4C5D07C15360}"/>
          </ac:spMkLst>
        </pc:spChg>
        <pc:spChg chg="mod">
          <ac:chgData name="Chittaranjan Hens" userId="6fc03958433e8a43" providerId="LiveId" clId="{3941B8DD-44C0-4984-B2B1-5E7086316BFB}" dt="2023-02-05T04:35:12.506" v="3831" actId="207"/>
          <ac:spMkLst>
            <pc:docMk/>
            <pc:sldMk cId="0" sldId="717"/>
            <ac:spMk id="11" creationId="{3F19C001-87C5-4BE0-B73E-1E708E07FCFF}"/>
          </ac:spMkLst>
        </pc:spChg>
        <pc:spChg chg="mod">
          <ac:chgData name="Chittaranjan Hens" userId="6fc03958433e8a43" providerId="LiveId" clId="{3941B8DD-44C0-4984-B2B1-5E7086316BFB}" dt="2023-02-05T04:35:12.506" v="3831" actId="207"/>
          <ac:spMkLst>
            <pc:docMk/>
            <pc:sldMk cId="0" sldId="717"/>
            <ac:spMk id="14" creationId="{F1356606-D5A3-44AA-9C4E-091E0F09A908}"/>
          </ac:spMkLst>
        </pc:spChg>
        <pc:spChg chg="mod">
          <ac:chgData name="Chittaranjan Hens" userId="6fc03958433e8a43" providerId="LiveId" clId="{3941B8DD-44C0-4984-B2B1-5E7086316BFB}" dt="2023-02-05T04:35:12.506" v="3831" actId="207"/>
          <ac:spMkLst>
            <pc:docMk/>
            <pc:sldMk cId="0" sldId="717"/>
            <ac:spMk id="20" creationId="{1E9D6697-55E0-4925-A7C3-0863CB577201}"/>
          </ac:spMkLst>
        </pc:spChg>
        <pc:spChg chg="del">
          <ac:chgData name="Chittaranjan Hens" userId="6fc03958433e8a43" providerId="LiveId" clId="{3941B8DD-44C0-4984-B2B1-5E7086316BFB}" dt="2023-02-05T04:33:57.800" v="3826" actId="478"/>
          <ac:spMkLst>
            <pc:docMk/>
            <pc:sldMk cId="0" sldId="717"/>
            <ac:spMk id="56323" creationId="{39E54375-B88A-47B9-A209-8368BCE91FDC}"/>
          </ac:spMkLst>
        </pc:spChg>
        <pc:spChg chg="mod">
          <ac:chgData name="Chittaranjan Hens" userId="6fc03958433e8a43" providerId="LiveId" clId="{3941B8DD-44C0-4984-B2B1-5E7086316BFB}" dt="2023-02-05T04:35:12.506" v="3831" actId="207"/>
          <ac:spMkLst>
            <pc:docMk/>
            <pc:sldMk cId="0" sldId="717"/>
            <ac:spMk id="56329" creationId="{8C8C04DE-8D6B-4481-98FE-B836BD6623AB}"/>
          </ac:spMkLst>
        </pc:spChg>
        <pc:picChg chg="add mod ord">
          <ac:chgData name="Chittaranjan Hens" userId="6fc03958433e8a43" providerId="LiveId" clId="{3941B8DD-44C0-4984-B2B1-5E7086316BFB}" dt="2023-02-05T04:40:29.530" v="3914" actId="1076"/>
          <ac:picMkLst>
            <pc:docMk/>
            <pc:sldMk cId="0" sldId="717"/>
            <ac:picMk id="2" creationId="{948FC06C-00BA-578A-411D-53495C896D7A}"/>
          </ac:picMkLst>
        </pc:picChg>
      </pc:sldChg>
      <pc:sldChg chg="addSp delSp modSp add mod">
        <pc:chgData name="Chittaranjan Hens" userId="6fc03958433e8a43" providerId="LiveId" clId="{3941B8DD-44C0-4984-B2B1-5E7086316BFB}" dt="2023-02-05T04:36:20.128" v="3847"/>
        <pc:sldMkLst>
          <pc:docMk/>
          <pc:sldMk cId="355833865" sldId="718"/>
        </pc:sldMkLst>
        <pc:spChg chg="add mod">
          <ac:chgData name="Chittaranjan Hens" userId="6fc03958433e8a43" providerId="LiveId" clId="{3941B8DD-44C0-4984-B2B1-5E7086316BFB}" dt="2023-02-05T04:36:18.950" v="3846" actId="478"/>
          <ac:spMkLst>
            <pc:docMk/>
            <pc:sldMk cId="355833865" sldId="718"/>
            <ac:spMk id="4" creationId="{F17E6C5C-78CB-9643-6745-08CC806A1707}"/>
          </ac:spMkLst>
        </pc:spChg>
        <pc:spChg chg="add mod">
          <ac:chgData name="Chittaranjan Hens" userId="6fc03958433e8a43" providerId="LiveId" clId="{3941B8DD-44C0-4984-B2B1-5E7086316BFB}" dt="2023-02-05T04:36:20.128" v="3847"/>
          <ac:spMkLst>
            <pc:docMk/>
            <pc:sldMk cId="355833865" sldId="718"/>
            <ac:spMk id="5" creationId="{674D4ECF-7904-FD70-9AC3-226D19FEE37E}"/>
          </ac:spMkLst>
        </pc:spChg>
        <pc:spChg chg="mod">
          <ac:chgData name="Chittaranjan Hens" userId="6fc03958433e8a43" providerId="LiveId" clId="{3941B8DD-44C0-4984-B2B1-5E7086316BFB}" dt="2023-02-05T03:57:02.891" v="3730" actId="1076"/>
          <ac:spMkLst>
            <pc:docMk/>
            <pc:sldMk cId="355833865" sldId="718"/>
            <ac:spMk id="52226" creationId="{291A7F2A-11B0-42B5-BD2B-0A65D0EA2C79}"/>
          </ac:spMkLst>
        </pc:spChg>
        <pc:spChg chg="mod">
          <ac:chgData name="Chittaranjan Hens" userId="6fc03958433e8a43" providerId="LiveId" clId="{3941B8DD-44C0-4984-B2B1-5E7086316BFB}" dt="2023-02-05T03:57:07.551" v="3731" actId="1076"/>
          <ac:spMkLst>
            <pc:docMk/>
            <pc:sldMk cId="355833865" sldId="718"/>
            <ac:spMk id="52227" creationId="{A523149E-6D00-4A97-B757-2DD01EDABE68}"/>
          </ac:spMkLst>
        </pc:spChg>
        <pc:spChg chg="del mod">
          <ac:chgData name="Chittaranjan Hens" userId="6fc03958433e8a43" providerId="LiveId" clId="{3941B8DD-44C0-4984-B2B1-5E7086316BFB}" dt="2023-02-05T04:36:18.950" v="3846" actId="478"/>
          <ac:spMkLst>
            <pc:docMk/>
            <pc:sldMk cId="355833865" sldId="718"/>
            <ac:spMk id="52228" creationId="{4E8BB43B-1112-4448-A7F7-B26E2F7D33D0}"/>
          </ac:spMkLst>
        </pc:spChg>
        <pc:picChg chg="add mod ord">
          <ac:chgData name="Chittaranjan Hens" userId="6fc03958433e8a43" providerId="LiveId" clId="{3941B8DD-44C0-4984-B2B1-5E7086316BFB}" dt="2023-02-05T03:56:40.060" v="3727" actId="167"/>
          <ac:picMkLst>
            <pc:docMk/>
            <pc:sldMk cId="355833865" sldId="718"/>
            <ac:picMk id="2" creationId="{D317EB69-5218-0394-3DB4-C3F93A1D09C5}"/>
          </ac:picMkLst>
        </pc:picChg>
      </pc:sldChg>
      <pc:sldChg chg="addSp modSp add mod">
        <pc:chgData name="Chittaranjan Hens" userId="6fc03958433e8a43" providerId="LiveId" clId="{3941B8DD-44C0-4984-B2B1-5E7086316BFB}" dt="2023-02-05T04:35:54.943" v="3841" actId="167"/>
        <pc:sldMkLst>
          <pc:docMk/>
          <pc:sldMk cId="0" sldId="719"/>
        </pc:sldMkLst>
        <pc:picChg chg="add mod ord">
          <ac:chgData name="Chittaranjan Hens" userId="6fc03958433e8a43" providerId="LiveId" clId="{3941B8DD-44C0-4984-B2B1-5E7086316BFB}" dt="2023-02-05T04:35:54.943" v="3841" actId="167"/>
          <ac:picMkLst>
            <pc:docMk/>
            <pc:sldMk cId="0" sldId="719"/>
            <ac:picMk id="2" creationId="{68CB660A-5850-4A4B-33C5-A269463E7129}"/>
          </ac:picMkLst>
        </pc:picChg>
      </pc:sldChg>
    </pc:docChg>
  </pc:docChgLst>
  <pc:docChgLst>
    <pc:chgData name="Chittaranjan Hens" userId="6fc03958433e8a43" providerId="LiveId" clId="{309794F8-99CF-4983-9CCF-D5B7BCCE1DF4}"/>
    <pc:docChg chg="undo redo custSel addSld delSld modSld sldOrd">
      <pc:chgData name="Chittaranjan Hens" userId="6fc03958433e8a43" providerId="LiveId" clId="{309794F8-99CF-4983-9CCF-D5B7BCCE1DF4}" dt="2023-01-26T04:06:35.940" v="3628" actId="114"/>
      <pc:docMkLst>
        <pc:docMk/>
      </pc:docMkLst>
      <pc:sldChg chg="delSp modSp del mod">
        <pc:chgData name="Chittaranjan Hens" userId="6fc03958433e8a43" providerId="LiveId" clId="{309794F8-99CF-4983-9CCF-D5B7BCCE1DF4}" dt="2023-01-21T10:20:50.459" v="627" actId="47"/>
        <pc:sldMkLst>
          <pc:docMk/>
          <pc:sldMk cId="1102281606" sldId="264"/>
        </pc:sldMkLst>
        <pc:spChg chg="del mod topLvl">
          <ac:chgData name="Chittaranjan Hens" userId="6fc03958433e8a43" providerId="LiveId" clId="{309794F8-99CF-4983-9CCF-D5B7BCCE1DF4}" dt="2023-01-21T10:20:42.083" v="624" actId="478"/>
          <ac:spMkLst>
            <pc:docMk/>
            <pc:sldMk cId="1102281606" sldId="264"/>
            <ac:spMk id="27" creationId="{672DC67C-7211-3BCA-2C29-FFE14165ABFE}"/>
          </ac:spMkLst>
        </pc:spChg>
        <pc:grpChg chg="del">
          <ac:chgData name="Chittaranjan Hens" userId="6fc03958433e8a43" providerId="LiveId" clId="{309794F8-99CF-4983-9CCF-D5B7BCCE1DF4}" dt="2023-01-21T10:20:42.083" v="624" actId="478"/>
          <ac:grpSpMkLst>
            <pc:docMk/>
            <pc:sldMk cId="1102281606" sldId="264"/>
            <ac:grpSpMk id="3" creationId="{9964B5EF-F0CE-1470-AAFA-A228DB86B539}"/>
          </ac:grpSpMkLst>
        </pc:grpChg>
        <pc:picChg chg="del topLvl">
          <ac:chgData name="Chittaranjan Hens" userId="6fc03958433e8a43" providerId="LiveId" clId="{309794F8-99CF-4983-9CCF-D5B7BCCE1DF4}" dt="2023-01-21T10:20:44.603" v="625" actId="478"/>
          <ac:picMkLst>
            <pc:docMk/>
            <pc:sldMk cId="1102281606" sldId="264"/>
            <ac:picMk id="1026" creationId="{86A745DC-385A-8FE0-9933-7E7F025594A6}"/>
          </ac:picMkLst>
        </pc:picChg>
      </pc:sldChg>
      <pc:sldChg chg="del">
        <pc:chgData name="Chittaranjan Hens" userId="6fc03958433e8a43" providerId="LiveId" clId="{309794F8-99CF-4983-9CCF-D5B7BCCE1DF4}" dt="2023-01-21T09:20:47.830" v="0" actId="47"/>
        <pc:sldMkLst>
          <pc:docMk/>
          <pc:sldMk cId="2422123107" sldId="270"/>
        </pc:sldMkLst>
      </pc:sldChg>
      <pc:sldChg chg="addSp delSp modSp add mod">
        <pc:chgData name="Chittaranjan Hens" userId="6fc03958433e8a43" providerId="LiveId" clId="{309794F8-99CF-4983-9CCF-D5B7BCCE1DF4}" dt="2023-01-23T18:30:04.091" v="1933" actId="20577"/>
        <pc:sldMkLst>
          <pc:docMk/>
          <pc:sldMk cId="2551970589" sldId="271"/>
        </pc:sldMkLst>
        <pc:spChg chg="mod">
          <ac:chgData name="Chittaranjan Hens" userId="6fc03958433e8a43" providerId="LiveId" clId="{309794F8-99CF-4983-9CCF-D5B7BCCE1DF4}" dt="2023-01-23T18:30:04.091" v="1933" actId="20577"/>
          <ac:spMkLst>
            <pc:docMk/>
            <pc:sldMk cId="2551970589" sldId="271"/>
            <ac:spMk id="2" creationId="{DC222BA3-A2CE-2597-05A4-700543D69720}"/>
          </ac:spMkLst>
        </pc:spChg>
        <pc:picChg chg="mod">
          <ac:chgData name="Chittaranjan Hens" userId="6fc03958433e8a43" providerId="LiveId" clId="{309794F8-99CF-4983-9CCF-D5B7BCCE1DF4}" dt="2023-01-21T15:38:03.413" v="985" actId="1036"/>
          <ac:picMkLst>
            <pc:docMk/>
            <pc:sldMk cId="2551970589" sldId="271"/>
            <ac:picMk id="4" creationId="{A77CDD2A-AFD3-0864-6D67-957A858D6745}"/>
          </ac:picMkLst>
        </pc:picChg>
        <pc:picChg chg="add del">
          <ac:chgData name="Chittaranjan Hens" userId="6fc03958433e8a43" providerId="LiveId" clId="{309794F8-99CF-4983-9CCF-D5B7BCCE1DF4}" dt="2023-01-21T19:10:21.174" v="1240"/>
          <ac:picMkLst>
            <pc:docMk/>
            <pc:sldMk cId="2551970589" sldId="271"/>
            <ac:picMk id="7170" creationId="{FA7CBE42-C055-0839-3125-DE3AE21D862E}"/>
          </ac:picMkLst>
        </pc:picChg>
      </pc:sldChg>
      <pc:sldChg chg="del">
        <pc:chgData name="Chittaranjan Hens" userId="6fc03958433e8a43" providerId="LiveId" clId="{309794F8-99CF-4983-9CCF-D5B7BCCE1DF4}" dt="2023-01-21T09:20:56.962" v="1" actId="47"/>
        <pc:sldMkLst>
          <pc:docMk/>
          <pc:sldMk cId="2777468674" sldId="274"/>
        </pc:sldMkLst>
      </pc:sldChg>
      <pc:sldChg chg="ord">
        <pc:chgData name="Chittaranjan Hens" userId="6fc03958433e8a43" providerId="LiveId" clId="{309794F8-99CF-4983-9CCF-D5B7BCCE1DF4}" dt="2023-01-21T11:07:45.315" v="691"/>
        <pc:sldMkLst>
          <pc:docMk/>
          <pc:sldMk cId="912596222" sldId="278"/>
        </pc:sldMkLst>
      </pc:sldChg>
      <pc:sldChg chg="delSp modSp add mod ord">
        <pc:chgData name="Chittaranjan Hens" userId="6fc03958433e8a43" providerId="LiveId" clId="{309794F8-99CF-4983-9CCF-D5B7BCCE1DF4}" dt="2023-01-21T11:08:04.277" v="697" actId="478"/>
        <pc:sldMkLst>
          <pc:docMk/>
          <pc:sldMk cId="2492080926" sldId="280"/>
        </pc:sldMkLst>
        <pc:spChg chg="del mod">
          <ac:chgData name="Chittaranjan Hens" userId="6fc03958433e8a43" providerId="LiveId" clId="{309794F8-99CF-4983-9CCF-D5B7BCCE1DF4}" dt="2023-01-21T11:08:04.277" v="697" actId="478"/>
          <ac:spMkLst>
            <pc:docMk/>
            <pc:sldMk cId="2492080926" sldId="280"/>
            <ac:spMk id="27" creationId="{672DC67C-7211-3BCA-2C29-FFE14165ABFE}"/>
          </ac:spMkLst>
        </pc:spChg>
      </pc:sldChg>
      <pc:sldChg chg="addSp delSp modSp add mod modAnim">
        <pc:chgData name="Chittaranjan Hens" userId="6fc03958433e8a43" providerId="LiveId" clId="{309794F8-99CF-4983-9CCF-D5B7BCCE1DF4}" dt="2023-01-25T09:45:58.586" v="3604" actId="14100"/>
        <pc:sldMkLst>
          <pc:docMk/>
          <pc:sldMk cId="4118174380" sldId="281"/>
        </pc:sldMkLst>
        <pc:spChg chg="add mod">
          <ac:chgData name="Chittaranjan Hens" userId="6fc03958433e8a43" providerId="LiveId" clId="{309794F8-99CF-4983-9CCF-D5B7BCCE1DF4}" dt="2023-01-25T04:57:06.942" v="2796"/>
          <ac:spMkLst>
            <pc:docMk/>
            <pc:sldMk cId="4118174380" sldId="281"/>
            <ac:spMk id="4" creationId="{E376CAE2-2CE4-7A54-6578-CF3CDEF9E367}"/>
          </ac:spMkLst>
        </pc:spChg>
        <pc:spChg chg="mod">
          <ac:chgData name="Chittaranjan Hens" userId="6fc03958433e8a43" providerId="LiveId" clId="{309794F8-99CF-4983-9CCF-D5B7BCCE1DF4}" dt="2023-01-24T20:45:03.427" v="2778" actId="207"/>
          <ac:spMkLst>
            <pc:docMk/>
            <pc:sldMk cId="4118174380" sldId="281"/>
            <ac:spMk id="5" creationId="{00000000-0000-0000-0000-000000000000}"/>
          </ac:spMkLst>
        </pc:spChg>
        <pc:spChg chg="add mod">
          <ac:chgData name="Chittaranjan Hens" userId="6fc03958433e8a43" providerId="LiveId" clId="{309794F8-99CF-4983-9CCF-D5B7BCCE1DF4}" dt="2023-01-25T09:43:06.197" v="3421"/>
          <ac:spMkLst>
            <pc:docMk/>
            <pc:sldMk cId="4118174380" sldId="281"/>
            <ac:spMk id="6" creationId="{91BBC12C-E4B4-3AD4-851B-A7926F11B598}"/>
          </ac:spMkLst>
        </pc:spChg>
        <pc:spChg chg="add mod">
          <ac:chgData name="Chittaranjan Hens" userId="6fc03958433e8a43" providerId="LiveId" clId="{309794F8-99CF-4983-9CCF-D5B7BCCE1DF4}" dt="2023-01-25T09:45:56.949" v="3603" actId="14100"/>
          <ac:spMkLst>
            <pc:docMk/>
            <pc:sldMk cId="4118174380" sldId="281"/>
            <ac:spMk id="7" creationId="{6914705F-5DAA-074E-F1F8-BBCCA9869E73}"/>
          </ac:spMkLst>
        </pc:spChg>
        <pc:spChg chg="del">
          <ac:chgData name="Chittaranjan Hens" userId="6fc03958433e8a43" providerId="LiveId" clId="{309794F8-99CF-4983-9CCF-D5B7BCCE1DF4}" dt="2023-01-25T04:57:06.029" v="2795" actId="478"/>
          <ac:spMkLst>
            <pc:docMk/>
            <pc:sldMk cId="4118174380" sldId="281"/>
            <ac:spMk id="15" creationId="{00000000-0000-0000-0000-000000000000}"/>
          </ac:spMkLst>
        </pc:spChg>
        <pc:spChg chg="mod">
          <ac:chgData name="Chittaranjan Hens" userId="6fc03958433e8a43" providerId="LiveId" clId="{309794F8-99CF-4983-9CCF-D5B7BCCE1DF4}" dt="2023-01-24T20:45:03.427" v="2778" actId="207"/>
          <ac:spMkLst>
            <pc:docMk/>
            <pc:sldMk cId="4118174380" sldId="281"/>
            <ac:spMk id="16" creationId="{00000000-0000-0000-0000-000000000000}"/>
          </ac:spMkLst>
        </pc:spChg>
        <pc:picChg chg="add mod ord">
          <ac:chgData name="Chittaranjan Hens" userId="6fc03958433e8a43" providerId="LiveId" clId="{309794F8-99CF-4983-9CCF-D5B7BCCE1DF4}" dt="2023-01-24T20:44:55.637" v="2777" actId="167"/>
          <ac:picMkLst>
            <pc:docMk/>
            <pc:sldMk cId="4118174380" sldId="281"/>
            <ac:picMk id="2" creationId="{1F52086F-5926-4073-55EB-04D733E0C16C}"/>
          </ac:picMkLst>
        </pc:picChg>
        <pc:picChg chg="mod">
          <ac:chgData name="Chittaranjan Hens" userId="6fc03958433e8a43" providerId="LiveId" clId="{309794F8-99CF-4983-9CCF-D5B7BCCE1DF4}" dt="2023-01-25T09:45:58.586" v="3604" actId="14100"/>
          <ac:picMkLst>
            <pc:docMk/>
            <pc:sldMk cId="4118174380" sldId="281"/>
            <ac:picMk id="8195" creationId="{00000000-0000-0000-0000-000000000000}"/>
          </ac:picMkLst>
        </pc:picChg>
      </pc:sldChg>
      <pc:sldChg chg="delSp modSp add del mod delAnim">
        <pc:chgData name="Chittaranjan Hens" userId="6fc03958433e8a43" providerId="LiveId" clId="{309794F8-99CF-4983-9CCF-D5B7BCCE1DF4}" dt="2023-01-23T05:02:45.111" v="1736" actId="47"/>
        <pc:sldMkLst>
          <pc:docMk/>
          <pc:sldMk cId="1568558789" sldId="282"/>
        </pc:sldMkLst>
        <pc:spChg chg="del">
          <ac:chgData name="Chittaranjan Hens" userId="6fc03958433e8a43" providerId="LiveId" clId="{309794F8-99CF-4983-9CCF-D5B7BCCE1DF4}" dt="2023-01-21T11:17:21.311" v="858" actId="478"/>
          <ac:spMkLst>
            <pc:docMk/>
            <pc:sldMk cId="1568558789" sldId="282"/>
            <ac:spMk id="8" creationId="{8FEFE027-CC44-EA6C-B79E-3DBB4E0247AF}"/>
          </ac:spMkLst>
        </pc:spChg>
        <pc:picChg chg="del mod">
          <ac:chgData name="Chittaranjan Hens" userId="6fc03958433e8a43" providerId="LiveId" clId="{309794F8-99CF-4983-9CCF-D5B7BCCE1DF4}" dt="2023-01-21T11:17:16.028" v="856" actId="478"/>
          <ac:picMkLst>
            <pc:docMk/>
            <pc:sldMk cId="1568558789" sldId="282"/>
            <ac:picMk id="11" creationId="{A0C8710E-C896-E74D-9482-4C88BC473CBB}"/>
          </ac:picMkLst>
        </pc:picChg>
        <pc:picChg chg="del">
          <ac:chgData name="Chittaranjan Hens" userId="6fc03958433e8a43" providerId="LiveId" clId="{309794F8-99CF-4983-9CCF-D5B7BCCE1DF4}" dt="2023-01-21T11:17:17.704" v="857" actId="478"/>
          <ac:picMkLst>
            <pc:docMk/>
            <pc:sldMk cId="1568558789" sldId="282"/>
            <ac:picMk id="18" creationId="{B99A380F-5A51-F5A2-7D9D-456A21A7F5B9}"/>
          </ac:picMkLst>
        </pc:picChg>
      </pc:sldChg>
      <pc:sldChg chg="del">
        <pc:chgData name="Chittaranjan Hens" userId="6fc03958433e8a43" providerId="LiveId" clId="{309794F8-99CF-4983-9CCF-D5B7BCCE1DF4}" dt="2023-01-21T09:20:57.515" v="2" actId="47"/>
        <pc:sldMkLst>
          <pc:docMk/>
          <pc:sldMk cId="2135909111" sldId="284"/>
        </pc:sldMkLst>
      </pc:sldChg>
      <pc:sldChg chg="addSp modSp add mod modAnim">
        <pc:chgData name="Chittaranjan Hens" userId="6fc03958433e8a43" providerId="LiveId" clId="{309794F8-99CF-4983-9CCF-D5B7BCCE1DF4}" dt="2023-01-23T04:24:15.468" v="1459" actId="13822"/>
        <pc:sldMkLst>
          <pc:docMk/>
          <pc:sldMk cId="1363051830" sldId="347"/>
        </pc:sldMkLst>
        <pc:spChg chg="mod">
          <ac:chgData name="Chittaranjan Hens" userId="6fc03958433e8a43" providerId="LiveId" clId="{309794F8-99CF-4983-9CCF-D5B7BCCE1DF4}" dt="2023-01-21T11:25:17.430" v="925" actId="113"/>
          <ac:spMkLst>
            <pc:docMk/>
            <pc:sldMk cId="1363051830" sldId="347"/>
            <ac:spMk id="4" creationId="{CAD1F2BC-EC35-3E46-B979-EB8F286B872C}"/>
          </ac:spMkLst>
        </pc:spChg>
        <pc:spChg chg="mod">
          <ac:chgData name="Chittaranjan Hens" userId="6fc03958433e8a43" providerId="LiveId" clId="{309794F8-99CF-4983-9CCF-D5B7BCCE1DF4}" dt="2023-01-23T04:24:15.468" v="1459" actId="13822"/>
          <ac:spMkLst>
            <pc:docMk/>
            <pc:sldMk cId="1363051830" sldId="347"/>
            <ac:spMk id="6" creationId="{99D911F9-D83E-CA49-9406-EE8EFABF9ECF}"/>
          </ac:spMkLst>
        </pc:spChg>
        <pc:spChg chg="mod">
          <ac:chgData name="Chittaranjan Hens" userId="6fc03958433e8a43" providerId="LiveId" clId="{309794F8-99CF-4983-9CCF-D5B7BCCE1DF4}" dt="2023-01-23T04:24:15.468" v="1459" actId="13822"/>
          <ac:spMkLst>
            <pc:docMk/>
            <pc:sldMk cId="1363051830" sldId="347"/>
            <ac:spMk id="18" creationId="{47B808BC-5209-D941-967A-87FA2BA3F3BE}"/>
          </ac:spMkLst>
        </pc:spChg>
        <pc:spChg chg="mod">
          <ac:chgData name="Chittaranjan Hens" userId="6fc03958433e8a43" providerId="LiveId" clId="{309794F8-99CF-4983-9CCF-D5B7BCCE1DF4}" dt="2023-01-21T11:24:21.322" v="920" actId="207"/>
          <ac:spMkLst>
            <pc:docMk/>
            <pc:sldMk cId="1363051830" sldId="347"/>
            <ac:spMk id="63" creationId="{EDDCA082-41F4-174D-8BC0-11BF6CB82C97}"/>
          </ac:spMkLst>
        </pc:spChg>
        <pc:spChg chg="mod">
          <ac:chgData name="Chittaranjan Hens" userId="6fc03958433e8a43" providerId="LiveId" clId="{309794F8-99CF-4983-9CCF-D5B7BCCE1DF4}" dt="2023-01-21T11:24:21.322" v="920" actId="207"/>
          <ac:spMkLst>
            <pc:docMk/>
            <pc:sldMk cId="1363051830" sldId="347"/>
            <ac:spMk id="64" creationId="{D1151E0D-A344-864E-9771-31620D26B791}"/>
          </ac:spMkLst>
        </pc:spChg>
        <pc:spChg chg="mod">
          <ac:chgData name="Chittaranjan Hens" userId="6fc03958433e8a43" providerId="LiveId" clId="{309794F8-99CF-4983-9CCF-D5B7BCCE1DF4}" dt="2023-01-21T11:24:21.322" v="920" actId="207"/>
          <ac:spMkLst>
            <pc:docMk/>
            <pc:sldMk cId="1363051830" sldId="347"/>
            <ac:spMk id="70" creationId="{FF7D630D-BD0A-D946-8F10-44B0B276E0C0}"/>
          </ac:spMkLst>
        </pc:spChg>
        <pc:spChg chg="mod">
          <ac:chgData name="Chittaranjan Hens" userId="6fc03958433e8a43" providerId="LiveId" clId="{309794F8-99CF-4983-9CCF-D5B7BCCE1DF4}" dt="2023-01-21T11:24:21.322" v="920" actId="207"/>
          <ac:spMkLst>
            <pc:docMk/>
            <pc:sldMk cId="1363051830" sldId="347"/>
            <ac:spMk id="71" creationId="{84AF55F1-C067-3F47-AAA8-CE5C62A43D12}"/>
          </ac:spMkLst>
        </pc:spChg>
        <pc:spChg chg="mod">
          <ac:chgData name="Chittaranjan Hens" userId="6fc03958433e8a43" providerId="LiveId" clId="{309794F8-99CF-4983-9CCF-D5B7BCCE1DF4}" dt="2023-01-21T11:24:21.322" v="920" actId="207"/>
          <ac:spMkLst>
            <pc:docMk/>
            <pc:sldMk cId="1363051830" sldId="347"/>
            <ac:spMk id="74" creationId="{54DEA27D-5CF2-FC46-AA1F-F8A5C04BBCD0}"/>
          </ac:spMkLst>
        </pc:spChg>
        <pc:spChg chg="mod">
          <ac:chgData name="Chittaranjan Hens" userId="6fc03958433e8a43" providerId="LiveId" clId="{309794F8-99CF-4983-9CCF-D5B7BCCE1DF4}" dt="2023-01-21T11:24:21.322" v="920" actId="207"/>
          <ac:spMkLst>
            <pc:docMk/>
            <pc:sldMk cId="1363051830" sldId="347"/>
            <ac:spMk id="76" creationId="{60B38119-C37E-E14C-A3F0-198DD53CD359}"/>
          </ac:spMkLst>
        </pc:spChg>
        <pc:spChg chg="mod">
          <ac:chgData name="Chittaranjan Hens" userId="6fc03958433e8a43" providerId="LiveId" clId="{309794F8-99CF-4983-9CCF-D5B7BCCE1DF4}" dt="2023-01-23T04:24:15.468" v="1459" actId="13822"/>
          <ac:spMkLst>
            <pc:docMk/>
            <pc:sldMk cId="1363051830" sldId="347"/>
            <ac:spMk id="94" creationId="{0685671C-5F67-654A-83F1-43BA3FA4C559}"/>
          </ac:spMkLst>
        </pc:spChg>
        <pc:spChg chg="mod">
          <ac:chgData name="Chittaranjan Hens" userId="6fc03958433e8a43" providerId="LiveId" clId="{309794F8-99CF-4983-9CCF-D5B7BCCE1DF4}" dt="2023-01-23T04:24:15.468" v="1459" actId="13822"/>
          <ac:spMkLst>
            <pc:docMk/>
            <pc:sldMk cId="1363051830" sldId="347"/>
            <ac:spMk id="104" creationId="{687B2C31-D293-6244-A2A3-EFAB2256740B}"/>
          </ac:spMkLst>
        </pc:spChg>
        <pc:spChg chg="mod">
          <ac:chgData name="Chittaranjan Hens" userId="6fc03958433e8a43" providerId="LiveId" clId="{309794F8-99CF-4983-9CCF-D5B7BCCE1DF4}" dt="2023-01-23T04:24:15.468" v="1459" actId="13822"/>
          <ac:spMkLst>
            <pc:docMk/>
            <pc:sldMk cId="1363051830" sldId="347"/>
            <ac:spMk id="105" creationId="{51E86AFE-FDF8-854F-B62D-18446FC36065}"/>
          </ac:spMkLst>
        </pc:spChg>
        <pc:spChg chg="mod">
          <ac:chgData name="Chittaranjan Hens" userId="6fc03958433e8a43" providerId="LiveId" clId="{309794F8-99CF-4983-9CCF-D5B7BCCE1DF4}" dt="2023-01-23T04:24:15.468" v="1459" actId="13822"/>
          <ac:spMkLst>
            <pc:docMk/>
            <pc:sldMk cId="1363051830" sldId="347"/>
            <ac:spMk id="128" creationId="{6D2B8023-31E3-3A41-B2CB-972E444D7494}"/>
          </ac:spMkLst>
        </pc:spChg>
        <pc:spChg chg="mod">
          <ac:chgData name="Chittaranjan Hens" userId="6fc03958433e8a43" providerId="LiveId" clId="{309794F8-99CF-4983-9CCF-D5B7BCCE1DF4}" dt="2023-01-23T04:24:15.468" v="1459" actId="13822"/>
          <ac:spMkLst>
            <pc:docMk/>
            <pc:sldMk cId="1363051830" sldId="347"/>
            <ac:spMk id="148" creationId="{54818CD2-6A42-F144-A628-E2DDD0FEE272}"/>
          </ac:spMkLst>
        </pc:spChg>
        <pc:spChg chg="mod">
          <ac:chgData name="Chittaranjan Hens" userId="6fc03958433e8a43" providerId="LiveId" clId="{309794F8-99CF-4983-9CCF-D5B7BCCE1DF4}" dt="2023-01-21T11:24:21.322" v="920" actId="207"/>
          <ac:spMkLst>
            <pc:docMk/>
            <pc:sldMk cId="1363051830" sldId="347"/>
            <ac:spMk id="152" creationId="{879A2FA0-F108-8E45-8FEE-8E72C252E319}"/>
          </ac:spMkLst>
        </pc:spChg>
        <pc:spChg chg="mod">
          <ac:chgData name="Chittaranjan Hens" userId="6fc03958433e8a43" providerId="LiveId" clId="{309794F8-99CF-4983-9CCF-D5B7BCCE1DF4}" dt="2023-01-21T11:24:21.322" v="920" actId="207"/>
          <ac:spMkLst>
            <pc:docMk/>
            <pc:sldMk cId="1363051830" sldId="347"/>
            <ac:spMk id="171" creationId="{9C5482B4-52F0-5249-B1C6-86C9B28E0F25}"/>
          </ac:spMkLst>
        </pc:spChg>
        <pc:spChg chg="mod">
          <ac:chgData name="Chittaranjan Hens" userId="6fc03958433e8a43" providerId="LiveId" clId="{309794F8-99CF-4983-9CCF-D5B7BCCE1DF4}" dt="2023-01-21T11:24:21.322" v="920" actId="207"/>
          <ac:spMkLst>
            <pc:docMk/>
            <pc:sldMk cId="1363051830" sldId="347"/>
            <ac:spMk id="219" creationId="{B077325E-F712-BD46-BBA7-829B3FD066CB}"/>
          </ac:spMkLst>
        </pc:spChg>
        <pc:spChg chg="mod">
          <ac:chgData name="Chittaranjan Hens" userId="6fc03958433e8a43" providerId="LiveId" clId="{309794F8-99CF-4983-9CCF-D5B7BCCE1DF4}" dt="2023-01-23T04:24:15.468" v="1459" actId="13822"/>
          <ac:spMkLst>
            <pc:docMk/>
            <pc:sldMk cId="1363051830" sldId="347"/>
            <ac:spMk id="223" creationId="{2CB3B15B-3850-1E4A-8A94-45C001A138B9}"/>
          </ac:spMkLst>
        </pc:spChg>
        <pc:grpChg chg="mod">
          <ac:chgData name="Chittaranjan Hens" userId="6fc03958433e8a43" providerId="LiveId" clId="{309794F8-99CF-4983-9CCF-D5B7BCCE1DF4}" dt="2023-01-23T04:24:04.648" v="1457" actId="207"/>
          <ac:grpSpMkLst>
            <pc:docMk/>
            <pc:sldMk cId="1363051830" sldId="347"/>
            <ac:grpSpMk id="9" creationId="{E18FC7CB-F27E-7B4B-853C-0988D90041D8}"/>
          </ac:grpSpMkLst>
        </pc:grpChg>
        <pc:grpChg chg="mod">
          <ac:chgData name="Chittaranjan Hens" userId="6fc03958433e8a43" providerId="LiveId" clId="{309794F8-99CF-4983-9CCF-D5B7BCCE1DF4}" dt="2023-01-21T11:28:47.881" v="934" actId="1076"/>
          <ac:grpSpMkLst>
            <pc:docMk/>
            <pc:sldMk cId="1363051830" sldId="347"/>
            <ac:grpSpMk id="23" creationId="{7BBC1820-3FD6-4942-8A9F-9D0F42FB53D9}"/>
          </ac:grpSpMkLst>
        </pc:grpChg>
        <pc:grpChg chg="mod">
          <ac:chgData name="Chittaranjan Hens" userId="6fc03958433e8a43" providerId="LiveId" clId="{309794F8-99CF-4983-9CCF-D5B7BCCE1DF4}" dt="2023-01-21T11:24:21.322" v="920" actId="207"/>
          <ac:grpSpMkLst>
            <pc:docMk/>
            <pc:sldMk cId="1363051830" sldId="347"/>
            <ac:grpSpMk id="34" creationId="{5EC1D50E-1A45-954B-B9A9-B58C60D02D27}"/>
          </ac:grpSpMkLst>
        </pc:grpChg>
        <pc:grpChg chg="mod">
          <ac:chgData name="Chittaranjan Hens" userId="6fc03958433e8a43" providerId="LiveId" clId="{309794F8-99CF-4983-9CCF-D5B7BCCE1DF4}" dt="2023-01-21T11:24:21.322" v="920" actId="207"/>
          <ac:grpSpMkLst>
            <pc:docMk/>
            <pc:sldMk cId="1363051830" sldId="347"/>
            <ac:grpSpMk id="65" creationId="{7917F9DF-4376-454D-A6DC-8D2CD5FB3C07}"/>
          </ac:grpSpMkLst>
        </pc:grpChg>
        <pc:picChg chg="add mod ord">
          <ac:chgData name="Chittaranjan Hens" userId="6fc03958433e8a43" providerId="LiveId" clId="{309794F8-99CF-4983-9CCF-D5B7BCCE1DF4}" dt="2023-01-23T04:23:57.084" v="1456" actId="1076"/>
          <ac:picMkLst>
            <pc:docMk/>
            <pc:sldMk cId="1363051830" sldId="347"/>
            <ac:picMk id="3" creationId="{D4C8FB53-24D5-6129-80B2-D1221E121F0B}"/>
          </ac:picMkLst>
        </pc:picChg>
        <pc:cxnChg chg="mod">
          <ac:chgData name="Chittaranjan Hens" userId="6fc03958433e8a43" providerId="LiveId" clId="{309794F8-99CF-4983-9CCF-D5B7BCCE1DF4}" dt="2023-01-21T11:24:21.322" v="920" actId="207"/>
          <ac:cxnSpMkLst>
            <pc:docMk/>
            <pc:sldMk cId="1363051830" sldId="347"/>
            <ac:cxnSpMk id="66" creationId="{5172F664-DF4D-524B-A123-C6EE582CBFAA}"/>
          </ac:cxnSpMkLst>
        </pc:cxnChg>
        <pc:cxnChg chg="mod">
          <ac:chgData name="Chittaranjan Hens" userId="6fc03958433e8a43" providerId="LiveId" clId="{309794F8-99CF-4983-9CCF-D5B7BCCE1DF4}" dt="2023-01-21T11:24:21.322" v="920" actId="207"/>
          <ac:cxnSpMkLst>
            <pc:docMk/>
            <pc:sldMk cId="1363051830" sldId="347"/>
            <ac:cxnSpMk id="67" creationId="{6F70E1E7-3B59-4544-9A1D-7462E2E8CB17}"/>
          </ac:cxnSpMkLst>
        </pc:cxnChg>
        <pc:cxnChg chg="mod">
          <ac:chgData name="Chittaranjan Hens" userId="6fc03958433e8a43" providerId="LiveId" clId="{309794F8-99CF-4983-9CCF-D5B7BCCE1DF4}" dt="2023-01-23T04:24:15.468" v="1459" actId="13822"/>
          <ac:cxnSpMkLst>
            <pc:docMk/>
            <pc:sldMk cId="1363051830" sldId="347"/>
            <ac:cxnSpMk id="96" creationId="{3CE4AA74-C08D-D941-8062-9D2428749675}"/>
          </ac:cxnSpMkLst>
        </pc:cxnChg>
        <pc:cxnChg chg="mod">
          <ac:chgData name="Chittaranjan Hens" userId="6fc03958433e8a43" providerId="LiveId" clId="{309794F8-99CF-4983-9CCF-D5B7BCCE1DF4}" dt="2023-01-23T04:24:15.468" v="1459" actId="13822"/>
          <ac:cxnSpMkLst>
            <pc:docMk/>
            <pc:sldMk cId="1363051830" sldId="347"/>
            <ac:cxnSpMk id="97" creationId="{61843BF7-E396-CB46-A410-6825C7220E52}"/>
          </ac:cxnSpMkLst>
        </pc:cxnChg>
      </pc:sldChg>
      <pc:sldChg chg="del">
        <pc:chgData name="Chittaranjan Hens" userId="6fc03958433e8a43" providerId="LiveId" clId="{309794F8-99CF-4983-9CCF-D5B7BCCE1DF4}" dt="2023-01-21T09:20:58.465" v="3" actId="47"/>
        <pc:sldMkLst>
          <pc:docMk/>
          <pc:sldMk cId="785561664" sldId="349"/>
        </pc:sldMkLst>
      </pc:sldChg>
      <pc:sldChg chg="del">
        <pc:chgData name="Chittaranjan Hens" userId="6fc03958433e8a43" providerId="LiveId" clId="{309794F8-99CF-4983-9CCF-D5B7BCCE1DF4}" dt="2023-01-21T09:20:59.252" v="4" actId="47"/>
        <pc:sldMkLst>
          <pc:docMk/>
          <pc:sldMk cId="4134741998" sldId="350"/>
        </pc:sldMkLst>
      </pc:sldChg>
      <pc:sldChg chg="del">
        <pc:chgData name="Chittaranjan Hens" userId="6fc03958433e8a43" providerId="LiveId" clId="{309794F8-99CF-4983-9CCF-D5B7BCCE1DF4}" dt="2023-01-21T09:20:59.629" v="5" actId="47"/>
        <pc:sldMkLst>
          <pc:docMk/>
          <pc:sldMk cId="1680325285" sldId="351"/>
        </pc:sldMkLst>
      </pc:sldChg>
      <pc:sldChg chg="del">
        <pc:chgData name="Chittaranjan Hens" userId="6fc03958433e8a43" providerId="LiveId" clId="{309794F8-99CF-4983-9CCF-D5B7BCCE1DF4}" dt="2023-01-21T09:20:59.945" v="6" actId="47"/>
        <pc:sldMkLst>
          <pc:docMk/>
          <pc:sldMk cId="1461595360" sldId="353"/>
        </pc:sldMkLst>
      </pc:sldChg>
      <pc:sldChg chg="del">
        <pc:chgData name="Chittaranjan Hens" userId="6fc03958433e8a43" providerId="LiveId" clId="{309794F8-99CF-4983-9CCF-D5B7BCCE1DF4}" dt="2023-01-21T09:21:00.479" v="8" actId="47"/>
        <pc:sldMkLst>
          <pc:docMk/>
          <pc:sldMk cId="4018644813" sldId="355"/>
        </pc:sldMkLst>
      </pc:sldChg>
      <pc:sldChg chg="del">
        <pc:chgData name="Chittaranjan Hens" userId="6fc03958433e8a43" providerId="LiveId" clId="{309794F8-99CF-4983-9CCF-D5B7BCCE1DF4}" dt="2023-01-21T09:21:00.205" v="7" actId="47"/>
        <pc:sldMkLst>
          <pc:docMk/>
          <pc:sldMk cId="3292365335" sldId="356"/>
        </pc:sldMkLst>
      </pc:sldChg>
      <pc:sldChg chg="del">
        <pc:chgData name="Chittaranjan Hens" userId="6fc03958433e8a43" providerId="LiveId" clId="{309794F8-99CF-4983-9CCF-D5B7BCCE1DF4}" dt="2023-01-21T09:21:00.681" v="9" actId="47"/>
        <pc:sldMkLst>
          <pc:docMk/>
          <pc:sldMk cId="4124511645" sldId="357"/>
        </pc:sldMkLst>
      </pc:sldChg>
      <pc:sldChg chg="del">
        <pc:chgData name="Chittaranjan Hens" userId="6fc03958433e8a43" providerId="LiveId" clId="{309794F8-99CF-4983-9CCF-D5B7BCCE1DF4}" dt="2023-01-21T09:21:00.842" v="10" actId="47"/>
        <pc:sldMkLst>
          <pc:docMk/>
          <pc:sldMk cId="556724120" sldId="358"/>
        </pc:sldMkLst>
      </pc:sldChg>
      <pc:sldChg chg="del">
        <pc:chgData name="Chittaranjan Hens" userId="6fc03958433e8a43" providerId="LiveId" clId="{309794F8-99CF-4983-9CCF-D5B7BCCE1DF4}" dt="2023-01-21T09:21:01.983" v="16" actId="47"/>
        <pc:sldMkLst>
          <pc:docMk/>
          <pc:sldMk cId="3315069420" sldId="359"/>
        </pc:sldMkLst>
      </pc:sldChg>
      <pc:sldChg chg="del">
        <pc:chgData name="Chittaranjan Hens" userId="6fc03958433e8a43" providerId="LiveId" clId="{309794F8-99CF-4983-9CCF-D5B7BCCE1DF4}" dt="2023-01-21T09:21:02.804" v="20" actId="47"/>
        <pc:sldMkLst>
          <pc:docMk/>
          <pc:sldMk cId="1358715392" sldId="361"/>
        </pc:sldMkLst>
      </pc:sldChg>
      <pc:sldChg chg="del">
        <pc:chgData name="Chittaranjan Hens" userId="6fc03958433e8a43" providerId="LiveId" clId="{309794F8-99CF-4983-9CCF-D5B7BCCE1DF4}" dt="2023-01-21T09:21:03.249" v="22" actId="47"/>
        <pc:sldMkLst>
          <pc:docMk/>
          <pc:sldMk cId="370908212" sldId="363"/>
        </pc:sldMkLst>
      </pc:sldChg>
      <pc:sldChg chg="del">
        <pc:chgData name="Chittaranjan Hens" userId="6fc03958433e8a43" providerId="LiveId" clId="{309794F8-99CF-4983-9CCF-D5B7BCCE1DF4}" dt="2023-01-21T09:21:03.458" v="23" actId="47"/>
        <pc:sldMkLst>
          <pc:docMk/>
          <pc:sldMk cId="331812590" sldId="364"/>
        </pc:sldMkLst>
      </pc:sldChg>
      <pc:sldChg chg="del">
        <pc:chgData name="Chittaranjan Hens" userId="6fc03958433e8a43" providerId="LiveId" clId="{309794F8-99CF-4983-9CCF-D5B7BCCE1DF4}" dt="2023-01-21T09:21:03.002" v="21" actId="47"/>
        <pc:sldMkLst>
          <pc:docMk/>
          <pc:sldMk cId="4076806446" sldId="365"/>
        </pc:sldMkLst>
      </pc:sldChg>
      <pc:sldChg chg="del">
        <pc:chgData name="Chittaranjan Hens" userId="6fc03958433e8a43" providerId="LiveId" clId="{309794F8-99CF-4983-9CCF-D5B7BCCE1DF4}" dt="2023-01-21T09:21:03.689" v="24" actId="47"/>
        <pc:sldMkLst>
          <pc:docMk/>
          <pc:sldMk cId="3595911580" sldId="366"/>
        </pc:sldMkLst>
      </pc:sldChg>
      <pc:sldChg chg="del">
        <pc:chgData name="Chittaranjan Hens" userId="6fc03958433e8a43" providerId="LiveId" clId="{309794F8-99CF-4983-9CCF-D5B7BCCE1DF4}" dt="2023-01-21T09:21:03.922" v="25" actId="47"/>
        <pc:sldMkLst>
          <pc:docMk/>
          <pc:sldMk cId="3237885623" sldId="367"/>
        </pc:sldMkLst>
      </pc:sldChg>
      <pc:sldChg chg="del">
        <pc:chgData name="Chittaranjan Hens" userId="6fc03958433e8a43" providerId="LiveId" clId="{309794F8-99CF-4983-9CCF-D5B7BCCE1DF4}" dt="2023-01-21T09:21:04.884" v="26" actId="47"/>
        <pc:sldMkLst>
          <pc:docMk/>
          <pc:sldMk cId="149599313" sldId="368"/>
        </pc:sldMkLst>
      </pc:sldChg>
      <pc:sldChg chg="del">
        <pc:chgData name="Chittaranjan Hens" userId="6fc03958433e8a43" providerId="LiveId" clId="{309794F8-99CF-4983-9CCF-D5B7BCCE1DF4}" dt="2023-01-21T09:21:05.124" v="27" actId="47"/>
        <pc:sldMkLst>
          <pc:docMk/>
          <pc:sldMk cId="777414581" sldId="369"/>
        </pc:sldMkLst>
      </pc:sldChg>
      <pc:sldChg chg="del">
        <pc:chgData name="Chittaranjan Hens" userId="6fc03958433e8a43" providerId="LiveId" clId="{309794F8-99CF-4983-9CCF-D5B7BCCE1DF4}" dt="2023-01-21T09:21:05.364" v="28" actId="47"/>
        <pc:sldMkLst>
          <pc:docMk/>
          <pc:sldMk cId="909825114" sldId="370"/>
        </pc:sldMkLst>
      </pc:sldChg>
      <pc:sldChg chg="del">
        <pc:chgData name="Chittaranjan Hens" userId="6fc03958433e8a43" providerId="LiveId" clId="{309794F8-99CF-4983-9CCF-D5B7BCCE1DF4}" dt="2023-01-21T09:21:05.891" v="29" actId="47"/>
        <pc:sldMkLst>
          <pc:docMk/>
          <pc:sldMk cId="2186899752" sldId="371"/>
        </pc:sldMkLst>
      </pc:sldChg>
      <pc:sldChg chg="del">
        <pc:chgData name="Chittaranjan Hens" userId="6fc03958433e8a43" providerId="LiveId" clId="{309794F8-99CF-4983-9CCF-D5B7BCCE1DF4}" dt="2023-01-21T09:21:06.439" v="30" actId="47"/>
        <pc:sldMkLst>
          <pc:docMk/>
          <pc:sldMk cId="1433234475" sldId="372"/>
        </pc:sldMkLst>
      </pc:sldChg>
      <pc:sldChg chg="del">
        <pc:chgData name="Chittaranjan Hens" userId="6fc03958433e8a43" providerId="LiveId" clId="{309794F8-99CF-4983-9CCF-D5B7BCCE1DF4}" dt="2023-01-21T09:21:07.121" v="31" actId="47"/>
        <pc:sldMkLst>
          <pc:docMk/>
          <pc:sldMk cId="1317176657" sldId="373"/>
        </pc:sldMkLst>
      </pc:sldChg>
      <pc:sldChg chg="del">
        <pc:chgData name="Chittaranjan Hens" userId="6fc03958433e8a43" providerId="LiveId" clId="{309794F8-99CF-4983-9CCF-D5B7BCCE1DF4}" dt="2023-01-21T09:21:02.161" v="17" actId="47"/>
        <pc:sldMkLst>
          <pc:docMk/>
          <pc:sldMk cId="2161230056" sldId="374"/>
        </pc:sldMkLst>
      </pc:sldChg>
      <pc:sldChg chg="del">
        <pc:chgData name="Chittaranjan Hens" userId="6fc03958433e8a43" providerId="LiveId" clId="{309794F8-99CF-4983-9CCF-D5B7BCCE1DF4}" dt="2023-01-21T09:21:02.387" v="18" actId="47"/>
        <pc:sldMkLst>
          <pc:docMk/>
          <pc:sldMk cId="3201525191" sldId="375"/>
        </pc:sldMkLst>
      </pc:sldChg>
      <pc:sldChg chg="del">
        <pc:chgData name="Chittaranjan Hens" userId="6fc03958433e8a43" providerId="LiveId" clId="{309794F8-99CF-4983-9CCF-D5B7BCCE1DF4}" dt="2023-01-21T09:21:02.579" v="19" actId="47"/>
        <pc:sldMkLst>
          <pc:docMk/>
          <pc:sldMk cId="1093387738" sldId="376"/>
        </pc:sldMkLst>
      </pc:sldChg>
      <pc:sldChg chg="del">
        <pc:chgData name="Chittaranjan Hens" userId="6fc03958433e8a43" providerId="LiveId" clId="{309794F8-99CF-4983-9CCF-D5B7BCCE1DF4}" dt="2023-01-21T09:21:00.957" v="11" actId="47"/>
        <pc:sldMkLst>
          <pc:docMk/>
          <pc:sldMk cId="3371463529" sldId="377"/>
        </pc:sldMkLst>
      </pc:sldChg>
      <pc:sldChg chg="del">
        <pc:chgData name="Chittaranjan Hens" userId="6fc03958433e8a43" providerId="LiveId" clId="{309794F8-99CF-4983-9CCF-D5B7BCCE1DF4}" dt="2023-01-21T09:21:01.182" v="12" actId="47"/>
        <pc:sldMkLst>
          <pc:docMk/>
          <pc:sldMk cId="2345985401" sldId="378"/>
        </pc:sldMkLst>
      </pc:sldChg>
      <pc:sldChg chg="del">
        <pc:chgData name="Chittaranjan Hens" userId="6fc03958433e8a43" providerId="LiveId" clId="{309794F8-99CF-4983-9CCF-D5B7BCCE1DF4}" dt="2023-01-21T09:21:01.377" v="13" actId="47"/>
        <pc:sldMkLst>
          <pc:docMk/>
          <pc:sldMk cId="3437359795" sldId="379"/>
        </pc:sldMkLst>
      </pc:sldChg>
      <pc:sldChg chg="del">
        <pc:chgData name="Chittaranjan Hens" userId="6fc03958433e8a43" providerId="LiveId" clId="{309794F8-99CF-4983-9CCF-D5B7BCCE1DF4}" dt="2023-01-21T09:21:01.579" v="14" actId="47"/>
        <pc:sldMkLst>
          <pc:docMk/>
          <pc:sldMk cId="4258649537" sldId="381"/>
        </pc:sldMkLst>
      </pc:sldChg>
      <pc:sldChg chg="del">
        <pc:chgData name="Chittaranjan Hens" userId="6fc03958433e8a43" providerId="LiveId" clId="{309794F8-99CF-4983-9CCF-D5B7BCCE1DF4}" dt="2023-01-21T09:21:01.730" v="15" actId="47"/>
        <pc:sldMkLst>
          <pc:docMk/>
          <pc:sldMk cId="1411089668" sldId="382"/>
        </pc:sldMkLst>
      </pc:sldChg>
      <pc:sldChg chg="del">
        <pc:chgData name="Chittaranjan Hens" userId="6fc03958433e8a43" providerId="LiveId" clId="{309794F8-99CF-4983-9CCF-D5B7BCCE1DF4}" dt="2023-01-21T09:21:07.627" v="32" actId="47"/>
        <pc:sldMkLst>
          <pc:docMk/>
          <pc:sldMk cId="3027114888" sldId="383"/>
        </pc:sldMkLst>
      </pc:sldChg>
      <pc:sldChg chg="del">
        <pc:chgData name="Chittaranjan Hens" userId="6fc03958433e8a43" providerId="LiveId" clId="{309794F8-99CF-4983-9CCF-D5B7BCCE1DF4}" dt="2023-01-21T09:21:08.169" v="33" actId="47"/>
        <pc:sldMkLst>
          <pc:docMk/>
          <pc:sldMk cId="828855938" sldId="384"/>
        </pc:sldMkLst>
      </pc:sldChg>
      <pc:sldChg chg="addSp delSp modSp add mod modTransition modAnim">
        <pc:chgData name="Chittaranjan Hens" userId="6fc03958433e8a43" providerId="LiveId" clId="{309794F8-99CF-4983-9CCF-D5B7BCCE1DF4}" dt="2023-01-24T05:15:19.273" v="1988" actId="1076"/>
        <pc:sldMkLst>
          <pc:docMk/>
          <pc:sldMk cId="0" sldId="385"/>
        </pc:sldMkLst>
        <pc:spChg chg="add mod">
          <ac:chgData name="Chittaranjan Hens" userId="6fc03958433e8a43" providerId="LiveId" clId="{309794F8-99CF-4983-9CCF-D5B7BCCE1DF4}" dt="2023-01-24T05:15:19.273" v="1988" actId="1076"/>
          <ac:spMkLst>
            <pc:docMk/>
            <pc:sldMk cId="0" sldId="385"/>
            <ac:spMk id="2" creationId="{0AF504DE-B735-382A-D031-3993EDAD2EE8}"/>
          </ac:spMkLst>
        </pc:spChg>
        <pc:spChg chg="add del mod">
          <ac:chgData name="Chittaranjan Hens" userId="6fc03958433e8a43" providerId="LiveId" clId="{309794F8-99CF-4983-9CCF-D5B7BCCE1DF4}" dt="2023-01-21T09:24:38.566" v="75" actId="478"/>
          <ac:spMkLst>
            <pc:docMk/>
            <pc:sldMk cId="0" sldId="385"/>
            <ac:spMk id="3" creationId="{D82B51AB-ACB7-9CFC-3212-41980D5E46DC}"/>
          </ac:spMkLst>
        </pc:spChg>
        <pc:spChg chg="add mod">
          <ac:chgData name="Chittaranjan Hens" userId="6fc03958433e8a43" providerId="LiveId" clId="{309794F8-99CF-4983-9CCF-D5B7BCCE1DF4}" dt="2023-01-21T11:30:58.648" v="954" actId="113"/>
          <ac:spMkLst>
            <pc:docMk/>
            <pc:sldMk cId="0" sldId="385"/>
            <ac:spMk id="4" creationId="{3DFDE5F4-8FB8-CD50-5D8D-FC844A26777B}"/>
          </ac:spMkLst>
        </pc:spChg>
        <pc:spChg chg="del">
          <ac:chgData name="Chittaranjan Hens" userId="6fc03958433e8a43" providerId="LiveId" clId="{309794F8-99CF-4983-9CCF-D5B7BCCE1DF4}" dt="2023-01-21T09:24:42.671" v="77" actId="478"/>
          <ac:spMkLst>
            <pc:docMk/>
            <pc:sldMk cId="0" sldId="385"/>
            <ac:spMk id="3078" creationId="{D9E70ECE-5D9D-305D-9267-6A0D82A897D5}"/>
          </ac:spMkLst>
        </pc:spChg>
        <pc:spChg chg="del">
          <ac:chgData name="Chittaranjan Hens" userId="6fc03958433e8a43" providerId="LiveId" clId="{309794F8-99CF-4983-9CCF-D5B7BCCE1DF4}" dt="2023-01-21T09:24:34.865" v="73" actId="478"/>
          <ac:spMkLst>
            <pc:docMk/>
            <pc:sldMk cId="0" sldId="385"/>
            <ac:spMk id="3079" creationId="{609B05BD-5F72-AC90-4916-69AD9A4715CC}"/>
          </ac:spMkLst>
        </pc:spChg>
        <pc:spChg chg="mod">
          <ac:chgData name="Chittaranjan Hens" userId="6fc03958433e8a43" providerId="LiveId" clId="{309794F8-99CF-4983-9CCF-D5B7BCCE1DF4}" dt="2023-01-21T09:31:33.939" v="190" actId="6549"/>
          <ac:spMkLst>
            <pc:docMk/>
            <pc:sldMk cId="0" sldId="385"/>
            <ac:spMk id="3080" creationId="{849E278F-30D2-7E53-DFBD-2AA3A417CC84}"/>
          </ac:spMkLst>
        </pc:spChg>
        <pc:graphicFrameChg chg="del mod">
          <ac:chgData name="Chittaranjan Hens" userId="6fc03958433e8a43" providerId="LiveId" clId="{309794F8-99CF-4983-9CCF-D5B7BCCE1DF4}" dt="2023-01-21T09:31:39.341" v="191" actId="478"/>
          <ac:graphicFrameMkLst>
            <pc:docMk/>
            <pc:sldMk cId="0" sldId="385"/>
            <ac:graphicFrameMk id="3074" creationId="{A7669175-8EC2-3A8D-35B3-533DDCAC65B5}"/>
          </ac:graphicFrameMkLst>
        </pc:graphicFrameChg>
        <pc:graphicFrameChg chg="del mod">
          <ac:chgData name="Chittaranjan Hens" userId="6fc03958433e8a43" providerId="LiveId" clId="{309794F8-99CF-4983-9CCF-D5B7BCCE1DF4}" dt="2023-01-21T09:31:39.341" v="191" actId="478"/>
          <ac:graphicFrameMkLst>
            <pc:docMk/>
            <pc:sldMk cId="0" sldId="385"/>
            <ac:graphicFrameMk id="3075" creationId="{8AF2FD4F-87E4-180A-928C-B7C314EC769C}"/>
          </ac:graphicFrameMkLst>
        </pc:graphicFrameChg>
        <pc:graphicFrameChg chg="del mod">
          <ac:chgData name="Chittaranjan Hens" userId="6fc03958433e8a43" providerId="LiveId" clId="{309794F8-99CF-4983-9CCF-D5B7BCCE1DF4}" dt="2023-01-21T09:31:39.341" v="191" actId="478"/>
          <ac:graphicFrameMkLst>
            <pc:docMk/>
            <pc:sldMk cId="0" sldId="385"/>
            <ac:graphicFrameMk id="3076" creationId="{06C0BC18-B09F-29DE-0611-E3FA07C0D6BC}"/>
          </ac:graphicFrameMkLst>
        </pc:graphicFrameChg>
        <pc:graphicFrameChg chg="del mod">
          <ac:chgData name="Chittaranjan Hens" userId="6fc03958433e8a43" providerId="LiveId" clId="{309794F8-99CF-4983-9CCF-D5B7BCCE1DF4}" dt="2023-01-21T09:31:39.341" v="191" actId="478"/>
          <ac:graphicFrameMkLst>
            <pc:docMk/>
            <pc:sldMk cId="0" sldId="385"/>
            <ac:graphicFrameMk id="3077" creationId="{F45F5AB0-C5F6-E407-76A6-F61995337068}"/>
          </ac:graphicFrameMkLst>
        </pc:graphicFrameChg>
        <pc:picChg chg="add mod ord">
          <ac:chgData name="Chittaranjan Hens" userId="6fc03958433e8a43" providerId="LiveId" clId="{309794F8-99CF-4983-9CCF-D5B7BCCE1DF4}" dt="2023-01-21T09:29:54.885" v="174" actId="167"/>
          <ac:picMkLst>
            <pc:docMk/>
            <pc:sldMk cId="0" sldId="385"/>
            <ac:picMk id="5" creationId="{F6D88788-2CDF-0FD1-C715-04735B7A04AB}"/>
          </ac:picMkLst>
        </pc:picChg>
      </pc:sldChg>
      <pc:sldChg chg="del">
        <pc:chgData name="Chittaranjan Hens" userId="6fc03958433e8a43" providerId="LiveId" clId="{309794F8-99CF-4983-9CCF-D5B7BCCE1DF4}" dt="2023-01-21T09:21:08.701" v="34" actId="47"/>
        <pc:sldMkLst>
          <pc:docMk/>
          <pc:sldMk cId="1460658313" sldId="385"/>
        </pc:sldMkLst>
      </pc:sldChg>
      <pc:sldChg chg="addSp delSp modSp add mod modTransition">
        <pc:chgData name="Chittaranjan Hens" userId="6fc03958433e8a43" providerId="LiveId" clId="{309794F8-99CF-4983-9CCF-D5B7BCCE1DF4}" dt="2023-01-25T08:49:27.980" v="2979" actId="27636"/>
        <pc:sldMkLst>
          <pc:docMk/>
          <pc:sldMk cId="0" sldId="386"/>
        </pc:sldMkLst>
        <pc:spChg chg="add mod">
          <ac:chgData name="Chittaranjan Hens" userId="6fc03958433e8a43" providerId="LiveId" clId="{309794F8-99CF-4983-9CCF-D5B7BCCE1DF4}" dt="2023-01-21T11:34:22.613" v="964" actId="122"/>
          <ac:spMkLst>
            <pc:docMk/>
            <pc:sldMk cId="0" sldId="386"/>
            <ac:spMk id="2" creationId="{4182E756-F85A-FE68-D3D6-AFA6A8F8C43B}"/>
          </ac:spMkLst>
        </pc:spChg>
        <pc:spChg chg="add del mod">
          <ac:chgData name="Chittaranjan Hens" userId="6fc03958433e8a43" providerId="LiveId" clId="{309794F8-99CF-4983-9CCF-D5B7BCCE1DF4}" dt="2023-01-21T09:33:37.428" v="227" actId="478"/>
          <ac:spMkLst>
            <pc:docMk/>
            <pc:sldMk cId="0" sldId="386"/>
            <ac:spMk id="4" creationId="{6184735E-386E-D702-BCC1-4F067F9CA6B7}"/>
          </ac:spMkLst>
        </pc:spChg>
        <pc:spChg chg="add mod">
          <ac:chgData name="Chittaranjan Hens" userId="6fc03958433e8a43" providerId="LiveId" clId="{309794F8-99CF-4983-9CCF-D5B7BCCE1DF4}" dt="2023-01-25T08:49:27.980" v="2979" actId="27636"/>
          <ac:spMkLst>
            <pc:docMk/>
            <pc:sldMk cId="0" sldId="386"/>
            <ac:spMk id="4098" creationId="{A7142D9F-DAE9-F85E-3AD5-2EE47BA56F03}"/>
          </ac:spMkLst>
        </pc:spChg>
        <pc:spChg chg="del mod">
          <ac:chgData name="Chittaranjan Hens" userId="6fc03958433e8a43" providerId="LiveId" clId="{309794F8-99CF-4983-9CCF-D5B7BCCE1DF4}" dt="2023-01-21T09:33:34.482" v="225" actId="478"/>
          <ac:spMkLst>
            <pc:docMk/>
            <pc:sldMk cId="0" sldId="386"/>
            <ac:spMk id="4104" creationId="{A5CC599D-8C17-7A3D-4F8B-AA74C5488360}"/>
          </ac:spMkLst>
        </pc:spChg>
        <pc:spChg chg="mod">
          <ac:chgData name="Chittaranjan Hens" userId="6fc03958433e8a43" providerId="LiveId" clId="{309794F8-99CF-4983-9CCF-D5B7BCCE1DF4}" dt="2023-01-21T09:35:43.219" v="245" actId="2711"/>
          <ac:spMkLst>
            <pc:docMk/>
            <pc:sldMk cId="0" sldId="386"/>
            <ac:spMk id="4105" creationId="{C8D38A9A-AEC8-C1D4-0334-601091DC0182}"/>
          </ac:spMkLst>
        </pc:spChg>
        <pc:graphicFrameChg chg="del mod replId">
          <ac:chgData name="Chittaranjan Hens" userId="6fc03958433e8a43" providerId="LiveId" clId="{309794F8-99CF-4983-9CCF-D5B7BCCE1DF4}" dt="2023-01-25T08:49:24.253" v="2938"/>
          <ac:graphicFrameMkLst>
            <pc:docMk/>
            <pc:sldMk cId="0" sldId="386"/>
            <ac:graphicFrameMk id="3" creationId="{A7142D9F-DAE9-F85E-3AD5-2EE47BA56F03}"/>
          </ac:graphicFrameMkLst>
        </pc:graphicFrameChg>
        <pc:graphicFrameChg chg="del">
          <ac:chgData name="Chittaranjan Hens" userId="6fc03958433e8a43" providerId="LiveId" clId="{309794F8-99CF-4983-9CCF-D5B7BCCE1DF4}" dt="2023-01-21T09:34:22.014" v="234" actId="478"/>
          <ac:graphicFrameMkLst>
            <pc:docMk/>
            <pc:sldMk cId="0" sldId="386"/>
            <ac:graphicFrameMk id="4099" creationId="{FB1495FF-3AF9-AE8A-5562-F7B8501D935B}"/>
          </ac:graphicFrameMkLst>
        </pc:graphicFrameChg>
        <pc:graphicFrameChg chg="del">
          <ac:chgData name="Chittaranjan Hens" userId="6fc03958433e8a43" providerId="LiveId" clId="{309794F8-99CF-4983-9CCF-D5B7BCCE1DF4}" dt="2023-01-21T09:34:22.014" v="234" actId="478"/>
          <ac:graphicFrameMkLst>
            <pc:docMk/>
            <pc:sldMk cId="0" sldId="386"/>
            <ac:graphicFrameMk id="4100" creationId="{630CAD59-F526-E294-33EB-78AE95994BE1}"/>
          </ac:graphicFrameMkLst>
        </pc:graphicFrameChg>
        <pc:graphicFrameChg chg="del">
          <ac:chgData name="Chittaranjan Hens" userId="6fc03958433e8a43" providerId="LiveId" clId="{309794F8-99CF-4983-9CCF-D5B7BCCE1DF4}" dt="2023-01-21T09:34:22.014" v="234" actId="478"/>
          <ac:graphicFrameMkLst>
            <pc:docMk/>
            <pc:sldMk cId="0" sldId="386"/>
            <ac:graphicFrameMk id="4101" creationId="{192F5250-FFCF-72B9-DE61-241F778A0C8D}"/>
          </ac:graphicFrameMkLst>
        </pc:graphicFrameChg>
        <pc:graphicFrameChg chg="del">
          <ac:chgData name="Chittaranjan Hens" userId="6fc03958433e8a43" providerId="LiveId" clId="{309794F8-99CF-4983-9CCF-D5B7BCCE1DF4}" dt="2023-01-21T09:34:22.014" v="234" actId="478"/>
          <ac:graphicFrameMkLst>
            <pc:docMk/>
            <pc:sldMk cId="0" sldId="386"/>
            <ac:graphicFrameMk id="4102" creationId="{F4713D82-35B1-6597-F32B-B0A5700E7C25}"/>
          </ac:graphicFrameMkLst>
        </pc:graphicFrameChg>
        <pc:picChg chg="add mod ord">
          <ac:chgData name="Chittaranjan Hens" userId="6fc03958433e8a43" providerId="LiveId" clId="{309794F8-99CF-4983-9CCF-D5B7BCCE1DF4}" dt="2023-01-21T09:33:54.830" v="230" actId="167"/>
          <ac:picMkLst>
            <pc:docMk/>
            <pc:sldMk cId="0" sldId="386"/>
            <ac:picMk id="5" creationId="{1BB5F6C2-86B7-2F0C-3E27-A72E980A3D73}"/>
          </ac:picMkLst>
        </pc:picChg>
      </pc:sldChg>
      <pc:sldChg chg="del">
        <pc:chgData name="Chittaranjan Hens" userId="6fc03958433e8a43" providerId="LiveId" clId="{309794F8-99CF-4983-9CCF-D5B7BCCE1DF4}" dt="2023-01-21T09:21:09.246" v="35" actId="47"/>
        <pc:sldMkLst>
          <pc:docMk/>
          <pc:sldMk cId="2544770133" sldId="386"/>
        </pc:sldMkLst>
      </pc:sldChg>
      <pc:sldChg chg="addSp delSp modSp add mod ord modTransition">
        <pc:chgData name="Chittaranjan Hens" userId="6fc03958433e8a43" providerId="LiveId" clId="{309794F8-99CF-4983-9CCF-D5B7BCCE1DF4}" dt="2023-01-25T08:49:28.916" v="2994" actId="27636"/>
        <pc:sldMkLst>
          <pc:docMk/>
          <pc:sldMk cId="0" sldId="387"/>
        </pc:sldMkLst>
        <pc:spChg chg="add del mod">
          <ac:chgData name="Chittaranjan Hens" userId="6fc03958433e8a43" providerId="LiveId" clId="{309794F8-99CF-4983-9CCF-D5B7BCCE1DF4}" dt="2023-01-21T10:10:46.219" v="548" actId="478"/>
          <ac:spMkLst>
            <pc:docMk/>
            <pc:sldMk cId="0" sldId="387"/>
            <ac:spMk id="3" creationId="{803EF8A2-813D-087D-0973-EA582F68D86F}"/>
          </ac:spMkLst>
        </pc:spChg>
        <pc:spChg chg="add del mod">
          <ac:chgData name="Chittaranjan Hens" userId="6fc03958433e8a43" providerId="LiveId" clId="{309794F8-99CF-4983-9CCF-D5B7BCCE1DF4}" dt="2023-01-21T10:10:50.026" v="551" actId="478"/>
          <ac:spMkLst>
            <pc:docMk/>
            <pc:sldMk cId="0" sldId="387"/>
            <ac:spMk id="6" creationId="{74536FC2-0B6E-AC8D-1A53-70C58A31693A}"/>
          </ac:spMkLst>
        </pc:spChg>
        <pc:spChg chg="add mod">
          <ac:chgData name="Chittaranjan Hens" userId="6fc03958433e8a43" providerId="LiveId" clId="{309794F8-99CF-4983-9CCF-D5B7BCCE1DF4}" dt="2023-01-21T11:35:08.908" v="970" actId="113"/>
          <ac:spMkLst>
            <pc:docMk/>
            <pc:sldMk cId="0" sldId="387"/>
            <ac:spMk id="7" creationId="{4002157E-12BB-2202-3CD0-C58ECB1CEB45}"/>
          </ac:spMkLst>
        </pc:spChg>
        <pc:spChg chg="add mod">
          <ac:chgData name="Chittaranjan Hens" userId="6fc03958433e8a43" providerId="LiveId" clId="{309794F8-99CF-4983-9CCF-D5B7BCCE1DF4}" dt="2023-01-25T08:49:28.782" v="2992" actId="27636"/>
          <ac:spMkLst>
            <pc:docMk/>
            <pc:sldMk cId="0" sldId="387"/>
            <ac:spMk id="5122" creationId="{177A508A-70C8-28CA-922D-374CC38A976A}"/>
          </ac:spMkLst>
        </pc:spChg>
        <pc:spChg chg="add mod">
          <ac:chgData name="Chittaranjan Hens" userId="6fc03958433e8a43" providerId="LiveId" clId="{309794F8-99CF-4983-9CCF-D5B7BCCE1DF4}" dt="2023-01-25T08:49:28.916" v="2994" actId="27636"/>
          <ac:spMkLst>
            <pc:docMk/>
            <pc:sldMk cId="0" sldId="387"/>
            <ac:spMk id="5123" creationId="{E45A5FD2-5C75-48B1-716A-ED448DAFBE76}"/>
          </ac:spMkLst>
        </pc:spChg>
        <pc:spChg chg="add mod">
          <ac:chgData name="Chittaranjan Hens" userId="6fc03958433e8a43" providerId="LiveId" clId="{309794F8-99CF-4983-9CCF-D5B7BCCE1DF4}" dt="2023-01-25T08:49:28.688" v="2990" actId="27636"/>
          <ac:spMkLst>
            <pc:docMk/>
            <pc:sldMk cId="0" sldId="387"/>
            <ac:spMk id="5124" creationId="{385D5E63-2C4B-48D5-332D-D98DCF90DFF4}"/>
          </ac:spMkLst>
        </pc:spChg>
        <pc:spChg chg="add mod">
          <ac:chgData name="Chittaranjan Hens" userId="6fc03958433e8a43" providerId="LiveId" clId="{309794F8-99CF-4983-9CCF-D5B7BCCE1DF4}" dt="2023-01-25T08:49:28.898" v="2993" actId="27636"/>
          <ac:spMkLst>
            <pc:docMk/>
            <pc:sldMk cId="0" sldId="387"/>
            <ac:spMk id="5125" creationId="{9B81DF31-5A6B-B125-DEC0-3E7BA7A4CD5D}"/>
          </ac:spMkLst>
        </pc:spChg>
        <pc:spChg chg="add mod">
          <ac:chgData name="Chittaranjan Hens" userId="6fc03958433e8a43" providerId="LiveId" clId="{309794F8-99CF-4983-9CCF-D5B7BCCE1DF4}" dt="2023-01-25T08:49:28.747" v="2991" actId="27636"/>
          <ac:spMkLst>
            <pc:docMk/>
            <pc:sldMk cId="0" sldId="387"/>
            <ac:spMk id="5126" creationId="{9F02FEDF-A597-CAA6-10C8-FCDEEF666688}"/>
          </ac:spMkLst>
        </pc:spChg>
        <pc:spChg chg="add mod">
          <ac:chgData name="Chittaranjan Hens" userId="6fc03958433e8a43" providerId="LiveId" clId="{309794F8-99CF-4983-9CCF-D5B7BCCE1DF4}" dt="2023-01-21T10:45:46.825" v="663" actId="14100"/>
          <ac:spMkLst>
            <pc:docMk/>
            <pc:sldMk cId="0" sldId="387"/>
            <ac:spMk id="5127" creationId="{69CE7186-D001-5B8B-426C-C7D9FF24582E}"/>
          </ac:spMkLst>
        </pc:spChg>
        <pc:spChg chg="del">
          <ac:chgData name="Chittaranjan Hens" userId="6fc03958433e8a43" providerId="LiveId" clId="{309794F8-99CF-4983-9CCF-D5B7BCCE1DF4}" dt="2023-01-21T10:13:17.942" v="578" actId="478"/>
          <ac:spMkLst>
            <pc:docMk/>
            <pc:sldMk cId="0" sldId="387"/>
            <ac:spMk id="5128" creationId="{C8C409A4-79EC-A37C-80CA-53EDF3BCC392}"/>
          </ac:spMkLst>
        </pc:spChg>
        <pc:spChg chg="del">
          <ac:chgData name="Chittaranjan Hens" userId="6fc03958433e8a43" providerId="LiveId" clId="{309794F8-99CF-4983-9CCF-D5B7BCCE1DF4}" dt="2023-01-21T09:46:47.955" v="294" actId="478"/>
          <ac:spMkLst>
            <pc:docMk/>
            <pc:sldMk cId="0" sldId="387"/>
            <ac:spMk id="5129" creationId="{30B4C61D-9616-D3C6-71A9-017ACC1CFE69}"/>
          </ac:spMkLst>
        </pc:spChg>
        <pc:spChg chg="mod">
          <ac:chgData name="Chittaranjan Hens" userId="6fc03958433e8a43" providerId="LiveId" clId="{309794F8-99CF-4983-9CCF-D5B7BCCE1DF4}" dt="2023-01-21T10:45:24.262" v="657" actId="2711"/>
          <ac:spMkLst>
            <pc:docMk/>
            <pc:sldMk cId="0" sldId="387"/>
            <ac:spMk id="5130" creationId="{2059CBC7-5FD0-363E-A717-16CCAF84FCF2}"/>
          </ac:spMkLst>
        </pc:spChg>
        <pc:graphicFrameChg chg="del mod replId">
          <ac:chgData name="Chittaranjan Hens" userId="6fc03958433e8a43" providerId="LiveId" clId="{309794F8-99CF-4983-9CCF-D5B7BCCE1DF4}" dt="2023-01-25T08:49:24.253" v="2938"/>
          <ac:graphicFrameMkLst>
            <pc:docMk/>
            <pc:sldMk cId="0" sldId="387"/>
            <ac:graphicFrameMk id="2" creationId="{177A508A-70C8-28CA-922D-374CC38A976A}"/>
          </ac:graphicFrameMkLst>
        </pc:graphicFrameChg>
        <pc:graphicFrameChg chg="del mod replId">
          <ac:chgData name="Chittaranjan Hens" userId="6fc03958433e8a43" providerId="LiveId" clId="{309794F8-99CF-4983-9CCF-D5B7BCCE1DF4}" dt="2023-01-25T08:49:24.253" v="2938"/>
          <ac:graphicFrameMkLst>
            <pc:docMk/>
            <pc:sldMk cId="0" sldId="387"/>
            <ac:graphicFrameMk id="5" creationId="{E45A5FD2-5C75-48B1-716A-ED448DAFBE76}"/>
          </ac:graphicFrameMkLst>
        </pc:graphicFrameChg>
        <pc:graphicFrameChg chg="del mod replId">
          <ac:chgData name="Chittaranjan Hens" userId="6fc03958433e8a43" providerId="LiveId" clId="{309794F8-99CF-4983-9CCF-D5B7BCCE1DF4}" dt="2023-01-25T08:49:24.253" v="2938"/>
          <ac:graphicFrameMkLst>
            <pc:docMk/>
            <pc:sldMk cId="0" sldId="387"/>
            <ac:graphicFrameMk id="8" creationId="{385D5E63-2C4B-48D5-332D-D98DCF90DFF4}"/>
          </ac:graphicFrameMkLst>
        </pc:graphicFrameChg>
        <pc:graphicFrameChg chg="del mod replId">
          <ac:chgData name="Chittaranjan Hens" userId="6fc03958433e8a43" providerId="LiveId" clId="{309794F8-99CF-4983-9CCF-D5B7BCCE1DF4}" dt="2023-01-21T10:44:54.822" v="651"/>
          <ac:graphicFrameMkLst>
            <pc:docMk/>
            <pc:sldMk cId="0" sldId="387"/>
            <ac:graphicFrameMk id="8" creationId="{69CE7186-D001-5B8B-426C-C7D9FF24582E}"/>
          </ac:graphicFrameMkLst>
        </pc:graphicFrameChg>
        <pc:graphicFrameChg chg="del mod replId">
          <ac:chgData name="Chittaranjan Hens" userId="6fc03958433e8a43" providerId="LiveId" clId="{309794F8-99CF-4983-9CCF-D5B7BCCE1DF4}" dt="2023-01-25T08:49:24.253" v="2938"/>
          <ac:graphicFrameMkLst>
            <pc:docMk/>
            <pc:sldMk cId="0" sldId="387"/>
            <ac:graphicFrameMk id="10" creationId="{9B81DF31-5A6B-B125-DEC0-3E7BA7A4CD5D}"/>
          </ac:graphicFrameMkLst>
        </pc:graphicFrameChg>
        <pc:graphicFrameChg chg="del mod replId">
          <ac:chgData name="Chittaranjan Hens" userId="6fc03958433e8a43" providerId="LiveId" clId="{309794F8-99CF-4983-9CCF-D5B7BCCE1DF4}" dt="2023-01-25T08:49:24.253" v="2938"/>
          <ac:graphicFrameMkLst>
            <pc:docMk/>
            <pc:sldMk cId="0" sldId="387"/>
            <ac:graphicFrameMk id="12" creationId="{9F02FEDF-A597-CAA6-10C8-FCDEEF666688}"/>
          </ac:graphicFrameMkLst>
        </pc:graphicFrameChg>
        <pc:picChg chg="add mod ord">
          <ac:chgData name="Chittaranjan Hens" userId="6fc03958433e8a43" providerId="LiveId" clId="{309794F8-99CF-4983-9CCF-D5B7BCCE1DF4}" dt="2023-01-21T09:47:21.987" v="320" actId="167"/>
          <ac:picMkLst>
            <pc:docMk/>
            <pc:sldMk cId="0" sldId="387"/>
            <ac:picMk id="4" creationId="{178B4290-9EE1-2388-2716-3029DCFDC3AD}"/>
          </ac:picMkLst>
        </pc:picChg>
      </pc:sldChg>
      <pc:sldChg chg="del">
        <pc:chgData name="Chittaranjan Hens" userId="6fc03958433e8a43" providerId="LiveId" clId="{309794F8-99CF-4983-9CCF-D5B7BCCE1DF4}" dt="2023-01-21T09:21:10.106" v="36" actId="47"/>
        <pc:sldMkLst>
          <pc:docMk/>
          <pc:sldMk cId="2573251469" sldId="387"/>
        </pc:sldMkLst>
      </pc:sldChg>
      <pc:sldChg chg="addSp delSp modSp add mod modTransition modAnim">
        <pc:chgData name="Chittaranjan Hens" userId="6fc03958433e8a43" providerId="LiveId" clId="{309794F8-99CF-4983-9CCF-D5B7BCCE1DF4}" dt="2023-01-24T09:38:46.628" v="1999"/>
        <pc:sldMkLst>
          <pc:docMk/>
          <pc:sldMk cId="0" sldId="388"/>
        </pc:sldMkLst>
        <pc:spChg chg="add del mod">
          <ac:chgData name="Chittaranjan Hens" userId="6fc03958433e8a43" providerId="LiveId" clId="{309794F8-99CF-4983-9CCF-D5B7BCCE1DF4}" dt="2023-01-21T09:49:42.689" v="339" actId="478"/>
          <ac:spMkLst>
            <pc:docMk/>
            <pc:sldMk cId="0" sldId="388"/>
            <ac:spMk id="4" creationId="{219922F8-86EF-C56F-F696-992BA4D6E5FA}"/>
          </ac:spMkLst>
        </pc:spChg>
        <pc:spChg chg="add mod">
          <ac:chgData name="Chittaranjan Hens" userId="6fc03958433e8a43" providerId="LiveId" clId="{309794F8-99CF-4983-9CCF-D5B7BCCE1DF4}" dt="2023-01-21T11:38:43.253" v="983" actId="404"/>
          <ac:spMkLst>
            <pc:docMk/>
            <pc:sldMk cId="0" sldId="388"/>
            <ac:spMk id="5" creationId="{42979068-EB7A-B16F-3F48-8770E9CDE772}"/>
          </ac:spMkLst>
        </pc:spChg>
        <pc:spChg chg="del">
          <ac:chgData name="Chittaranjan Hens" userId="6fc03958433e8a43" providerId="LiveId" clId="{309794F8-99CF-4983-9CCF-D5B7BCCE1DF4}" dt="2023-01-21T10:13:21.770" v="579" actId="478"/>
          <ac:spMkLst>
            <pc:docMk/>
            <pc:sldMk cId="0" sldId="388"/>
            <ac:spMk id="15362" creationId="{DA7CF528-4497-9CFC-4840-1F7CBA6CB73C}"/>
          </ac:spMkLst>
        </pc:spChg>
        <pc:spChg chg="del">
          <ac:chgData name="Chittaranjan Hens" userId="6fc03958433e8a43" providerId="LiveId" clId="{309794F8-99CF-4983-9CCF-D5B7BCCE1DF4}" dt="2023-01-21T09:49:31.799" v="336" actId="478"/>
          <ac:spMkLst>
            <pc:docMk/>
            <pc:sldMk cId="0" sldId="388"/>
            <ac:spMk id="15363" creationId="{205EF6A7-43F3-266F-C954-45B7D540A4A8}"/>
          </ac:spMkLst>
        </pc:spChg>
        <pc:spChg chg="mod">
          <ac:chgData name="Chittaranjan Hens" userId="6fc03958433e8a43" providerId="LiveId" clId="{309794F8-99CF-4983-9CCF-D5B7BCCE1DF4}" dt="2023-01-21T09:52:40.344" v="392" actId="2711"/>
          <ac:spMkLst>
            <pc:docMk/>
            <pc:sldMk cId="0" sldId="388"/>
            <ac:spMk id="15364" creationId="{5E4F72E5-FA0E-E845-58B8-5FC7663CD135}"/>
          </ac:spMkLst>
        </pc:spChg>
        <pc:picChg chg="add del mod ord">
          <ac:chgData name="Chittaranjan Hens" userId="6fc03958433e8a43" providerId="LiveId" clId="{309794F8-99CF-4983-9CCF-D5B7BCCE1DF4}" dt="2023-01-21T11:35:39.978" v="974" actId="1076"/>
          <ac:picMkLst>
            <pc:docMk/>
            <pc:sldMk cId="0" sldId="388"/>
            <ac:picMk id="2" creationId="{53824EA5-96A0-555B-8947-00A62EF8B795}"/>
          </ac:picMkLst>
        </pc:picChg>
        <pc:picChg chg="add mod">
          <ac:chgData name="Chittaranjan Hens" userId="6fc03958433e8a43" providerId="LiveId" clId="{309794F8-99CF-4983-9CCF-D5B7BCCE1DF4}" dt="2023-01-24T09:38:42.787" v="1998" actId="14100"/>
          <ac:picMkLst>
            <pc:docMk/>
            <pc:sldMk cId="0" sldId="388"/>
            <ac:picMk id="4" creationId="{91828DB6-C0C5-38B4-46CE-8406575E5BEC}"/>
          </ac:picMkLst>
        </pc:picChg>
        <pc:picChg chg="mod">
          <ac:chgData name="Chittaranjan Hens" userId="6fc03958433e8a43" providerId="LiveId" clId="{309794F8-99CF-4983-9CCF-D5B7BCCE1DF4}" dt="2023-01-21T09:52:43.137" v="393" actId="1076"/>
          <ac:picMkLst>
            <pc:docMk/>
            <pc:sldMk cId="0" sldId="388"/>
            <ac:picMk id="15365" creationId="{BB70CC81-CDEC-6468-70F6-B5A468C674BE}"/>
          </ac:picMkLst>
        </pc:picChg>
      </pc:sldChg>
      <pc:sldChg chg="del">
        <pc:chgData name="Chittaranjan Hens" userId="6fc03958433e8a43" providerId="LiveId" clId="{309794F8-99CF-4983-9CCF-D5B7BCCE1DF4}" dt="2023-01-21T09:21:10.658" v="37" actId="47"/>
        <pc:sldMkLst>
          <pc:docMk/>
          <pc:sldMk cId="2528986088" sldId="388"/>
        </pc:sldMkLst>
      </pc:sldChg>
      <pc:sldChg chg="addSp delSp modSp add mod modTransition">
        <pc:chgData name="Chittaranjan Hens" userId="6fc03958433e8a43" providerId="LiveId" clId="{309794F8-99CF-4983-9CCF-D5B7BCCE1DF4}" dt="2023-01-25T08:49:29.105" v="2997" actId="27636"/>
        <pc:sldMkLst>
          <pc:docMk/>
          <pc:sldMk cId="0" sldId="389"/>
        </pc:sldMkLst>
        <pc:spChg chg="add del mod">
          <ac:chgData name="Chittaranjan Hens" userId="6fc03958433e8a43" providerId="LiveId" clId="{309794F8-99CF-4983-9CCF-D5B7BCCE1DF4}" dt="2023-01-21T09:50:07.717" v="345" actId="478"/>
          <ac:spMkLst>
            <pc:docMk/>
            <pc:sldMk cId="0" sldId="389"/>
            <ac:spMk id="3" creationId="{0AF14BEB-A5AA-647A-8C7C-4F2D5227B695}"/>
          </ac:spMkLst>
        </pc:spChg>
        <pc:spChg chg="add mod">
          <ac:chgData name="Chittaranjan Hens" userId="6fc03958433e8a43" providerId="LiveId" clId="{309794F8-99CF-4983-9CCF-D5B7BCCE1DF4}" dt="2023-01-21T11:35:15.287" v="971" actId="113"/>
          <ac:spMkLst>
            <pc:docMk/>
            <pc:sldMk cId="0" sldId="389"/>
            <ac:spMk id="4" creationId="{E02EA349-8878-44BE-279E-E777C275A48E}"/>
          </ac:spMkLst>
        </pc:spChg>
        <pc:spChg chg="add mod">
          <ac:chgData name="Chittaranjan Hens" userId="6fc03958433e8a43" providerId="LiveId" clId="{309794F8-99CF-4983-9CCF-D5B7BCCE1DF4}" dt="2023-01-21T10:05:31.199" v="464" actId="571"/>
          <ac:spMkLst>
            <pc:docMk/>
            <pc:sldMk cId="0" sldId="389"/>
            <ac:spMk id="6" creationId="{B08C7936-2AF7-1810-E324-B4401CA5AA3D}"/>
          </ac:spMkLst>
        </pc:spChg>
        <pc:spChg chg="add">
          <ac:chgData name="Chittaranjan Hens" userId="6fc03958433e8a43" providerId="LiveId" clId="{309794F8-99CF-4983-9CCF-D5B7BCCE1DF4}" dt="2023-01-21T10:05:43.915" v="467" actId="22"/>
          <ac:spMkLst>
            <pc:docMk/>
            <pc:sldMk cId="0" sldId="389"/>
            <ac:spMk id="8" creationId="{F124FB4F-48FB-E3A5-39E0-A052B79C31CC}"/>
          </ac:spMkLst>
        </pc:spChg>
        <pc:spChg chg="add mod">
          <ac:chgData name="Chittaranjan Hens" userId="6fc03958433e8a43" providerId="LiveId" clId="{309794F8-99CF-4983-9CCF-D5B7BCCE1DF4}" dt="2023-01-25T08:49:29.018" v="2996" actId="27636"/>
          <ac:spMkLst>
            <pc:docMk/>
            <pc:sldMk cId="0" sldId="389"/>
            <ac:spMk id="6146" creationId="{D604D561-C96F-3E5D-D286-38B6EBC37309}"/>
          </ac:spMkLst>
        </pc:spChg>
        <pc:spChg chg="add mod">
          <ac:chgData name="Chittaranjan Hens" userId="6fc03958433e8a43" providerId="LiveId" clId="{309794F8-99CF-4983-9CCF-D5B7BCCE1DF4}" dt="2023-01-25T08:49:28.979" v="2995" actId="27636"/>
          <ac:spMkLst>
            <pc:docMk/>
            <pc:sldMk cId="0" sldId="389"/>
            <ac:spMk id="6147" creationId="{DCC59F57-DE1A-F299-93BB-7595845C929F}"/>
          </ac:spMkLst>
        </pc:spChg>
        <pc:spChg chg="add mod">
          <ac:chgData name="Chittaranjan Hens" userId="6fc03958433e8a43" providerId="LiveId" clId="{309794F8-99CF-4983-9CCF-D5B7BCCE1DF4}" dt="2023-01-25T08:49:29.105" v="2997" actId="27636"/>
          <ac:spMkLst>
            <pc:docMk/>
            <pc:sldMk cId="0" sldId="389"/>
            <ac:spMk id="6148" creationId="{F0586BC2-B6EA-6E79-E7DB-18769FABC1ED}"/>
          </ac:spMkLst>
        </pc:spChg>
        <pc:spChg chg="del">
          <ac:chgData name="Chittaranjan Hens" userId="6fc03958433e8a43" providerId="LiveId" clId="{309794F8-99CF-4983-9CCF-D5B7BCCE1DF4}" dt="2023-01-21T10:13:28.439" v="580" actId="478"/>
          <ac:spMkLst>
            <pc:docMk/>
            <pc:sldMk cId="0" sldId="389"/>
            <ac:spMk id="6152" creationId="{55939299-A0A7-89D4-0FF4-2A13A25161AB}"/>
          </ac:spMkLst>
        </pc:spChg>
        <pc:spChg chg="del">
          <ac:chgData name="Chittaranjan Hens" userId="6fc03958433e8a43" providerId="LiveId" clId="{309794F8-99CF-4983-9CCF-D5B7BCCE1DF4}" dt="2023-01-21T09:50:03.992" v="343" actId="478"/>
          <ac:spMkLst>
            <pc:docMk/>
            <pc:sldMk cId="0" sldId="389"/>
            <ac:spMk id="6153" creationId="{00A4BF54-26E3-5B09-7F80-98311697806D}"/>
          </ac:spMkLst>
        </pc:spChg>
        <pc:spChg chg="mod">
          <ac:chgData name="Chittaranjan Hens" userId="6fc03958433e8a43" providerId="LiveId" clId="{309794F8-99CF-4983-9CCF-D5B7BCCE1DF4}" dt="2023-01-21T09:54:31.071" v="414" actId="20577"/>
          <ac:spMkLst>
            <pc:docMk/>
            <pc:sldMk cId="0" sldId="389"/>
            <ac:spMk id="6154" creationId="{386DCE0D-111E-564E-AB25-1B98D0E971B5}"/>
          </ac:spMkLst>
        </pc:spChg>
        <pc:graphicFrameChg chg="del mod replId">
          <ac:chgData name="Chittaranjan Hens" userId="6fc03958433e8a43" providerId="LiveId" clId="{309794F8-99CF-4983-9CCF-D5B7BCCE1DF4}" dt="2023-01-25T08:49:24.253" v="2938"/>
          <ac:graphicFrameMkLst>
            <pc:docMk/>
            <pc:sldMk cId="0" sldId="389"/>
            <ac:graphicFrameMk id="2" creationId="{D604D561-C96F-3E5D-D286-38B6EBC37309}"/>
          </ac:graphicFrameMkLst>
        </pc:graphicFrameChg>
        <pc:graphicFrameChg chg="del mod replId">
          <ac:chgData name="Chittaranjan Hens" userId="6fc03958433e8a43" providerId="LiveId" clId="{309794F8-99CF-4983-9CCF-D5B7BCCE1DF4}" dt="2023-01-25T08:49:24.253" v="2938"/>
          <ac:graphicFrameMkLst>
            <pc:docMk/>
            <pc:sldMk cId="0" sldId="389"/>
            <ac:graphicFrameMk id="6" creationId="{DCC59F57-DE1A-F299-93BB-7595845C929F}"/>
          </ac:graphicFrameMkLst>
        </pc:graphicFrameChg>
        <pc:graphicFrameChg chg="del mod replId">
          <ac:chgData name="Chittaranjan Hens" userId="6fc03958433e8a43" providerId="LiveId" clId="{309794F8-99CF-4983-9CCF-D5B7BCCE1DF4}" dt="2023-01-25T08:49:24.253" v="2938"/>
          <ac:graphicFrameMkLst>
            <pc:docMk/>
            <pc:sldMk cId="0" sldId="389"/>
            <ac:graphicFrameMk id="9" creationId="{F0586BC2-B6EA-6E79-E7DB-18769FABC1ED}"/>
          </ac:graphicFrameMkLst>
        </pc:graphicFrameChg>
        <pc:graphicFrameChg chg="del">
          <ac:chgData name="Chittaranjan Hens" userId="6fc03958433e8a43" providerId="LiveId" clId="{309794F8-99CF-4983-9CCF-D5B7BCCE1DF4}" dt="2023-01-21T09:51:50.077" v="382" actId="478"/>
          <ac:graphicFrameMkLst>
            <pc:docMk/>
            <pc:sldMk cId="0" sldId="389"/>
            <ac:graphicFrameMk id="6149" creationId="{3105E49E-3640-FD1D-FED9-65226524A602}"/>
          </ac:graphicFrameMkLst>
        </pc:graphicFrameChg>
        <pc:graphicFrameChg chg="del">
          <ac:chgData name="Chittaranjan Hens" userId="6fc03958433e8a43" providerId="LiveId" clId="{309794F8-99CF-4983-9CCF-D5B7BCCE1DF4}" dt="2023-01-21T09:51:50.077" v="382" actId="478"/>
          <ac:graphicFrameMkLst>
            <pc:docMk/>
            <pc:sldMk cId="0" sldId="389"/>
            <ac:graphicFrameMk id="6150" creationId="{44419ABE-82D9-1D55-BB5C-6AF1A2CC497C}"/>
          </ac:graphicFrameMkLst>
        </pc:graphicFrameChg>
        <pc:graphicFrameChg chg="del">
          <ac:chgData name="Chittaranjan Hens" userId="6fc03958433e8a43" providerId="LiveId" clId="{309794F8-99CF-4983-9CCF-D5B7BCCE1DF4}" dt="2023-01-21T09:51:50.077" v="382" actId="478"/>
          <ac:graphicFrameMkLst>
            <pc:docMk/>
            <pc:sldMk cId="0" sldId="389"/>
            <ac:graphicFrameMk id="6151" creationId="{FB5FA6D7-17E3-6C6B-9B63-E8A1E2907C12}"/>
          </ac:graphicFrameMkLst>
        </pc:graphicFrameChg>
        <pc:picChg chg="add mod ord">
          <ac:chgData name="Chittaranjan Hens" userId="6fc03958433e8a43" providerId="LiveId" clId="{309794F8-99CF-4983-9CCF-D5B7BCCE1DF4}" dt="2023-01-21T09:50:34.325" v="358" actId="167"/>
          <ac:picMkLst>
            <pc:docMk/>
            <pc:sldMk cId="0" sldId="389"/>
            <ac:picMk id="5" creationId="{3696CC8E-5963-93D1-933A-B57353636102}"/>
          </ac:picMkLst>
        </pc:picChg>
      </pc:sldChg>
      <pc:sldChg chg="del">
        <pc:chgData name="Chittaranjan Hens" userId="6fc03958433e8a43" providerId="LiveId" clId="{309794F8-99CF-4983-9CCF-D5B7BCCE1DF4}" dt="2023-01-21T09:21:11.124" v="38" actId="47"/>
        <pc:sldMkLst>
          <pc:docMk/>
          <pc:sldMk cId="285416135" sldId="389"/>
        </pc:sldMkLst>
      </pc:sldChg>
      <pc:sldChg chg="addSp delSp modSp add mod ord modTransition setBg modAnim setClrOvrMap">
        <pc:chgData name="Chittaranjan Hens" userId="6fc03958433e8a43" providerId="LiveId" clId="{309794F8-99CF-4983-9CCF-D5B7BCCE1DF4}" dt="2023-01-24T10:06:59.900" v="2167" actId="20578"/>
        <pc:sldMkLst>
          <pc:docMk/>
          <pc:sldMk cId="0" sldId="390"/>
        </pc:sldMkLst>
        <pc:spChg chg="add del mod">
          <ac:chgData name="Chittaranjan Hens" userId="6fc03958433e8a43" providerId="LiveId" clId="{309794F8-99CF-4983-9CCF-D5B7BCCE1DF4}" dt="2023-01-21T10:11:11.625" v="554" actId="478"/>
          <ac:spMkLst>
            <pc:docMk/>
            <pc:sldMk cId="0" sldId="390"/>
            <ac:spMk id="3" creationId="{957A1038-FD80-DCE6-A344-63612FE64649}"/>
          </ac:spMkLst>
        </pc:spChg>
        <pc:spChg chg="add mod ord">
          <ac:chgData name="Chittaranjan Hens" userId="6fc03958433e8a43" providerId="LiveId" clId="{309794F8-99CF-4983-9CCF-D5B7BCCE1DF4}" dt="2023-01-21T11:36:39.817" v="982" actId="404"/>
          <ac:spMkLst>
            <pc:docMk/>
            <pc:sldMk cId="0" sldId="390"/>
            <ac:spMk id="4" creationId="{06C3297F-75FA-E83A-5269-1F3C0F29ED8A}"/>
          </ac:spMkLst>
        </pc:spChg>
        <pc:spChg chg="del mod">
          <ac:chgData name="Chittaranjan Hens" userId="6fc03958433e8a43" providerId="LiveId" clId="{309794F8-99CF-4983-9CCF-D5B7BCCE1DF4}" dt="2023-01-21T10:13:59.646" v="582" actId="478"/>
          <ac:spMkLst>
            <pc:docMk/>
            <pc:sldMk cId="0" sldId="390"/>
            <ac:spMk id="16386" creationId="{1C39D042-7A86-6B14-AF6A-4D9C0D84C8C3}"/>
          </ac:spMkLst>
        </pc:spChg>
        <pc:spChg chg="del">
          <ac:chgData name="Chittaranjan Hens" userId="6fc03958433e8a43" providerId="LiveId" clId="{309794F8-99CF-4983-9CCF-D5B7BCCE1DF4}" dt="2023-01-21T10:11:08.304" v="552" actId="478"/>
          <ac:spMkLst>
            <pc:docMk/>
            <pc:sldMk cId="0" sldId="390"/>
            <ac:spMk id="16387" creationId="{C0396644-F6B6-F8E1-50AB-27BAAC540631}"/>
          </ac:spMkLst>
        </pc:spChg>
        <pc:spChg chg="mod">
          <ac:chgData name="Chittaranjan Hens" userId="6fc03958433e8a43" providerId="LiveId" clId="{309794F8-99CF-4983-9CCF-D5B7BCCE1DF4}" dt="2023-01-21T10:12:08.702" v="567" actId="207"/>
          <ac:spMkLst>
            <pc:docMk/>
            <pc:sldMk cId="0" sldId="390"/>
            <ac:spMk id="16388" creationId="{5B81B28D-BB63-5C7F-D14A-92F0B7F80F97}"/>
          </ac:spMkLst>
        </pc:spChg>
        <pc:spChg chg="add del">
          <ac:chgData name="Chittaranjan Hens" userId="6fc03958433e8a43" providerId="LiveId" clId="{309794F8-99CF-4983-9CCF-D5B7BCCE1DF4}" dt="2023-01-21T10:11:57.783" v="565" actId="26606"/>
          <ac:spMkLst>
            <pc:docMk/>
            <pc:sldMk cId="0" sldId="390"/>
            <ac:spMk id="16395" creationId="{C99A8FB7-A79B-4BC9-9D56-B79587F6AA3E}"/>
          </ac:spMkLst>
        </pc:spChg>
        <pc:spChg chg="add del">
          <ac:chgData name="Chittaranjan Hens" userId="6fc03958433e8a43" providerId="LiveId" clId="{309794F8-99CF-4983-9CCF-D5B7BCCE1DF4}" dt="2023-01-21T10:11:57.783" v="565" actId="26606"/>
          <ac:spMkLst>
            <pc:docMk/>
            <pc:sldMk cId="0" sldId="390"/>
            <ac:spMk id="16397" creationId="{B23893E2-3349-46D7-A7AA-B9E447957FB1}"/>
          </ac:spMkLst>
        </pc:spChg>
        <pc:spChg chg="add del">
          <ac:chgData name="Chittaranjan Hens" userId="6fc03958433e8a43" providerId="LiveId" clId="{309794F8-99CF-4983-9CCF-D5B7BCCE1DF4}" dt="2023-01-21T10:11:57.783" v="565" actId="26606"/>
          <ac:spMkLst>
            <pc:docMk/>
            <pc:sldMk cId="0" sldId="390"/>
            <ac:spMk id="16399" creationId="{2B7592FE-10D1-4664-B623-353F47C8DF7F}"/>
          </ac:spMkLst>
        </pc:spChg>
        <pc:picChg chg="add mod">
          <ac:chgData name="Chittaranjan Hens" userId="6fc03958433e8a43" providerId="LiveId" clId="{309794F8-99CF-4983-9CCF-D5B7BCCE1DF4}" dt="2023-01-24T09:38:13.244" v="1993" actId="1076"/>
          <ac:picMkLst>
            <pc:docMk/>
            <pc:sldMk cId="0" sldId="390"/>
            <ac:picMk id="3" creationId="{D866B1AD-A0BA-4447-4035-784B4AFF2E08}"/>
          </ac:picMkLst>
        </pc:picChg>
        <pc:picChg chg="add del mod ord">
          <ac:chgData name="Chittaranjan Hens" userId="6fc03958433e8a43" providerId="LiveId" clId="{309794F8-99CF-4983-9CCF-D5B7BCCE1DF4}" dt="2023-01-21T10:11:35.975" v="561"/>
          <ac:picMkLst>
            <pc:docMk/>
            <pc:sldMk cId="0" sldId="390"/>
            <ac:picMk id="5" creationId="{00131502-778D-80AB-FA90-E25ACC1C47A0}"/>
          </ac:picMkLst>
        </pc:picChg>
        <pc:picChg chg="add mod ord">
          <ac:chgData name="Chittaranjan Hens" userId="6fc03958433e8a43" providerId="LiveId" clId="{309794F8-99CF-4983-9CCF-D5B7BCCE1DF4}" dt="2023-01-21T10:12:01.581" v="566" actId="167"/>
          <ac:picMkLst>
            <pc:docMk/>
            <pc:sldMk cId="0" sldId="390"/>
            <ac:picMk id="6" creationId="{AF6954DA-A625-C60F-C028-DC65A5AF8BCA}"/>
          </ac:picMkLst>
        </pc:picChg>
        <pc:picChg chg="mod ord">
          <ac:chgData name="Chittaranjan Hens" userId="6fc03958433e8a43" providerId="LiveId" clId="{309794F8-99CF-4983-9CCF-D5B7BCCE1DF4}" dt="2023-01-21T10:12:15.244" v="569" actId="1076"/>
          <ac:picMkLst>
            <pc:docMk/>
            <pc:sldMk cId="0" sldId="390"/>
            <ac:picMk id="16389" creationId="{85398DBF-CD2B-6ED7-6C89-EE31027BC42A}"/>
          </ac:picMkLst>
        </pc:picChg>
        <pc:picChg chg="mod ord">
          <ac:chgData name="Chittaranjan Hens" userId="6fc03958433e8a43" providerId="LiveId" clId="{309794F8-99CF-4983-9CCF-D5B7BCCE1DF4}" dt="2023-01-21T10:12:12.975" v="568" actId="1076"/>
          <ac:picMkLst>
            <pc:docMk/>
            <pc:sldMk cId="0" sldId="390"/>
            <ac:picMk id="16390" creationId="{A43CE7D8-7769-F657-0E31-055C2E52BA90}"/>
          </ac:picMkLst>
        </pc:picChg>
      </pc:sldChg>
      <pc:sldChg chg="del">
        <pc:chgData name="Chittaranjan Hens" userId="6fc03958433e8a43" providerId="LiveId" clId="{309794F8-99CF-4983-9CCF-D5B7BCCE1DF4}" dt="2023-01-21T09:21:12.252" v="40" actId="47"/>
        <pc:sldMkLst>
          <pc:docMk/>
          <pc:sldMk cId="1970279252" sldId="390"/>
        </pc:sldMkLst>
      </pc:sldChg>
      <pc:sldChg chg="addSp delSp modSp add mod ord modTransition">
        <pc:chgData name="Chittaranjan Hens" userId="6fc03958433e8a43" providerId="LiveId" clId="{309794F8-99CF-4983-9CCF-D5B7BCCE1DF4}" dt="2023-01-25T08:49:30.068" v="3008" actId="27636"/>
        <pc:sldMkLst>
          <pc:docMk/>
          <pc:sldMk cId="0" sldId="391"/>
        </pc:sldMkLst>
        <pc:spChg chg="add del mod">
          <ac:chgData name="Chittaranjan Hens" userId="6fc03958433e8a43" providerId="LiveId" clId="{309794F8-99CF-4983-9CCF-D5B7BCCE1DF4}" dt="2023-01-21T10:16:39.126" v="610" actId="478"/>
          <ac:spMkLst>
            <pc:docMk/>
            <pc:sldMk cId="0" sldId="391"/>
            <ac:spMk id="3" creationId="{E8DBBD2E-C0A6-7A6E-4CAF-2D65D24DE147}"/>
          </ac:spMkLst>
        </pc:spChg>
        <pc:spChg chg="add del mod">
          <ac:chgData name="Chittaranjan Hens" userId="6fc03958433e8a43" providerId="LiveId" clId="{309794F8-99CF-4983-9CCF-D5B7BCCE1DF4}" dt="2023-01-21T10:16:51.085" v="612" actId="478"/>
          <ac:spMkLst>
            <pc:docMk/>
            <pc:sldMk cId="0" sldId="391"/>
            <ac:spMk id="6" creationId="{567087AB-EB35-8893-34EF-4537188FCB0D}"/>
          </ac:spMkLst>
        </pc:spChg>
        <pc:spChg chg="add del mod">
          <ac:chgData name="Chittaranjan Hens" userId="6fc03958433e8a43" providerId="LiveId" clId="{309794F8-99CF-4983-9CCF-D5B7BCCE1DF4}" dt="2023-01-21T10:16:51.085" v="612" actId="478"/>
          <ac:spMkLst>
            <pc:docMk/>
            <pc:sldMk cId="0" sldId="391"/>
            <ac:spMk id="7" creationId="{FDCEFB1E-5245-A25E-F6AA-556D8C6F000B}"/>
          </ac:spMkLst>
        </pc:spChg>
        <pc:spChg chg="add mod">
          <ac:chgData name="Chittaranjan Hens" userId="6fc03958433e8a43" providerId="LiveId" clId="{309794F8-99CF-4983-9CCF-D5B7BCCE1DF4}" dt="2023-01-25T08:49:30.068" v="3008" actId="27636"/>
          <ac:spMkLst>
            <pc:docMk/>
            <pc:sldMk cId="0" sldId="391"/>
            <ac:spMk id="7170" creationId="{49BB6D19-C2B4-E573-97DB-2847AF60103B}"/>
          </ac:spMkLst>
        </pc:spChg>
        <pc:spChg chg="del">
          <ac:chgData name="Chittaranjan Hens" userId="6fc03958433e8a43" providerId="LiveId" clId="{309794F8-99CF-4983-9CCF-D5B7BCCE1DF4}" dt="2023-01-21T10:14:04.121" v="583" actId="478"/>
          <ac:spMkLst>
            <pc:docMk/>
            <pc:sldMk cId="0" sldId="391"/>
            <ac:spMk id="7172" creationId="{5A2B287A-35ED-5E37-600E-5C910D0E8F9C}"/>
          </ac:spMkLst>
        </pc:spChg>
        <pc:spChg chg="mod">
          <ac:chgData name="Chittaranjan Hens" userId="6fc03958433e8a43" providerId="LiveId" clId="{309794F8-99CF-4983-9CCF-D5B7BCCE1DF4}" dt="2023-01-21T11:36:07.802" v="978" actId="113"/>
          <ac:spMkLst>
            <pc:docMk/>
            <pc:sldMk cId="0" sldId="391"/>
            <ac:spMk id="7173" creationId="{55BE0E55-05D9-10B3-54A1-27B0B2AC6CE8}"/>
          </ac:spMkLst>
        </pc:spChg>
        <pc:spChg chg="add del mod">
          <ac:chgData name="Chittaranjan Hens" userId="6fc03958433e8a43" providerId="LiveId" clId="{309794F8-99CF-4983-9CCF-D5B7BCCE1DF4}" dt="2023-01-21T10:17:17.679" v="616" actId="6549"/>
          <ac:spMkLst>
            <pc:docMk/>
            <pc:sldMk cId="0" sldId="391"/>
            <ac:spMk id="7174" creationId="{59DF6C80-8439-BAB9-2BE8-D3F89DFDBF86}"/>
          </ac:spMkLst>
        </pc:spChg>
        <pc:spChg chg="add del mod">
          <ac:chgData name="Chittaranjan Hens" userId="6fc03958433e8a43" providerId="LiveId" clId="{309794F8-99CF-4983-9CCF-D5B7BCCE1DF4}" dt="2023-01-21T10:16:59.656" v="614" actId="478"/>
          <ac:spMkLst>
            <pc:docMk/>
            <pc:sldMk cId="0" sldId="391"/>
            <ac:spMk id="7176" creationId="{F9B30A02-0A90-C477-63B3-E86AA5D198A8}"/>
          </ac:spMkLst>
        </pc:spChg>
        <pc:spChg chg="add del mod">
          <ac:chgData name="Chittaranjan Hens" userId="6fc03958433e8a43" providerId="LiveId" clId="{309794F8-99CF-4983-9CCF-D5B7BCCE1DF4}" dt="2023-01-21T10:17:02.039" v="615" actId="478"/>
          <ac:spMkLst>
            <pc:docMk/>
            <pc:sldMk cId="0" sldId="391"/>
            <ac:spMk id="7177" creationId="{AF7709C0-768A-BAD2-B4BB-AE4535B6B56F}"/>
          </ac:spMkLst>
        </pc:spChg>
        <pc:graphicFrameChg chg="del mod replId">
          <ac:chgData name="Chittaranjan Hens" userId="6fc03958433e8a43" providerId="LiveId" clId="{309794F8-99CF-4983-9CCF-D5B7BCCE1DF4}" dt="2023-01-25T08:49:24.253" v="2938"/>
          <ac:graphicFrameMkLst>
            <pc:docMk/>
            <pc:sldMk cId="0" sldId="391"/>
            <ac:graphicFrameMk id="3" creationId="{49BB6D19-C2B4-E573-97DB-2847AF60103B}"/>
          </ac:graphicFrameMkLst>
        </pc:graphicFrameChg>
        <pc:graphicFrameChg chg="add del mod">
          <ac:chgData name="Chittaranjan Hens" userId="6fc03958433e8a43" providerId="LiveId" clId="{309794F8-99CF-4983-9CCF-D5B7BCCE1DF4}" dt="2023-01-21T10:16:51.085" v="612" actId="478"/>
          <ac:graphicFrameMkLst>
            <pc:docMk/>
            <pc:sldMk cId="0" sldId="391"/>
            <ac:graphicFrameMk id="4" creationId="{89790440-C245-E95F-3F1B-BCE04D21AE6A}"/>
          </ac:graphicFrameMkLst>
        </pc:graphicFrameChg>
        <pc:graphicFrameChg chg="add del mod">
          <ac:chgData name="Chittaranjan Hens" userId="6fc03958433e8a43" providerId="LiveId" clId="{309794F8-99CF-4983-9CCF-D5B7BCCE1DF4}" dt="2023-01-21T10:17:19.648" v="617" actId="478"/>
          <ac:graphicFrameMkLst>
            <pc:docMk/>
            <pc:sldMk cId="0" sldId="391"/>
            <ac:graphicFrameMk id="7171" creationId="{B3C0C4C9-C99C-D3BC-4D50-BEA80BF6AD93}"/>
          </ac:graphicFrameMkLst>
        </pc:graphicFrameChg>
        <pc:picChg chg="add mod ord">
          <ac:chgData name="Chittaranjan Hens" userId="6fc03958433e8a43" providerId="LiveId" clId="{309794F8-99CF-4983-9CCF-D5B7BCCE1DF4}" dt="2023-01-24T19:49:22.834" v="2194"/>
          <ac:picMkLst>
            <pc:docMk/>
            <pc:sldMk cId="0" sldId="391"/>
            <ac:picMk id="2" creationId="{35BDBCD2-432B-1444-3675-C8C7B0FD529E}"/>
          </ac:picMkLst>
        </pc:picChg>
        <pc:picChg chg="add del mod">
          <ac:chgData name="Chittaranjan Hens" userId="6fc03958433e8a43" providerId="LiveId" clId="{309794F8-99CF-4983-9CCF-D5B7BCCE1DF4}" dt="2023-01-21T10:16:51.085" v="612" actId="478"/>
          <ac:picMkLst>
            <pc:docMk/>
            <pc:sldMk cId="0" sldId="391"/>
            <ac:picMk id="5" creationId="{C10ED638-7C31-C30E-FA9D-1C8D8ADDB181}"/>
          </ac:picMkLst>
        </pc:picChg>
        <pc:picChg chg="add del mod">
          <ac:chgData name="Chittaranjan Hens" userId="6fc03958433e8a43" providerId="LiveId" clId="{309794F8-99CF-4983-9CCF-D5B7BCCE1DF4}" dt="2023-01-21T10:16:54.916" v="613" actId="478"/>
          <ac:picMkLst>
            <pc:docMk/>
            <pc:sldMk cId="0" sldId="391"/>
            <ac:picMk id="7175" creationId="{7E543329-4252-9001-E550-CF1D7A556424}"/>
          </ac:picMkLst>
        </pc:picChg>
      </pc:sldChg>
      <pc:sldChg chg="del">
        <pc:chgData name="Chittaranjan Hens" userId="6fc03958433e8a43" providerId="LiveId" clId="{309794F8-99CF-4983-9CCF-D5B7BCCE1DF4}" dt="2023-01-21T09:21:12.800" v="41" actId="47"/>
        <pc:sldMkLst>
          <pc:docMk/>
          <pc:sldMk cId="3897246681" sldId="391"/>
        </pc:sldMkLst>
      </pc:sldChg>
      <pc:sldChg chg="del">
        <pc:chgData name="Chittaranjan Hens" userId="6fc03958433e8a43" providerId="LiveId" clId="{309794F8-99CF-4983-9CCF-D5B7BCCE1DF4}" dt="2023-01-21T09:21:13.962" v="43" actId="47"/>
        <pc:sldMkLst>
          <pc:docMk/>
          <pc:sldMk cId="2274980967" sldId="392"/>
        </pc:sldMkLst>
      </pc:sldChg>
      <pc:sldChg chg="del">
        <pc:chgData name="Chittaranjan Hens" userId="6fc03958433e8a43" providerId="LiveId" clId="{309794F8-99CF-4983-9CCF-D5B7BCCE1DF4}" dt="2023-01-21T09:21:13.402" v="42" actId="47"/>
        <pc:sldMkLst>
          <pc:docMk/>
          <pc:sldMk cId="2209401888" sldId="393"/>
        </pc:sldMkLst>
      </pc:sldChg>
      <pc:sldChg chg="del">
        <pc:chgData name="Chittaranjan Hens" userId="6fc03958433e8a43" providerId="LiveId" clId="{309794F8-99CF-4983-9CCF-D5B7BCCE1DF4}" dt="2023-01-21T09:21:14.665" v="44" actId="47"/>
        <pc:sldMkLst>
          <pc:docMk/>
          <pc:sldMk cId="3868141465" sldId="394"/>
        </pc:sldMkLst>
      </pc:sldChg>
      <pc:sldChg chg="del">
        <pc:chgData name="Chittaranjan Hens" userId="6fc03958433e8a43" providerId="LiveId" clId="{309794F8-99CF-4983-9CCF-D5B7BCCE1DF4}" dt="2023-01-21T09:21:15.317" v="45" actId="47"/>
        <pc:sldMkLst>
          <pc:docMk/>
          <pc:sldMk cId="759109169" sldId="395"/>
        </pc:sldMkLst>
      </pc:sldChg>
      <pc:sldChg chg="del">
        <pc:chgData name="Chittaranjan Hens" userId="6fc03958433e8a43" providerId="LiveId" clId="{309794F8-99CF-4983-9CCF-D5B7BCCE1DF4}" dt="2023-01-21T09:21:16.150" v="46" actId="47"/>
        <pc:sldMkLst>
          <pc:docMk/>
          <pc:sldMk cId="3808855737" sldId="397"/>
        </pc:sldMkLst>
      </pc:sldChg>
      <pc:sldChg chg="del">
        <pc:chgData name="Chittaranjan Hens" userId="6fc03958433e8a43" providerId="LiveId" clId="{309794F8-99CF-4983-9CCF-D5B7BCCE1DF4}" dt="2023-01-21T09:21:16.731" v="47" actId="47"/>
        <pc:sldMkLst>
          <pc:docMk/>
          <pc:sldMk cId="4197076598" sldId="398"/>
        </pc:sldMkLst>
      </pc:sldChg>
      <pc:sldChg chg="del">
        <pc:chgData name="Chittaranjan Hens" userId="6fc03958433e8a43" providerId="LiveId" clId="{309794F8-99CF-4983-9CCF-D5B7BCCE1DF4}" dt="2023-01-21T09:21:17.349" v="48" actId="47"/>
        <pc:sldMkLst>
          <pc:docMk/>
          <pc:sldMk cId="4177647138" sldId="399"/>
        </pc:sldMkLst>
      </pc:sldChg>
      <pc:sldChg chg="del">
        <pc:chgData name="Chittaranjan Hens" userId="6fc03958433e8a43" providerId="LiveId" clId="{309794F8-99CF-4983-9CCF-D5B7BCCE1DF4}" dt="2023-01-21T09:21:19.592" v="50" actId="47"/>
        <pc:sldMkLst>
          <pc:docMk/>
          <pc:sldMk cId="2682729343" sldId="400"/>
        </pc:sldMkLst>
      </pc:sldChg>
      <pc:sldChg chg="del">
        <pc:chgData name="Chittaranjan Hens" userId="6fc03958433e8a43" providerId="LiveId" clId="{309794F8-99CF-4983-9CCF-D5B7BCCE1DF4}" dt="2023-01-21T09:21:18.900" v="49" actId="47"/>
        <pc:sldMkLst>
          <pc:docMk/>
          <pc:sldMk cId="3962138899" sldId="401"/>
        </pc:sldMkLst>
      </pc:sldChg>
      <pc:sldChg chg="del">
        <pc:chgData name="Chittaranjan Hens" userId="6fc03958433e8a43" providerId="LiveId" clId="{309794F8-99CF-4983-9CCF-D5B7BCCE1DF4}" dt="2023-01-21T09:21:20.781" v="52" actId="47"/>
        <pc:sldMkLst>
          <pc:docMk/>
          <pc:sldMk cId="2797840225" sldId="402"/>
        </pc:sldMkLst>
      </pc:sldChg>
      <pc:sldChg chg="del">
        <pc:chgData name="Chittaranjan Hens" userId="6fc03958433e8a43" providerId="LiveId" clId="{309794F8-99CF-4983-9CCF-D5B7BCCE1DF4}" dt="2023-01-21T09:21:20.201" v="51" actId="47"/>
        <pc:sldMkLst>
          <pc:docMk/>
          <pc:sldMk cId="3719028658" sldId="403"/>
        </pc:sldMkLst>
      </pc:sldChg>
      <pc:sldChg chg="del">
        <pc:chgData name="Chittaranjan Hens" userId="6fc03958433e8a43" providerId="LiveId" clId="{309794F8-99CF-4983-9CCF-D5B7BCCE1DF4}" dt="2023-01-21T09:21:21.340" v="53" actId="47"/>
        <pc:sldMkLst>
          <pc:docMk/>
          <pc:sldMk cId="1173691794" sldId="404"/>
        </pc:sldMkLst>
      </pc:sldChg>
      <pc:sldChg chg="del">
        <pc:chgData name="Chittaranjan Hens" userId="6fc03958433e8a43" providerId="LiveId" clId="{309794F8-99CF-4983-9CCF-D5B7BCCE1DF4}" dt="2023-01-21T09:21:11.651" v="39" actId="47"/>
        <pc:sldMkLst>
          <pc:docMk/>
          <pc:sldMk cId="3529858167" sldId="405"/>
        </pc:sldMkLst>
      </pc:sldChg>
      <pc:sldChg chg="addSp delSp modSp mod delAnim modAnim">
        <pc:chgData name="Chittaranjan Hens" userId="6fc03958433e8a43" providerId="LiveId" clId="{309794F8-99CF-4983-9CCF-D5B7BCCE1DF4}" dt="2023-01-25T08:49:26.398" v="2960" actId="27636"/>
        <pc:sldMkLst>
          <pc:docMk/>
          <pc:sldMk cId="0" sldId="406"/>
        </pc:sldMkLst>
        <pc:spChg chg="add mod">
          <ac:chgData name="Chittaranjan Hens" userId="6fc03958433e8a43" providerId="LiveId" clId="{309794F8-99CF-4983-9CCF-D5B7BCCE1DF4}" dt="2023-01-21T09:22:34.465" v="61" actId="1076"/>
          <ac:spMkLst>
            <pc:docMk/>
            <pc:sldMk cId="0" sldId="406"/>
            <ac:spMk id="4" creationId="{509EDF53-2A6F-370D-4177-252FA47156D5}"/>
          </ac:spMkLst>
        </pc:spChg>
        <pc:spChg chg="add mod">
          <ac:chgData name="Chittaranjan Hens" userId="6fc03958433e8a43" providerId="LiveId" clId="{309794F8-99CF-4983-9CCF-D5B7BCCE1DF4}" dt="2023-01-21T09:23:05.128" v="68"/>
          <ac:spMkLst>
            <pc:docMk/>
            <pc:sldMk cId="0" sldId="406"/>
            <ac:spMk id="5" creationId="{70F93DD1-73CB-13C5-795B-91ED80C25BC1}"/>
          </ac:spMkLst>
        </pc:spChg>
        <pc:spChg chg="add mod">
          <ac:chgData name="Chittaranjan Hens" userId="6fc03958433e8a43" providerId="LiveId" clId="{309794F8-99CF-4983-9CCF-D5B7BCCE1DF4}" dt="2023-01-24T05:14:43.392" v="1976" actId="1076"/>
          <ac:spMkLst>
            <pc:docMk/>
            <pc:sldMk cId="0" sldId="406"/>
            <ac:spMk id="6" creationId="{7AC801F1-3981-47A0-E85F-B58ED720BA79}"/>
          </ac:spMkLst>
        </pc:spChg>
        <pc:spChg chg="add mod">
          <ac:chgData name="Chittaranjan Hens" userId="6fc03958433e8a43" providerId="LiveId" clId="{309794F8-99CF-4983-9CCF-D5B7BCCE1DF4}" dt="2023-01-25T08:49:26.326" v="2959" actId="27636"/>
          <ac:spMkLst>
            <pc:docMk/>
            <pc:sldMk cId="0" sldId="406"/>
            <ac:spMk id="1026" creationId="{5418349B-6CCD-27A2-7132-83A9C88B04A6}"/>
          </ac:spMkLst>
        </pc:spChg>
        <pc:spChg chg="add mod">
          <ac:chgData name="Chittaranjan Hens" userId="6fc03958433e8a43" providerId="LiveId" clId="{309794F8-99CF-4983-9CCF-D5B7BCCE1DF4}" dt="2023-01-25T08:49:26.398" v="2960" actId="27636"/>
          <ac:spMkLst>
            <pc:docMk/>
            <pc:sldMk cId="0" sldId="406"/>
            <ac:spMk id="1027" creationId="{6A7098A6-7D30-FD95-E02B-CD1703C8C8D4}"/>
          </ac:spMkLst>
        </pc:spChg>
        <pc:spChg chg="mod">
          <ac:chgData name="Chittaranjan Hens" userId="6fc03958433e8a43" providerId="LiveId" clId="{309794F8-99CF-4983-9CCF-D5B7BCCE1DF4}" dt="2023-01-21T11:30:44.092" v="950" actId="122"/>
          <ac:spMkLst>
            <pc:docMk/>
            <pc:sldMk cId="0" sldId="406"/>
            <ac:spMk id="1029" creationId="{A67599F7-9947-F9D4-F831-F9EB1C23D5E7}"/>
          </ac:spMkLst>
        </pc:spChg>
        <pc:graphicFrameChg chg="del mod replId">
          <ac:chgData name="Chittaranjan Hens" userId="6fc03958433e8a43" providerId="LiveId" clId="{309794F8-99CF-4983-9CCF-D5B7BCCE1DF4}" dt="2023-01-25T08:49:24.253" v="2938"/>
          <ac:graphicFrameMkLst>
            <pc:docMk/>
            <pc:sldMk cId="0" sldId="406"/>
            <ac:graphicFrameMk id="3" creationId="{5418349B-6CCD-27A2-7132-83A9C88B04A6}"/>
          </ac:graphicFrameMkLst>
        </pc:graphicFrameChg>
        <pc:graphicFrameChg chg="del mod replId">
          <ac:chgData name="Chittaranjan Hens" userId="6fc03958433e8a43" providerId="LiveId" clId="{309794F8-99CF-4983-9CCF-D5B7BCCE1DF4}" dt="2023-01-25T08:49:24.253" v="2938"/>
          <ac:graphicFrameMkLst>
            <pc:docMk/>
            <pc:sldMk cId="0" sldId="406"/>
            <ac:graphicFrameMk id="8" creationId="{6A7098A6-7D30-FD95-E02B-CD1703C8C8D4}"/>
          </ac:graphicFrameMkLst>
        </pc:graphicFrameChg>
      </pc:sldChg>
      <pc:sldChg chg="addSp delSp modSp mod">
        <pc:chgData name="Chittaranjan Hens" userId="6fc03958433e8a43" providerId="LiveId" clId="{309794F8-99CF-4983-9CCF-D5B7BCCE1DF4}" dt="2023-01-25T08:49:26.728" v="2963" actId="27636"/>
        <pc:sldMkLst>
          <pc:docMk/>
          <pc:sldMk cId="0" sldId="407"/>
        </pc:sldMkLst>
        <pc:spChg chg="add mod">
          <ac:chgData name="Chittaranjan Hens" userId="6fc03958433e8a43" providerId="LiveId" clId="{309794F8-99CF-4983-9CCF-D5B7BCCE1DF4}" dt="2023-01-21T09:22:46.764" v="63" actId="1076"/>
          <ac:spMkLst>
            <pc:docMk/>
            <pc:sldMk cId="0" sldId="407"/>
            <ac:spMk id="3" creationId="{07C167A1-894D-85E0-AFFE-949641A3071C}"/>
          </ac:spMkLst>
        </pc:spChg>
        <pc:spChg chg="add mod">
          <ac:chgData name="Chittaranjan Hens" userId="6fc03958433e8a43" providerId="LiveId" clId="{309794F8-99CF-4983-9CCF-D5B7BCCE1DF4}" dt="2023-01-24T05:14:55.269" v="1983" actId="1076"/>
          <ac:spMkLst>
            <pc:docMk/>
            <pc:sldMk cId="0" sldId="407"/>
            <ac:spMk id="4" creationId="{DB7D00D4-88CA-6A4D-ECDE-EE0B1E05359E}"/>
          </ac:spMkLst>
        </pc:spChg>
        <pc:spChg chg="mod">
          <ac:chgData name="Chittaranjan Hens" userId="6fc03958433e8a43" providerId="LiveId" clId="{309794F8-99CF-4983-9CCF-D5B7BCCE1DF4}" dt="2023-01-21T11:30:38.880" v="949" actId="113"/>
          <ac:spMkLst>
            <pc:docMk/>
            <pc:sldMk cId="0" sldId="407"/>
            <ac:spMk id="5" creationId="{091C65ED-6635-BEBC-75C9-956C453EB5DA}"/>
          </ac:spMkLst>
        </pc:spChg>
        <pc:spChg chg="add mod">
          <ac:chgData name="Chittaranjan Hens" userId="6fc03958433e8a43" providerId="LiveId" clId="{309794F8-99CF-4983-9CCF-D5B7BCCE1DF4}" dt="2023-01-25T08:49:26.728" v="2963" actId="27636"/>
          <ac:spMkLst>
            <pc:docMk/>
            <pc:sldMk cId="0" sldId="407"/>
            <ac:spMk id="2050" creationId="{96ADE85E-0748-1816-5CF7-4F7843F31518}"/>
          </ac:spMkLst>
        </pc:spChg>
        <pc:spChg chg="add mod">
          <ac:chgData name="Chittaranjan Hens" userId="6fc03958433e8a43" providerId="LiveId" clId="{309794F8-99CF-4983-9CCF-D5B7BCCE1DF4}" dt="2023-01-25T08:49:26.438" v="2961" actId="27636"/>
          <ac:spMkLst>
            <pc:docMk/>
            <pc:sldMk cId="0" sldId="407"/>
            <ac:spMk id="2051" creationId="{5FF9E483-8207-0E2C-95EA-7565DADFD9CC}"/>
          </ac:spMkLst>
        </pc:spChg>
        <pc:spChg chg="add mod">
          <ac:chgData name="Chittaranjan Hens" userId="6fc03958433e8a43" providerId="LiveId" clId="{309794F8-99CF-4983-9CCF-D5B7BCCE1DF4}" dt="2023-01-25T08:49:26.585" v="2962" actId="27636"/>
          <ac:spMkLst>
            <pc:docMk/>
            <pc:sldMk cId="0" sldId="407"/>
            <ac:spMk id="2052" creationId="{23C1834E-DA7D-32BE-1701-7642BD9025F6}"/>
          </ac:spMkLst>
        </pc:spChg>
        <pc:spChg chg="mod">
          <ac:chgData name="Chittaranjan Hens" userId="6fc03958433e8a43" providerId="LiveId" clId="{309794F8-99CF-4983-9CCF-D5B7BCCE1DF4}" dt="2023-01-21T10:21:20.327" v="628" actId="2711"/>
          <ac:spMkLst>
            <pc:docMk/>
            <pc:sldMk cId="0" sldId="407"/>
            <ac:spMk id="2057" creationId="{5D9976F5-D542-A3EE-FAC7-F5501604734C}"/>
          </ac:spMkLst>
        </pc:spChg>
        <pc:graphicFrameChg chg="del mod replId">
          <ac:chgData name="Chittaranjan Hens" userId="6fc03958433e8a43" providerId="LiveId" clId="{309794F8-99CF-4983-9CCF-D5B7BCCE1DF4}" dt="2023-01-25T08:49:24.253" v="2938"/>
          <ac:graphicFrameMkLst>
            <pc:docMk/>
            <pc:sldMk cId="0" sldId="407"/>
            <ac:graphicFrameMk id="6" creationId="{96ADE85E-0748-1816-5CF7-4F7843F31518}"/>
          </ac:graphicFrameMkLst>
        </pc:graphicFrameChg>
        <pc:graphicFrameChg chg="del mod replId">
          <ac:chgData name="Chittaranjan Hens" userId="6fc03958433e8a43" providerId="LiveId" clId="{309794F8-99CF-4983-9CCF-D5B7BCCE1DF4}" dt="2023-01-25T08:49:24.253" v="2938"/>
          <ac:graphicFrameMkLst>
            <pc:docMk/>
            <pc:sldMk cId="0" sldId="407"/>
            <ac:graphicFrameMk id="8" creationId="{5FF9E483-8207-0E2C-95EA-7565DADFD9CC}"/>
          </ac:graphicFrameMkLst>
        </pc:graphicFrameChg>
        <pc:graphicFrameChg chg="del mod replId">
          <ac:chgData name="Chittaranjan Hens" userId="6fc03958433e8a43" providerId="LiveId" clId="{309794F8-99CF-4983-9CCF-D5B7BCCE1DF4}" dt="2023-01-25T08:49:24.253" v="2938"/>
          <ac:graphicFrameMkLst>
            <pc:docMk/>
            <pc:sldMk cId="0" sldId="407"/>
            <ac:graphicFrameMk id="10" creationId="{23C1834E-DA7D-32BE-1701-7642BD9025F6}"/>
          </ac:graphicFrameMkLst>
        </pc:graphicFrameChg>
      </pc:sldChg>
      <pc:sldChg chg="addSp delSp modSp mod">
        <pc:chgData name="Chittaranjan Hens" userId="6fc03958433e8a43" providerId="LiveId" clId="{309794F8-99CF-4983-9CCF-D5B7BCCE1DF4}" dt="2023-01-25T08:49:27.063" v="2966" actId="27636"/>
        <pc:sldMkLst>
          <pc:docMk/>
          <pc:sldMk cId="703473011" sldId="408"/>
        </pc:sldMkLst>
        <pc:spChg chg="add del mod">
          <ac:chgData name="Chittaranjan Hens" userId="6fc03958433e8a43" providerId="LiveId" clId="{309794F8-99CF-4983-9CCF-D5B7BCCE1DF4}" dt="2023-01-21T09:23:16.139" v="69" actId="478"/>
          <ac:spMkLst>
            <pc:docMk/>
            <pc:sldMk cId="703473011" sldId="408"/>
            <ac:spMk id="3" creationId="{12A78ACE-757D-E0EF-2169-97C4103FE1E6}"/>
          </ac:spMkLst>
        </pc:spChg>
        <pc:spChg chg="add mod">
          <ac:chgData name="Chittaranjan Hens" userId="6fc03958433e8a43" providerId="LiveId" clId="{309794F8-99CF-4983-9CCF-D5B7BCCE1DF4}" dt="2023-01-24T05:15:01.259" v="1985" actId="1076"/>
          <ac:spMkLst>
            <pc:docMk/>
            <pc:sldMk cId="703473011" sldId="408"/>
            <ac:spMk id="3" creationId="{B7C2029F-BB8A-3E37-7539-79AA7601F7C4}"/>
          </ac:spMkLst>
        </pc:spChg>
        <pc:spChg chg="add mod">
          <ac:chgData name="Chittaranjan Hens" userId="6fc03958433e8a43" providerId="LiveId" clId="{309794F8-99CF-4983-9CCF-D5B7BCCE1DF4}" dt="2023-01-21T09:23:16.837" v="70"/>
          <ac:spMkLst>
            <pc:docMk/>
            <pc:sldMk cId="703473011" sldId="408"/>
            <ac:spMk id="4" creationId="{F27A4044-F016-CA5C-C800-BD8F6904D2A7}"/>
          </ac:spMkLst>
        </pc:spChg>
        <pc:spChg chg="mod">
          <ac:chgData name="Chittaranjan Hens" userId="6fc03958433e8a43" providerId="LiveId" clId="{309794F8-99CF-4983-9CCF-D5B7BCCE1DF4}" dt="2023-01-21T11:30:50.093" v="952" actId="113"/>
          <ac:spMkLst>
            <pc:docMk/>
            <pc:sldMk cId="703473011" sldId="408"/>
            <ac:spMk id="5" creationId="{091C65ED-6635-BEBC-75C9-956C453EB5DA}"/>
          </ac:spMkLst>
        </pc:spChg>
        <pc:spChg chg="add mod">
          <ac:chgData name="Chittaranjan Hens" userId="6fc03958433e8a43" providerId="LiveId" clId="{309794F8-99CF-4983-9CCF-D5B7BCCE1DF4}" dt="2023-01-25T08:49:26.913" v="2965" actId="27636"/>
          <ac:spMkLst>
            <pc:docMk/>
            <pc:sldMk cId="703473011" sldId="408"/>
            <ac:spMk id="2050" creationId="{96ADE85E-0748-1816-5CF7-4F7843F31518}"/>
          </ac:spMkLst>
        </pc:spChg>
        <pc:spChg chg="add mod">
          <ac:chgData name="Chittaranjan Hens" userId="6fc03958433e8a43" providerId="LiveId" clId="{309794F8-99CF-4983-9CCF-D5B7BCCE1DF4}" dt="2023-01-25T08:49:26.768" v="2964" actId="27636"/>
          <ac:spMkLst>
            <pc:docMk/>
            <pc:sldMk cId="703473011" sldId="408"/>
            <ac:spMk id="2051" creationId="{5FF9E483-8207-0E2C-95EA-7565DADFD9CC}"/>
          </ac:spMkLst>
        </pc:spChg>
        <pc:spChg chg="add mod">
          <ac:chgData name="Chittaranjan Hens" userId="6fc03958433e8a43" providerId="LiveId" clId="{309794F8-99CF-4983-9CCF-D5B7BCCE1DF4}" dt="2023-01-25T08:49:27.063" v="2966" actId="27636"/>
          <ac:spMkLst>
            <pc:docMk/>
            <pc:sldMk cId="703473011" sldId="408"/>
            <ac:spMk id="2052" creationId="{23C1834E-DA7D-32BE-1701-7642BD9025F6}"/>
          </ac:spMkLst>
        </pc:spChg>
        <pc:spChg chg="mod">
          <ac:chgData name="Chittaranjan Hens" userId="6fc03958433e8a43" providerId="LiveId" clId="{309794F8-99CF-4983-9CCF-D5B7BCCE1DF4}" dt="2023-01-21T10:22:00.334" v="630" actId="2711"/>
          <ac:spMkLst>
            <pc:docMk/>
            <pc:sldMk cId="703473011" sldId="408"/>
            <ac:spMk id="2057" creationId="{5D9976F5-D542-A3EE-FAC7-F5501604734C}"/>
          </ac:spMkLst>
        </pc:spChg>
        <pc:graphicFrameChg chg="del mod replId">
          <ac:chgData name="Chittaranjan Hens" userId="6fc03958433e8a43" providerId="LiveId" clId="{309794F8-99CF-4983-9CCF-D5B7BCCE1DF4}" dt="2023-01-25T08:49:24.253" v="2938"/>
          <ac:graphicFrameMkLst>
            <pc:docMk/>
            <pc:sldMk cId="703473011" sldId="408"/>
            <ac:graphicFrameMk id="6" creationId="{96ADE85E-0748-1816-5CF7-4F7843F31518}"/>
          </ac:graphicFrameMkLst>
        </pc:graphicFrameChg>
        <pc:graphicFrameChg chg="del mod replId">
          <ac:chgData name="Chittaranjan Hens" userId="6fc03958433e8a43" providerId="LiveId" clId="{309794F8-99CF-4983-9CCF-D5B7BCCE1DF4}" dt="2023-01-25T08:49:24.253" v="2938"/>
          <ac:graphicFrameMkLst>
            <pc:docMk/>
            <pc:sldMk cId="703473011" sldId="408"/>
            <ac:graphicFrameMk id="8" creationId="{5FF9E483-8207-0E2C-95EA-7565DADFD9CC}"/>
          </ac:graphicFrameMkLst>
        </pc:graphicFrameChg>
        <pc:graphicFrameChg chg="del mod replId">
          <ac:chgData name="Chittaranjan Hens" userId="6fc03958433e8a43" providerId="LiveId" clId="{309794F8-99CF-4983-9CCF-D5B7BCCE1DF4}" dt="2023-01-25T08:49:24.253" v="2938"/>
          <ac:graphicFrameMkLst>
            <pc:docMk/>
            <pc:sldMk cId="703473011" sldId="408"/>
            <ac:graphicFrameMk id="10" creationId="{23C1834E-DA7D-32BE-1701-7642BD9025F6}"/>
          </ac:graphicFrameMkLst>
        </pc:graphicFrameChg>
      </pc:sldChg>
      <pc:sldChg chg="addSp delSp modSp mod">
        <pc:chgData name="Chittaranjan Hens" userId="6fc03958433e8a43" providerId="LiveId" clId="{309794F8-99CF-4983-9CCF-D5B7BCCE1DF4}" dt="2023-01-25T08:49:27.663" v="2971" actId="27636"/>
        <pc:sldMkLst>
          <pc:docMk/>
          <pc:sldMk cId="2694055609" sldId="409"/>
        </pc:sldMkLst>
        <pc:spChg chg="add mod">
          <ac:chgData name="Chittaranjan Hens" userId="6fc03958433e8a43" providerId="LiveId" clId="{309794F8-99CF-4983-9CCF-D5B7BCCE1DF4}" dt="2023-01-21T09:23:19.569" v="71"/>
          <ac:spMkLst>
            <pc:docMk/>
            <pc:sldMk cId="2694055609" sldId="409"/>
            <ac:spMk id="3" creationId="{FA1774FA-8FE9-C5D2-2EE8-56E35297F26B}"/>
          </ac:spMkLst>
        </pc:spChg>
        <pc:spChg chg="add mod">
          <ac:chgData name="Chittaranjan Hens" userId="6fc03958433e8a43" providerId="LiveId" clId="{309794F8-99CF-4983-9CCF-D5B7BCCE1DF4}" dt="2023-01-24T05:15:10.722" v="1986"/>
          <ac:spMkLst>
            <pc:docMk/>
            <pc:sldMk cId="2694055609" sldId="409"/>
            <ac:spMk id="4" creationId="{D090390F-144E-0145-5BE7-7C01EAEAFB3C}"/>
          </ac:spMkLst>
        </pc:spChg>
        <pc:spChg chg="mod">
          <ac:chgData name="Chittaranjan Hens" userId="6fc03958433e8a43" providerId="LiveId" clId="{309794F8-99CF-4983-9CCF-D5B7BCCE1DF4}" dt="2023-01-21T11:33:54.551" v="959" actId="113"/>
          <ac:spMkLst>
            <pc:docMk/>
            <pc:sldMk cId="2694055609" sldId="409"/>
            <ac:spMk id="5" creationId="{091C65ED-6635-BEBC-75C9-956C453EB5DA}"/>
          </ac:spMkLst>
        </pc:spChg>
        <pc:spChg chg="add mod">
          <ac:chgData name="Chittaranjan Hens" userId="6fc03958433e8a43" providerId="LiveId" clId="{309794F8-99CF-4983-9CCF-D5B7BCCE1DF4}" dt="2023-01-25T08:49:27.663" v="2971" actId="27636"/>
          <ac:spMkLst>
            <pc:docMk/>
            <pc:sldMk cId="2694055609" sldId="409"/>
            <ac:spMk id="6" creationId="{91388E02-63D6-7B84-8208-8074F629F4D5}"/>
          </ac:spMkLst>
        </pc:spChg>
        <pc:spChg chg="add mod">
          <ac:chgData name="Chittaranjan Hens" userId="6fc03958433e8a43" providerId="LiveId" clId="{309794F8-99CF-4983-9CCF-D5B7BCCE1DF4}" dt="2023-01-25T08:49:27.309" v="2968" actId="27636"/>
          <ac:spMkLst>
            <pc:docMk/>
            <pc:sldMk cId="2694055609" sldId="409"/>
            <ac:spMk id="2050" creationId="{96ADE85E-0748-1816-5CF7-4F7843F31518}"/>
          </ac:spMkLst>
        </pc:spChg>
        <pc:spChg chg="add mod">
          <ac:chgData name="Chittaranjan Hens" userId="6fc03958433e8a43" providerId="LiveId" clId="{309794F8-99CF-4983-9CCF-D5B7BCCE1DF4}" dt="2023-01-25T08:49:27.149" v="2967" actId="27636"/>
          <ac:spMkLst>
            <pc:docMk/>
            <pc:sldMk cId="2694055609" sldId="409"/>
            <ac:spMk id="2051" creationId="{5FF9E483-8207-0E2C-95EA-7565DADFD9CC}"/>
          </ac:spMkLst>
        </pc:spChg>
        <pc:spChg chg="add mod">
          <ac:chgData name="Chittaranjan Hens" userId="6fc03958433e8a43" providerId="LiveId" clId="{309794F8-99CF-4983-9CCF-D5B7BCCE1DF4}" dt="2023-01-25T08:49:27.641" v="2970" actId="27636"/>
          <ac:spMkLst>
            <pc:docMk/>
            <pc:sldMk cId="2694055609" sldId="409"/>
            <ac:spMk id="2052" creationId="{23C1834E-DA7D-32BE-1701-7642BD9025F6}"/>
          </ac:spMkLst>
        </pc:spChg>
        <pc:spChg chg="add mod">
          <ac:chgData name="Chittaranjan Hens" userId="6fc03958433e8a43" providerId="LiveId" clId="{309794F8-99CF-4983-9CCF-D5B7BCCE1DF4}" dt="2023-01-25T08:49:27.491" v="2969" actId="27636"/>
          <ac:spMkLst>
            <pc:docMk/>
            <pc:sldMk cId="2694055609" sldId="409"/>
            <ac:spMk id="2054" creationId="{E0478526-C213-C130-851D-DBC6BCF86A93}"/>
          </ac:spMkLst>
        </pc:spChg>
        <pc:spChg chg="mod">
          <ac:chgData name="Chittaranjan Hens" userId="6fc03958433e8a43" providerId="LiveId" clId="{309794F8-99CF-4983-9CCF-D5B7BCCE1DF4}" dt="2023-01-21T10:22:15.135" v="632" actId="2711"/>
          <ac:spMkLst>
            <pc:docMk/>
            <pc:sldMk cId="2694055609" sldId="409"/>
            <ac:spMk id="2057" creationId="{5D9976F5-D542-A3EE-FAC7-F5501604734C}"/>
          </ac:spMkLst>
        </pc:spChg>
        <pc:graphicFrameChg chg="del mod replId">
          <ac:chgData name="Chittaranjan Hens" userId="6fc03958433e8a43" providerId="LiveId" clId="{309794F8-99CF-4983-9CCF-D5B7BCCE1DF4}" dt="2023-01-25T08:49:24.253" v="2938"/>
          <ac:graphicFrameMkLst>
            <pc:docMk/>
            <pc:sldMk cId="2694055609" sldId="409"/>
            <ac:graphicFrameMk id="7" creationId="{96ADE85E-0748-1816-5CF7-4F7843F31518}"/>
          </ac:graphicFrameMkLst>
        </pc:graphicFrameChg>
        <pc:graphicFrameChg chg="del mod replId">
          <ac:chgData name="Chittaranjan Hens" userId="6fc03958433e8a43" providerId="LiveId" clId="{309794F8-99CF-4983-9CCF-D5B7BCCE1DF4}" dt="2023-01-25T08:49:24.253" v="2938"/>
          <ac:graphicFrameMkLst>
            <pc:docMk/>
            <pc:sldMk cId="2694055609" sldId="409"/>
            <ac:graphicFrameMk id="9" creationId="{5FF9E483-8207-0E2C-95EA-7565DADFD9CC}"/>
          </ac:graphicFrameMkLst>
        </pc:graphicFrameChg>
        <pc:graphicFrameChg chg="del mod replId">
          <ac:chgData name="Chittaranjan Hens" userId="6fc03958433e8a43" providerId="LiveId" clId="{309794F8-99CF-4983-9CCF-D5B7BCCE1DF4}" dt="2023-01-25T08:49:24.253" v="2938"/>
          <ac:graphicFrameMkLst>
            <pc:docMk/>
            <pc:sldMk cId="2694055609" sldId="409"/>
            <ac:graphicFrameMk id="11" creationId="{23C1834E-DA7D-32BE-1701-7642BD9025F6}"/>
          </ac:graphicFrameMkLst>
        </pc:graphicFrameChg>
        <pc:graphicFrameChg chg="del mod replId">
          <ac:chgData name="Chittaranjan Hens" userId="6fc03958433e8a43" providerId="LiveId" clId="{309794F8-99CF-4983-9CCF-D5B7BCCE1DF4}" dt="2023-01-25T08:49:24.253" v="2938"/>
          <ac:graphicFrameMkLst>
            <pc:docMk/>
            <pc:sldMk cId="2694055609" sldId="409"/>
            <ac:graphicFrameMk id="13" creationId="{E0478526-C213-C130-851D-DBC6BCF86A93}"/>
          </ac:graphicFrameMkLst>
        </pc:graphicFrameChg>
        <pc:graphicFrameChg chg="del mod replId">
          <ac:chgData name="Chittaranjan Hens" userId="6fc03958433e8a43" providerId="LiveId" clId="{309794F8-99CF-4983-9CCF-D5B7BCCE1DF4}" dt="2023-01-25T08:49:24.253" v="2938"/>
          <ac:graphicFrameMkLst>
            <pc:docMk/>
            <pc:sldMk cId="2694055609" sldId="409"/>
            <ac:graphicFrameMk id="15" creationId="{91388E02-63D6-7B84-8208-8074F629F4D5}"/>
          </ac:graphicFrameMkLst>
        </pc:graphicFrameChg>
      </pc:sldChg>
      <pc:sldChg chg="addSp delSp modSp add mod addAnim delAnim modAnim">
        <pc:chgData name="Chittaranjan Hens" userId="6fc03958433e8a43" providerId="LiveId" clId="{309794F8-99CF-4983-9CCF-D5B7BCCE1DF4}" dt="2023-01-25T08:49:27.793" v="2974" actId="27636"/>
        <pc:sldMkLst>
          <pc:docMk/>
          <pc:sldMk cId="2737422709" sldId="410"/>
        </pc:sldMkLst>
        <pc:spChg chg="add del mod">
          <ac:chgData name="Chittaranjan Hens" userId="6fc03958433e8a43" providerId="LiveId" clId="{309794F8-99CF-4983-9CCF-D5B7BCCE1DF4}" dt="2023-01-21T09:32:30.778" v="198" actId="478"/>
          <ac:spMkLst>
            <pc:docMk/>
            <pc:sldMk cId="2737422709" sldId="410"/>
            <ac:spMk id="3" creationId="{B9792BF6-6FBF-95C6-B7A0-B8BCCD06A824}"/>
          </ac:spMkLst>
        </pc:spChg>
        <pc:spChg chg="mod">
          <ac:chgData name="Chittaranjan Hens" userId="6fc03958433e8a43" providerId="LiveId" clId="{309794F8-99CF-4983-9CCF-D5B7BCCE1DF4}" dt="2023-01-21T11:31:05.933" v="957" actId="122"/>
          <ac:spMkLst>
            <pc:docMk/>
            <pc:sldMk cId="2737422709" sldId="410"/>
            <ac:spMk id="4" creationId="{3DFDE5F4-8FB8-CD50-5D8D-FC844A26777B}"/>
          </ac:spMkLst>
        </pc:spChg>
        <pc:spChg chg="add mod">
          <ac:chgData name="Chittaranjan Hens" userId="6fc03958433e8a43" providerId="LiveId" clId="{309794F8-99CF-4983-9CCF-D5B7BCCE1DF4}" dt="2023-01-25T08:49:27.755" v="2973" actId="27636"/>
          <ac:spMkLst>
            <pc:docMk/>
            <pc:sldMk cId="2737422709" sldId="410"/>
            <ac:spMk id="3074" creationId="{A7669175-8EC2-3A8D-35B3-533DDCAC65B5}"/>
          </ac:spMkLst>
        </pc:spChg>
        <pc:spChg chg="add mod">
          <ac:chgData name="Chittaranjan Hens" userId="6fc03958433e8a43" providerId="LiveId" clId="{309794F8-99CF-4983-9CCF-D5B7BCCE1DF4}" dt="2023-01-25T08:49:27.793" v="2974" actId="27636"/>
          <ac:spMkLst>
            <pc:docMk/>
            <pc:sldMk cId="2737422709" sldId="410"/>
            <ac:spMk id="3075" creationId="{8AF2FD4F-87E4-180A-928C-B7C314EC769C}"/>
          </ac:spMkLst>
        </pc:spChg>
        <pc:spChg chg="add mod">
          <ac:chgData name="Chittaranjan Hens" userId="6fc03958433e8a43" providerId="LiveId" clId="{309794F8-99CF-4983-9CCF-D5B7BCCE1DF4}" dt="2023-01-25T08:49:27.737" v="2972" actId="27636"/>
          <ac:spMkLst>
            <pc:docMk/>
            <pc:sldMk cId="2737422709" sldId="410"/>
            <ac:spMk id="3076" creationId="{06C0BC18-B09F-29DE-0611-E3FA07C0D6BC}"/>
          </ac:spMkLst>
        </pc:spChg>
        <pc:spChg chg="add del mod">
          <ac:chgData name="Chittaranjan Hens" userId="6fc03958433e8a43" providerId="LiveId" clId="{309794F8-99CF-4983-9CCF-D5B7BCCE1DF4}" dt="2023-01-21T09:32:46.763" v="201" actId="6549"/>
          <ac:spMkLst>
            <pc:docMk/>
            <pc:sldMk cId="2737422709" sldId="410"/>
            <ac:spMk id="3080" creationId="{849E278F-30D2-7E53-DFBD-2AA3A417CC84}"/>
          </ac:spMkLst>
        </pc:spChg>
        <pc:graphicFrameChg chg="del mod replId">
          <ac:chgData name="Chittaranjan Hens" userId="6fc03958433e8a43" providerId="LiveId" clId="{309794F8-99CF-4983-9CCF-D5B7BCCE1DF4}" dt="2023-01-25T08:49:24.253" v="2938"/>
          <ac:graphicFrameMkLst>
            <pc:docMk/>
            <pc:sldMk cId="2737422709" sldId="410"/>
            <ac:graphicFrameMk id="2" creationId="{A7669175-8EC2-3A8D-35B3-533DDCAC65B5}"/>
          </ac:graphicFrameMkLst>
        </pc:graphicFrameChg>
        <pc:graphicFrameChg chg="del mod replId">
          <ac:chgData name="Chittaranjan Hens" userId="6fc03958433e8a43" providerId="LiveId" clId="{309794F8-99CF-4983-9CCF-D5B7BCCE1DF4}" dt="2023-01-25T08:49:24.253" v="2938"/>
          <ac:graphicFrameMkLst>
            <pc:docMk/>
            <pc:sldMk cId="2737422709" sldId="410"/>
            <ac:graphicFrameMk id="6" creationId="{8AF2FD4F-87E4-180A-928C-B7C314EC769C}"/>
          </ac:graphicFrameMkLst>
        </pc:graphicFrameChg>
        <pc:graphicFrameChg chg="del mod replId">
          <ac:chgData name="Chittaranjan Hens" userId="6fc03958433e8a43" providerId="LiveId" clId="{309794F8-99CF-4983-9CCF-D5B7BCCE1DF4}" dt="2023-01-25T08:49:24.253" v="2938"/>
          <ac:graphicFrameMkLst>
            <pc:docMk/>
            <pc:sldMk cId="2737422709" sldId="410"/>
            <ac:graphicFrameMk id="8" creationId="{06C0BC18-B09F-29DE-0611-E3FA07C0D6BC}"/>
          </ac:graphicFrameMkLst>
        </pc:graphicFrameChg>
        <pc:graphicFrameChg chg="add del">
          <ac:chgData name="Chittaranjan Hens" userId="6fc03958433e8a43" providerId="LiveId" clId="{309794F8-99CF-4983-9CCF-D5B7BCCE1DF4}" dt="2023-01-21T09:32:48.817" v="202" actId="478"/>
          <ac:graphicFrameMkLst>
            <pc:docMk/>
            <pc:sldMk cId="2737422709" sldId="410"/>
            <ac:graphicFrameMk id="3077" creationId="{F45F5AB0-C5F6-E407-76A6-F61995337068}"/>
          </ac:graphicFrameMkLst>
        </pc:graphicFrameChg>
      </pc:sldChg>
      <pc:sldChg chg="addSp delSp modSp add mod modAnim">
        <pc:chgData name="Chittaranjan Hens" userId="6fc03958433e8a43" providerId="LiveId" clId="{309794F8-99CF-4983-9CCF-D5B7BCCE1DF4}" dt="2023-01-25T08:49:27.911" v="2978" actId="27636"/>
        <pc:sldMkLst>
          <pc:docMk/>
          <pc:sldMk cId="3478882572" sldId="411"/>
        </pc:sldMkLst>
        <pc:spChg chg="mod">
          <ac:chgData name="Chittaranjan Hens" userId="6fc03958433e8a43" providerId="LiveId" clId="{309794F8-99CF-4983-9CCF-D5B7BCCE1DF4}" dt="2023-01-21T11:34:12.394" v="961" actId="113"/>
          <ac:spMkLst>
            <pc:docMk/>
            <pc:sldMk cId="3478882572" sldId="411"/>
            <ac:spMk id="4" creationId="{3DFDE5F4-8FB8-CD50-5D8D-FC844A26777B}"/>
          </ac:spMkLst>
        </pc:spChg>
        <pc:spChg chg="add mod">
          <ac:chgData name="Chittaranjan Hens" userId="6fc03958433e8a43" providerId="LiveId" clId="{309794F8-99CF-4983-9CCF-D5B7BCCE1DF4}" dt="2023-01-25T08:49:27.881" v="2977" actId="27636"/>
          <ac:spMkLst>
            <pc:docMk/>
            <pc:sldMk cId="3478882572" sldId="411"/>
            <ac:spMk id="3074" creationId="{A7669175-8EC2-3A8D-35B3-533DDCAC65B5}"/>
          </ac:spMkLst>
        </pc:spChg>
        <pc:spChg chg="add mod">
          <ac:chgData name="Chittaranjan Hens" userId="6fc03958433e8a43" providerId="LiveId" clId="{309794F8-99CF-4983-9CCF-D5B7BCCE1DF4}" dt="2023-01-25T08:49:27.840" v="2975" actId="27636"/>
          <ac:spMkLst>
            <pc:docMk/>
            <pc:sldMk cId="3478882572" sldId="411"/>
            <ac:spMk id="3075" creationId="{8AF2FD4F-87E4-180A-928C-B7C314EC769C}"/>
          </ac:spMkLst>
        </pc:spChg>
        <pc:spChg chg="add mod">
          <ac:chgData name="Chittaranjan Hens" userId="6fc03958433e8a43" providerId="LiveId" clId="{309794F8-99CF-4983-9CCF-D5B7BCCE1DF4}" dt="2023-01-25T08:49:27.861" v="2976" actId="27636"/>
          <ac:spMkLst>
            <pc:docMk/>
            <pc:sldMk cId="3478882572" sldId="411"/>
            <ac:spMk id="3076" creationId="{06C0BC18-B09F-29DE-0611-E3FA07C0D6BC}"/>
          </ac:spMkLst>
        </pc:spChg>
        <pc:spChg chg="add mod">
          <ac:chgData name="Chittaranjan Hens" userId="6fc03958433e8a43" providerId="LiveId" clId="{309794F8-99CF-4983-9CCF-D5B7BCCE1DF4}" dt="2023-01-25T08:49:27.911" v="2978" actId="27636"/>
          <ac:spMkLst>
            <pc:docMk/>
            <pc:sldMk cId="3478882572" sldId="411"/>
            <ac:spMk id="3077" creationId="{F45F5AB0-C5F6-E407-76A6-F61995337068}"/>
          </ac:spMkLst>
        </pc:spChg>
        <pc:graphicFrameChg chg="del mod replId">
          <ac:chgData name="Chittaranjan Hens" userId="6fc03958433e8a43" providerId="LiveId" clId="{309794F8-99CF-4983-9CCF-D5B7BCCE1DF4}" dt="2023-01-25T08:49:24.253" v="2938"/>
          <ac:graphicFrameMkLst>
            <pc:docMk/>
            <pc:sldMk cId="3478882572" sldId="411"/>
            <ac:graphicFrameMk id="2" creationId="{A7669175-8EC2-3A8D-35B3-533DDCAC65B5}"/>
          </ac:graphicFrameMkLst>
        </pc:graphicFrameChg>
        <pc:graphicFrameChg chg="del mod replId">
          <ac:chgData name="Chittaranjan Hens" userId="6fc03958433e8a43" providerId="LiveId" clId="{309794F8-99CF-4983-9CCF-D5B7BCCE1DF4}" dt="2023-01-25T08:49:24.253" v="2938"/>
          <ac:graphicFrameMkLst>
            <pc:docMk/>
            <pc:sldMk cId="3478882572" sldId="411"/>
            <ac:graphicFrameMk id="6" creationId="{8AF2FD4F-87E4-180A-928C-B7C314EC769C}"/>
          </ac:graphicFrameMkLst>
        </pc:graphicFrameChg>
        <pc:graphicFrameChg chg="del mod replId">
          <ac:chgData name="Chittaranjan Hens" userId="6fc03958433e8a43" providerId="LiveId" clId="{309794F8-99CF-4983-9CCF-D5B7BCCE1DF4}" dt="2023-01-25T08:49:24.253" v="2938"/>
          <ac:graphicFrameMkLst>
            <pc:docMk/>
            <pc:sldMk cId="3478882572" sldId="411"/>
            <ac:graphicFrameMk id="8" creationId="{06C0BC18-B09F-29DE-0611-E3FA07C0D6BC}"/>
          </ac:graphicFrameMkLst>
        </pc:graphicFrameChg>
        <pc:graphicFrameChg chg="del mod replId">
          <ac:chgData name="Chittaranjan Hens" userId="6fc03958433e8a43" providerId="LiveId" clId="{309794F8-99CF-4983-9CCF-D5B7BCCE1DF4}" dt="2023-01-25T08:49:24.253" v="2938"/>
          <ac:graphicFrameMkLst>
            <pc:docMk/>
            <pc:sldMk cId="3478882572" sldId="411"/>
            <ac:graphicFrameMk id="10" creationId="{F45F5AB0-C5F6-E407-76A6-F61995337068}"/>
          </ac:graphicFrameMkLst>
        </pc:graphicFrameChg>
      </pc:sldChg>
      <pc:sldChg chg="addSp delSp modSp add mod">
        <pc:chgData name="Chittaranjan Hens" userId="6fc03958433e8a43" providerId="LiveId" clId="{309794F8-99CF-4983-9CCF-D5B7BCCE1DF4}" dt="2023-01-25T08:49:28.105" v="2981" actId="27636"/>
        <pc:sldMkLst>
          <pc:docMk/>
          <pc:sldMk cId="3066498584" sldId="412"/>
        </pc:sldMkLst>
        <pc:spChg chg="mod">
          <ac:chgData name="Chittaranjan Hens" userId="6fc03958433e8a43" providerId="LiveId" clId="{309794F8-99CF-4983-9CCF-D5B7BCCE1DF4}" dt="2023-01-21T11:34:32.742" v="966" actId="113"/>
          <ac:spMkLst>
            <pc:docMk/>
            <pc:sldMk cId="3066498584" sldId="412"/>
            <ac:spMk id="2" creationId="{4182E756-F85A-FE68-D3D6-AFA6A8F8C43B}"/>
          </ac:spMkLst>
        </pc:spChg>
        <pc:spChg chg="add mod">
          <ac:chgData name="Chittaranjan Hens" userId="6fc03958433e8a43" providerId="LiveId" clId="{309794F8-99CF-4983-9CCF-D5B7BCCE1DF4}" dt="2023-01-25T08:49:28.105" v="2981" actId="27636"/>
          <ac:spMkLst>
            <pc:docMk/>
            <pc:sldMk cId="3066498584" sldId="412"/>
            <ac:spMk id="4098" creationId="{A7142D9F-DAE9-F85E-3AD5-2EE47BA56F03}"/>
          </ac:spMkLst>
        </pc:spChg>
        <pc:spChg chg="add mod">
          <ac:chgData name="Chittaranjan Hens" userId="6fc03958433e8a43" providerId="LiveId" clId="{309794F8-99CF-4983-9CCF-D5B7BCCE1DF4}" dt="2023-01-25T08:49:28.047" v="2980" actId="27636"/>
          <ac:spMkLst>
            <pc:docMk/>
            <pc:sldMk cId="3066498584" sldId="412"/>
            <ac:spMk id="4099" creationId="{FB1495FF-3AF9-AE8A-5562-F7B8501D935B}"/>
          </ac:spMkLst>
        </pc:spChg>
        <pc:spChg chg="del">
          <ac:chgData name="Chittaranjan Hens" userId="6fc03958433e8a43" providerId="LiveId" clId="{309794F8-99CF-4983-9CCF-D5B7BCCE1DF4}" dt="2023-01-21T10:13:06.095" v="575" actId="478"/>
          <ac:spMkLst>
            <pc:docMk/>
            <pc:sldMk cId="3066498584" sldId="412"/>
            <ac:spMk id="4103" creationId="{7A5BEF94-9DF6-6D0C-DD64-968622DF1FD5}"/>
          </ac:spMkLst>
        </pc:spChg>
        <pc:spChg chg="mod">
          <ac:chgData name="Chittaranjan Hens" userId="6fc03958433e8a43" providerId="LiveId" clId="{309794F8-99CF-4983-9CCF-D5B7BCCE1DF4}" dt="2023-01-21T09:35:50.784" v="246" actId="2711"/>
          <ac:spMkLst>
            <pc:docMk/>
            <pc:sldMk cId="3066498584" sldId="412"/>
            <ac:spMk id="4105" creationId="{C8D38A9A-AEC8-C1D4-0334-601091DC0182}"/>
          </ac:spMkLst>
        </pc:spChg>
        <pc:graphicFrameChg chg="del mod replId">
          <ac:chgData name="Chittaranjan Hens" userId="6fc03958433e8a43" providerId="LiveId" clId="{309794F8-99CF-4983-9CCF-D5B7BCCE1DF4}" dt="2023-01-25T08:49:24.253" v="2938"/>
          <ac:graphicFrameMkLst>
            <pc:docMk/>
            <pc:sldMk cId="3066498584" sldId="412"/>
            <ac:graphicFrameMk id="3" creationId="{A7142D9F-DAE9-F85E-3AD5-2EE47BA56F03}"/>
          </ac:graphicFrameMkLst>
        </pc:graphicFrameChg>
        <pc:graphicFrameChg chg="del mod replId">
          <ac:chgData name="Chittaranjan Hens" userId="6fc03958433e8a43" providerId="LiveId" clId="{309794F8-99CF-4983-9CCF-D5B7BCCE1DF4}" dt="2023-01-25T08:49:24.253" v="2938"/>
          <ac:graphicFrameMkLst>
            <pc:docMk/>
            <pc:sldMk cId="3066498584" sldId="412"/>
            <ac:graphicFrameMk id="6" creationId="{FB1495FF-3AF9-AE8A-5562-F7B8501D935B}"/>
          </ac:graphicFrameMkLst>
        </pc:graphicFrameChg>
        <pc:graphicFrameChg chg="del">
          <ac:chgData name="Chittaranjan Hens" userId="6fc03958433e8a43" providerId="LiveId" clId="{309794F8-99CF-4983-9CCF-D5B7BCCE1DF4}" dt="2023-01-21T09:35:23.473" v="244" actId="478"/>
          <ac:graphicFrameMkLst>
            <pc:docMk/>
            <pc:sldMk cId="3066498584" sldId="412"/>
            <ac:graphicFrameMk id="4100" creationId="{630CAD59-F526-E294-33EB-78AE95994BE1}"/>
          </ac:graphicFrameMkLst>
        </pc:graphicFrameChg>
        <pc:graphicFrameChg chg="del">
          <ac:chgData name="Chittaranjan Hens" userId="6fc03958433e8a43" providerId="LiveId" clId="{309794F8-99CF-4983-9CCF-D5B7BCCE1DF4}" dt="2023-01-21T09:35:23.473" v="244" actId="478"/>
          <ac:graphicFrameMkLst>
            <pc:docMk/>
            <pc:sldMk cId="3066498584" sldId="412"/>
            <ac:graphicFrameMk id="4101" creationId="{192F5250-FFCF-72B9-DE61-241F778A0C8D}"/>
          </ac:graphicFrameMkLst>
        </pc:graphicFrameChg>
        <pc:graphicFrameChg chg="del">
          <ac:chgData name="Chittaranjan Hens" userId="6fc03958433e8a43" providerId="LiveId" clId="{309794F8-99CF-4983-9CCF-D5B7BCCE1DF4}" dt="2023-01-21T09:35:23.473" v="244" actId="478"/>
          <ac:graphicFrameMkLst>
            <pc:docMk/>
            <pc:sldMk cId="3066498584" sldId="412"/>
            <ac:graphicFrameMk id="4102" creationId="{F4713D82-35B1-6597-F32B-B0A5700E7C25}"/>
          </ac:graphicFrameMkLst>
        </pc:graphicFrameChg>
      </pc:sldChg>
      <pc:sldChg chg="addSp delSp modSp add mod">
        <pc:chgData name="Chittaranjan Hens" userId="6fc03958433e8a43" providerId="LiveId" clId="{309794F8-99CF-4983-9CCF-D5B7BCCE1DF4}" dt="2023-01-25T08:49:28.399" v="2986" actId="27636"/>
        <pc:sldMkLst>
          <pc:docMk/>
          <pc:sldMk cId="2881302680" sldId="413"/>
        </pc:sldMkLst>
        <pc:spChg chg="mod">
          <ac:chgData name="Chittaranjan Hens" userId="6fc03958433e8a43" providerId="LiveId" clId="{309794F8-99CF-4983-9CCF-D5B7BCCE1DF4}" dt="2023-01-21T11:34:59.458" v="969" actId="113"/>
          <ac:spMkLst>
            <pc:docMk/>
            <pc:sldMk cId="2881302680" sldId="413"/>
            <ac:spMk id="2" creationId="{4182E756-F85A-FE68-D3D6-AFA6A8F8C43B}"/>
          </ac:spMkLst>
        </pc:spChg>
        <pc:spChg chg="add mod">
          <ac:chgData name="Chittaranjan Hens" userId="6fc03958433e8a43" providerId="LiveId" clId="{309794F8-99CF-4983-9CCF-D5B7BCCE1DF4}" dt="2023-01-25T08:49:28.265" v="2983" actId="27636"/>
          <ac:spMkLst>
            <pc:docMk/>
            <pc:sldMk cId="2881302680" sldId="413"/>
            <ac:spMk id="4098" creationId="{A7142D9F-DAE9-F85E-3AD5-2EE47BA56F03}"/>
          </ac:spMkLst>
        </pc:spChg>
        <pc:spChg chg="add mod">
          <ac:chgData name="Chittaranjan Hens" userId="6fc03958433e8a43" providerId="LiveId" clId="{309794F8-99CF-4983-9CCF-D5B7BCCE1DF4}" dt="2023-01-25T08:49:28.313" v="2984" actId="27636"/>
          <ac:spMkLst>
            <pc:docMk/>
            <pc:sldMk cId="2881302680" sldId="413"/>
            <ac:spMk id="4099" creationId="{FB1495FF-3AF9-AE8A-5562-F7B8501D935B}"/>
          </ac:spMkLst>
        </pc:spChg>
        <pc:spChg chg="add mod">
          <ac:chgData name="Chittaranjan Hens" userId="6fc03958433e8a43" providerId="LiveId" clId="{309794F8-99CF-4983-9CCF-D5B7BCCE1DF4}" dt="2023-01-25T08:49:28.379" v="2985" actId="27636"/>
          <ac:spMkLst>
            <pc:docMk/>
            <pc:sldMk cId="2881302680" sldId="413"/>
            <ac:spMk id="4100" creationId="{630CAD59-F526-E294-33EB-78AE95994BE1}"/>
          </ac:spMkLst>
        </pc:spChg>
        <pc:spChg chg="add mod">
          <ac:chgData name="Chittaranjan Hens" userId="6fc03958433e8a43" providerId="LiveId" clId="{309794F8-99CF-4983-9CCF-D5B7BCCE1DF4}" dt="2023-01-25T08:49:28.209" v="2982" actId="27636"/>
          <ac:spMkLst>
            <pc:docMk/>
            <pc:sldMk cId="2881302680" sldId="413"/>
            <ac:spMk id="4101" creationId="{192F5250-FFCF-72B9-DE61-241F778A0C8D}"/>
          </ac:spMkLst>
        </pc:spChg>
        <pc:spChg chg="add mod">
          <ac:chgData name="Chittaranjan Hens" userId="6fc03958433e8a43" providerId="LiveId" clId="{309794F8-99CF-4983-9CCF-D5B7BCCE1DF4}" dt="2023-01-25T08:49:28.399" v="2986" actId="27636"/>
          <ac:spMkLst>
            <pc:docMk/>
            <pc:sldMk cId="2881302680" sldId="413"/>
            <ac:spMk id="4102" creationId="{F4713D82-35B1-6597-F32B-B0A5700E7C25}"/>
          </ac:spMkLst>
        </pc:spChg>
        <pc:spChg chg="del">
          <ac:chgData name="Chittaranjan Hens" userId="6fc03958433e8a43" providerId="LiveId" clId="{309794F8-99CF-4983-9CCF-D5B7BCCE1DF4}" dt="2023-01-21T10:13:10.740" v="576" actId="478"/>
          <ac:spMkLst>
            <pc:docMk/>
            <pc:sldMk cId="2881302680" sldId="413"/>
            <ac:spMk id="4103" creationId="{7A5BEF94-9DF6-6D0C-DD64-968622DF1FD5}"/>
          </ac:spMkLst>
        </pc:spChg>
        <pc:spChg chg="mod">
          <ac:chgData name="Chittaranjan Hens" userId="6fc03958433e8a43" providerId="LiveId" clId="{309794F8-99CF-4983-9CCF-D5B7BCCE1DF4}" dt="2023-01-21T09:36:46.675" v="291" actId="20577"/>
          <ac:spMkLst>
            <pc:docMk/>
            <pc:sldMk cId="2881302680" sldId="413"/>
            <ac:spMk id="4105" creationId="{C8D38A9A-AEC8-C1D4-0334-601091DC0182}"/>
          </ac:spMkLst>
        </pc:spChg>
        <pc:graphicFrameChg chg="del mod replId">
          <ac:chgData name="Chittaranjan Hens" userId="6fc03958433e8a43" providerId="LiveId" clId="{309794F8-99CF-4983-9CCF-D5B7BCCE1DF4}" dt="2023-01-25T08:49:24.253" v="2938"/>
          <ac:graphicFrameMkLst>
            <pc:docMk/>
            <pc:sldMk cId="2881302680" sldId="413"/>
            <ac:graphicFrameMk id="3" creationId="{A7142D9F-DAE9-F85E-3AD5-2EE47BA56F03}"/>
          </ac:graphicFrameMkLst>
        </pc:graphicFrameChg>
        <pc:graphicFrameChg chg="del mod replId">
          <ac:chgData name="Chittaranjan Hens" userId="6fc03958433e8a43" providerId="LiveId" clId="{309794F8-99CF-4983-9CCF-D5B7BCCE1DF4}" dt="2023-01-25T08:49:24.253" v="2938"/>
          <ac:graphicFrameMkLst>
            <pc:docMk/>
            <pc:sldMk cId="2881302680" sldId="413"/>
            <ac:graphicFrameMk id="6" creationId="{FB1495FF-3AF9-AE8A-5562-F7B8501D935B}"/>
          </ac:graphicFrameMkLst>
        </pc:graphicFrameChg>
        <pc:graphicFrameChg chg="del mod replId">
          <ac:chgData name="Chittaranjan Hens" userId="6fc03958433e8a43" providerId="LiveId" clId="{309794F8-99CF-4983-9CCF-D5B7BCCE1DF4}" dt="2023-01-25T08:49:24.253" v="2938"/>
          <ac:graphicFrameMkLst>
            <pc:docMk/>
            <pc:sldMk cId="2881302680" sldId="413"/>
            <ac:graphicFrameMk id="8" creationId="{630CAD59-F526-E294-33EB-78AE95994BE1}"/>
          </ac:graphicFrameMkLst>
        </pc:graphicFrameChg>
        <pc:graphicFrameChg chg="del mod replId">
          <ac:chgData name="Chittaranjan Hens" userId="6fc03958433e8a43" providerId="LiveId" clId="{309794F8-99CF-4983-9CCF-D5B7BCCE1DF4}" dt="2023-01-25T08:49:24.253" v="2938"/>
          <ac:graphicFrameMkLst>
            <pc:docMk/>
            <pc:sldMk cId="2881302680" sldId="413"/>
            <ac:graphicFrameMk id="10" creationId="{192F5250-FFCF-72B9-DE61-241F778A0C8D}"/>
          </ac:graphicFrameMkLst>
        </pc:graphicFrameChg>
        <pc:graphicFrameChg chg="add del mod replId">
          <ac:chgData name="Chittaranjan Hens" userId="6fc03958433e8a43" providerId="LiveId" clId="{309794F8-99CF-4983-9CCF-D5B7BCCE1DF4}" dt="2023-01-25T08:49:24.253" v="2938"/>
          <ac:graphicFrameMkLst>
            <pc:docMk/>
            <pc:sldMk cId="2881302680" sldId="413"/>
            <ac:graphicFrameMk id="12" creationId="{F4713D82-35B1-6597-F32B-B0A5700E7C25}"/>
          </ac:graphicFrameMkLst>
        </pc:graphicFrameChg>
      </pc:sldChg>
      <pc:sldChg chg="add del">
        <pc:chgData name="Chittaranjan Hens" userId="6fc03958433e8a43" providerId="LiveId" clId="{309794F8-99CF-4983-9CCF-D5B7BCCE1DF4}" dt="2023-01-21T09:48:36.677" v="328" actId="47"/>
        <pc:sldMkLst>
          <pc:docMk/>
          <pc:sldMk cId="166049264" sldId="414"/>
        </pc:sldMkLst>
      </pc:sldChg>
      <pc:sldChg chg="addSp delSp modSp add mod ord">
        <pc:chgData name="Chittaranjan Hens" userId="6fc03958433e8a43" providerId="LiveId" clId="{309794F8-99CF-4983-9CCF-D5B7BCCE1DF4}" dt="2023-01-25T08:49:28.581" v="2989" actId="27636"/>
        <pc:sldMkLst>
          <pc:docMk/>
          <pc:sldMk cId="1333430897" sldId="415"/>
        </pc:sldMkLst>
        <pc:spChg chg="mod">
          <ac:chgData name="Chittaranjan Hens" userId="6fc03958433e8a43" providerId="LiveId" clId="{309794F8-99CF-4983-9CCF-D5B7BCCE1DF4}" dt="2023-01-21T11:34:50.724" v="967" actId="113"/>
          <ac:spMkLst>
            <pc:docMk/>
            <pc:sldMk cId="1333430897" sldId="415"/>
            <ac:spMk id="3" creationId="{803EF8A2-813D-087D-0973-EA582F68D86F}"/>
          </ac:spMkLst>
        </pc:spChg>
        <pc:spChg chg="add mod">
          <ac:chgData name="Chittaranjan Hens" userId="6fc03958433e8a43" providerId="LiveId" clId="{309794F8-99CF-4983-9CCF-D5B7BCCE1DF4}" dt="2023-01-25T08:49:28.466" v="2987" actId="27636"/>
          <ac:spMkLst>
            <pc:docMk/>
            <pc:sldMk cId="1333430897" sldId="415"/>
            <ac:spMk id="5122" creationId="{177A508A-70C8-28CA-922D-374CC38A976A}"/>
          </ac:spMkLst>
        </pc:spChg>
        <pc:spChg chg="add mod">
          <ac:chgData name="Chittaranjan Hens" userId="6fc03958433e8a43" providerId="LiveId" clId="{309794F8-99CF-4983-9CCF-D5B7BCCE1DF4}" dt="2023-01-25T08:49:28.581" v="2989" actId="27636"/>
          <ac:spMkLst>
            <pc:docMk/>
            <pc:sldMk cId="1333430897" sldId="415"/>
            <ac:spMk id="5123" creationId="{E45A5FD2-5C75-48B1-716A-ED448DAFBE76}"/>
          </ac:spMkLst>
        </pc:spChg>
        <pc:spChg chg="add mod">
          <ac:chgData name="Chittaranjan Hens" userId="6fc03958433e8a43" providerId="LiveId" clId="{309794F8-99CF-4983-9CCF-D5B7BCCE1DF4}" dt="2023-01-25T08:49:28.564" v="2988" actId="27636"/>
          <ac:spMkLst>
            <pc:docMk/>
            <pc:sldMk cId="1333430897" sldId="415"/>
            <ac:spMk id="5124" creationId="{385D5E63-2C4B-48D5-332D-D98DCF90DFF4}"/>
          </ac:spMkLst>
        </pc:spChg>
        <pc:spChg chg="del">
          <ac:chgData name="Chittaranjan Hens" userId="6fc03958433e8a43" providerId="LiveId" clId="{309794F8-99CF-4983-9CCF-D5B7BCCE1DF4}" dt="2023-01-21T10:13:14.202" v="577" actId="478"/>
          <ac:spMkLst>
            <pc:docMk/>
            <pc:sldMk cId="1333430897" sldId="415"/>
            <ac:spMk id="5128" creationId="{C8C409A4-79EC-A37C-80CA-53EDF3BCC392}"/>
          </ac:spMkLst>
        </pc:spChg>
        <pc:spChg chg="mod">
          <ac:chgData name="Chittaranjan Hens" userId="6fc03958433e8a43" providerId="LiveId" clId="{309794F8-99CF-4983-9CCF-D5B7BCCE1DF4}" dt="2023-01-21T10:08:47.145" v="523" actId="20577"/>
          <ac:spMkLst>
            <pc:docMk/>
            <pc:sldMk cId="1333430897" sldId="415"/>
            <ac:spMk id="5130" creationId="{2059CBC7-5FD0-363E-A717-16CCAF84FCF2}"/>
          </ac:spMkLst>
        </pc:spChg>
        <pc:graphicFrameChg chg="del mod replId">
          <ac:chgData name="Chittaranjan Hens" userId="6fc03958433e8a43" providerId="LiveId" clId="{309794F8-99CF-4983-9CCF-D5B7BCCE1DF4}" dt="2023-01-25T08:49:24.253" v="2938"/>
          <ac:graphicFrameMkLst>
            <pc:docMk/>
            <pc:sldMk cId="1333430897" sldId="415"/>
            <ac:graphicFrameMk id="2" creationId="{177A508A-70C8-28CA-922D-374CC38A976A}"/>
          </ac:graphicFrameMkLst>
        </pc:graphicFrameChg>
        <pc:graphicFrameChg chg="del mod replId">
          <ac:chgData name="Chittaranjan Hens" userId="6fc03958433e8a43" providerId="LiveId" clId="{309794F8-99CF-4983-9CCF-D5B7BCCE1DF4}" dt="2023-01-25T08:49:24.253" v="2938"/>
          <ac:graphicFrameMkLst>
            <pc:docMk/>
            <pc:sldMk cId="1333430897" sldId="415"/>
            <ac:graphicFrameMk id="6" creationId="{E45A5FD2-5C75-48B1-716A-ED448DAFBE76}"/>
          </ac:graphicFrameMkLst>
        </pc:graphicFrameChg>
        <pc:graphicFrameChg chg="del mod replId">
          <ac:chgData name="Chittaranjan Hens" userId="6fc03958433e8a43" providerId="LiveId" clId="{309794F8-99CF-4983-9CCF-D5B7BCCE1DF4}" dt="2023-01-25T08:49:24.253" v="2938"/>
          <ac:graphicFrameMkLst>
            <pc:docMk/>
            <pc:sldMk cId="1333430897" sldId="415"/>
            <ac:graphicFrameMk id="8" creationId="{385D5E63-2C4B-48D5-332D-D98DCF90DFF4}"/>
          </ac:graphicFrameMkLst>
        </pc:graphicFrameChg>
        <pc:graphicFrameChg chg="del">
          <ac:chgData name="Chittaranjan Hens" userId="6fc03958433e8a43" providerId="LiveId" clId="{309794F8-99CF-4983-9CCF-D5B7BCCE1DF4}" dt="2023-01-21T09:48:48.781" v="330" actId="478"/>
          <ac:graphicFrameMkLst>
            <pc:docMk/>
            <pc:sldMk cId="1333430897" sldId="415"/>
            <ac:graphicFrameMk id="5125" creationId="{9B81DF31-5A6B-B125-DEC0-3E7BA7A4CD5D}"/>
          </ac:graphicFrameMkLst>
        </pc:graphicFrameChg>
        <pc:graphicFrameChg chg="del">
          <ac:chgData name="Chittaranjan Hens" userId="6fc03958433e8a43" providerId="LiveId" clId="{309794F8-99CF-4983-9CCF-D5B7BCCE1DF4}" dt="2023-01-21T09:48:48.781" v="330" actId="478"/>
          <ac:graphicFrameMkLst>
            <pc:docMk/>
            <pc:sldMk cId="1333430897" sldId="415"/>
            <ac:graphicFrameMk id="5126" creationId="{9F02FEDF-A597-CAA6-10C8-FCDEEF666688}"/>
          </ac:graphicFrameMkLst>
        </pc:graphicFrameChg>
        <pc:graphicFrameChg chg="del">
          <ac:chgData name="Chittaranjan Hens" userId="6fc03958433e8a43" providerId="LiveId" clId="{309794F8-99CF-4983-9CCF-D5B7BCCE1DF4}" dt="2023-01-21T09:48:48.781" v="330" actId="478"/>
          <ac:graphicFrameMkLst>
            <pc:docMk/>
            <pc:sldMk cId="1333430897" sldId="415"/>
            <ac:graphicFrameMk id="5127" creationId="{69CE7186-D001-5B8B-426C-C7D9FF24582E}"/>
          </ac:graphicFrameMkLst>
        </pc:graphicFrameChg>
      </pc:sldChg>
      <pc:sldChg chg="addSp delSp modSp add mod">
        <pc:chgData name="Chittaranjan Hens" userId="6fc03958433e8a43" providerId="LiveId" clId="{309794F8-99CF-4983-9CCF-D5B7BCCE1DF4}" dt="2023-01-25T08:49:29.446" v="3002" actId="27636"/>
        <pc:sldMkLst>
          <pc:docMk/>
          <pc:sldMk cId="328758699" sldId="416"/>
        </pc:sldMkLst>
        <pc:spChg chg="add mod">
          <ac:chgData name="Chittaranjan Hens" userId="6fc03958433e8a43" providerId="LiveId" clId="{309794F8-99CF-4983-9CCF-D5B7BCCE1DF4}" dt="2023-01-21T10:09:35.050" v="538" actId="14100"/>
          <ac:spMkLst>
            <pc:docMk/>
            <pc:sldMk cId="328758699" sldId="416"/>
            <ac:spMk id="3" creationId="{42AA69F6-8376-67B3-9236-758DCDED4E78}"/>
          </ac:spMkLst>
        </pc:spChg>
        <pc:spChg chg="del mod">
          <ac:chgData name="Chittaranjan Hens" userId="6fc03958433e8a43" providerId="LiveId" clId="{309794F8-99CF-4983-9CCF-D5B7BCCE1DF4}" dt="2023-01-21T10:10:09.029" v="543" actId="478"/>
          <ac:spMkLst>
            <pc:docMk/>
            <pc:sldMk cId="328758699" sldId="416"/>
            <ac:spMk id="4" creationId="{E02EA349-8878-44BE-279E-E777C275A48E}"/>
          </ac:spMkLst>
        </pc:spChg>
        <pc:spChg chg="add del mod">
          <ac:chgData name="Chittaranjan Hens" userId="6fc03958433e8a43" providerId="LiveId" clId="{309794F8-99CF-4983-9CCF-D5B7BCCE1DF4}" dt="2023-01-21T10:10:14.384" v="544" actId="478"/>
          <ac:spMkLst>
            <pc:docMk/>
            <pc:sldMk cId="328758699" sldId="416"/>
            <ac:spMk id="7" creationId="{16AC966A-D0FE-5CD4-8845-601B31438AAC}"/>
          </ac:spMkLst>
        </pc:spChg>
        <pc:spChg chg="add mod">
          <ac:chgData name="Chittaranjan Hens" userId="6fc03958433e8a43" providerId="LiveId" clId="{309794F8-99CF-4983-9CCF-D5B7BCCE1DF4}" dt="2023-01-21T11:36:32.118" v="981" actId="404"/>
          <ac:spMkLst>
            <pc:docMk/>
            <pc:sldMk cId="328758699" sldId="416"/>
            <ac:spMk id="8" creationId="{B176985A-5054-FCB5-DB11-4DC6A8818380}"/>
          </ac:spMkLst>
        </pc:spChg>
        <pc:spChg chg="add mod">
          <ac:chgData name="Chittaranjan Hens" userId="6fc03958433e8a43" providerId="LiveId" clId="{309794F8-99CF-4983-9CCF-D5B7BCCE1DF4}" dt="2023-01-25T08:49:29.183" v="2999" actId="27636"/>
          <ac:spMkLst>
            <pc:docMk/>
            <pc:sldMk cId="328758699" sldId="416"/>
            <ac:spMk id="6146" creationId="{D604D561-C96F-3E5D-D286-38B6EBC37309}"/>
          </ac:spMkLst>
        </pc:spChg>
        <pc:spChg chg="add mod">
          <ac:chgData name="Chittaranjan Hens" userId="6fc03958433e8a43" providerId="LiveId" clId="{309794F8-99CF-4983-9CCF-D5B7BCCE1DF4}" dt="2023-01-25T08:49:29.145" v="2998" actId="27636"/>
          <ac:spMkLst>
            <pc:docMk/>
            <pc:sldMk cId="328758699" sldId="416"/>
            <ac:spMk id="6147" creationId="{DCC59F57-DE1A-F299-93BB-7595845C929F}"/>
          </ac:spMkLst>
        </pc:spChg>
        <pc:spChg chg="add mod">
          <ac:chgData name="Chittaranjan Hens" userId="6fc03958433e8a43" providerId="LiveId" clId="{309794F8-99CF-4983-9CCF-D5B7BCCE1DF4}" dt="2023-01-25T08:49:29.270" v="3000" actId="27636"/>
          <ac:spMkLst>
            <pc:docMk/>
            <pc:sldMk cId="328758699" sldId="416"/>
            <ac:spMk id="6148" creationId="{F0586BC2-B6EA-6E79-E7DB-18769FABC1ED}"/>
          </ac:spMkLst>
        </pc:spChg>
        <pc:spChg chg="add mod">
          <ac:chgData name="Chittaranjan Hens" userId="6fc03958433e8a43" providerId="LiveId" clId="{309794F8-99CF-4983-9CCF-D5B7BCCE1DF4}" dt="2023-01-25T08:49:29.387" v="3001" actId="27636"/>
          <ac:spMkLst>
            <pc:docMk/>
            <pc:sldMk cId="328758699" sldId="416"/>
            <ac:spMk id="6149" creationId="{3105E49E-3640-FD1D-FED9-65226524A602}"/>
          </ac:spMkLst>
        </pc:spChg>
        <pc:spChg chg="add mod">
          <ac:chgData name="Chittaranjan Hens" userId="6fc03958433e8a43" providerId="LiveId" clId="{309794F8-99CF-4983-9CCF-D5B7BCCE1DF4}" dt="2023-01-25T08:49:29.446" v="3002" actId="27636"/>
          <ac:spMkLst>
            <pc:docMk/>
            <pc:sldMk cId="328758699" sldId="416"/>
            <ac:spMk id="6150" creationId="{44419ABE-82D9-1D55-BB5C-6AF1A2CC497C}"/>
          </ac:spMkLst>
        </pc:spChg>
        <pc:spChg chg="mod">
          <ac:chgData name="Chittaranjan Hens" userId="6fc03958433e8a43" providerId="LiveId" clId="{309794F8-99CF-4983-9CCF-D5B7BCCE1DF4}" dt="2023-01-21T10:47:06.132" v="684" actId="20577"/>
          <ac:spMkLst>
            <pc:docMk/>
            <pc:sldMk cId="328758699" sldId="416"/>
            <ac:spMk id="6154" creationId="{386DCE0D-111E-564E-AB25-1B98D0E971B5}"/>
          </ac:spMkLst>
        </pc:spChg>
        <pc:graphicFrameChg chg="del mod replId">
          <ac:chgData name="Chittaranjan Hens" userId="6fc03958433e8a43" providerId="LiveId" clId="{309794F8-99CF-4983-9CCF-D5B7BCCE1DF4}" dt="2023-01-25T08:49:24.253" v="2938"/>
          <ac:graphicFrameMkLst>
            <pc:docMk/>
            <pc:sldMk cId="328758699" sldId="416"/>
            <ac:graphicFrameMk id="2" creationId="{D604D561-C96F-3E5D-D286-38B6EBC37309}"/>
          </ac:graphicFrameMkLst>
        </pc:graphicFrameChg>
        <pc:graphicFrameChg chg="del mod replId">
          <ac:chgData name="Chittaranjan Hens" userId="6fc03958433e8a43" providerId="LiveId" clId="{309794F8-99CF-4983-9CCF-D5B7BCCE1DF4}" dt="2023-01-25T08:49:24.253" v="2938"/>
          <ac:graphicFrameMkLst>
            <pc:docMk/>
            <pc:sldMk cId="328758699" sldId="416"/>
            <ac:graphicFrameMk id="6" creationId="{DCC59F57-DE1A-F299-93BB-7595845C929F}"/>
          </ac:graphicFrameMkLst>
        </pc:graphicFrameChg>
        <pc:graphicFrameChg chg="del mod replId">
          <ac:chgData name="Chittaranjan Hens" userId="6fc03958433e8a43" providerId="LiveId" clId="{309794F8-99CF-4983-9CCF-D5B7BCCE1DF4}" dt="2023-01-25T08:49:24.253" v="2938"/>
          <ac:graphicFrameMkLst>
            <pc:docMk/>
            <pc:sldMk cId="328758699" sldId="416"/>
            <ac:graphicFrameMk id="9" creationId="{F0586BC2-B6EA-6E79-E7DB-18769FABC1ED}"/>
          </ac:graphicFrameMkLst>
        </pc:graphicFrameChg>
        <pc:graphicFrameChg chg="del mod replId">
          <ac:chgData name="Chittaranjan Hens" userId="6fc03958433e8a43" providerId="LiveId" clId="{309794F8-99CF-4983-9CCF-D5B7BCCE1DF4}" dt="2023-01-25T08:49:24.253" v="2938"/>
          <ac:graphicFrameMkLst>
            <pc:docMk/>
            <pc:sldMk cId="328758699" sldId="416"/>
            <ac:graphicFrameMk id="11" creationId="{3105E49E-3640-FD1D-FED9-65226524A602}"/>
          </ac:graphicFrameMkLst>
        </pc:graphicFrameChg>
        <pc:graphicFrameChg chg="del mod replId">
          <ac:chgData name="Chittaranjan Hens" userId="6fc03958433e8a43" providerId="LiveId" clId="{309794F8-99CF-4983-9CCF-D5B7BCCE1DF4}" dt="2023-01-25T08:49:24.253" v="2938"/>
          <ac:graphicFrameMkLst>
            <pc:docMk/>
            <pc:sldMk cId="328758699" sldId="416"/>
            <ac:graphicFrameMk id="13" creationId="{44419ABE-82D9-1D55-BB5C-6AF1A2CC497C}"/>
          </ac:graphicFrameMkLst>
        </pc:graphicFrameChg>
        <pc:graphicFrameChg chg="del">
          <ac:chgData name="Chittaranjan Hens" userId="6fc03958433e8a43" providerId="LiveId" clId="{309794F8-99CF-4983-9CCF-D5B7BCCE1DF4}" dt="2023-01-21T10:04:37.746" v="459" actId="478"/>
          <ac:graphicFrameMkLst>
            <pc:docMk/>
            <pc:sldMk cId="328758699" sldId="416"/>
            <ac:graphicFrameMk id="6151" creationId="{FB5FA6D7-17E3-6C6B-9B63-E8A1E2907C12}"/>
          </ac:graphicFrameMkLst>
        </pc:graphicFrameChg>
      </pc:sldChg>
      <pc:sldChg chg="add del">
        <pc:chgData name="Chittaranjan Hens" userId="6fc03958433e8a43" providerId="LiveId" clId="{309794F8-99CF-4983-9CCF-D5B7BCCE1DF4}" dt="2023-01-21T09:52:20.298" v="390" actId="47"/>
        <pc:sldMkLst>
          <pc:docMk/>
          <pc:sldMk cId="2889263971" sldId="417"/>
        </pc:sldMkLst>
      </pc:sldChg>
      <pc:sldChg chg="modSp add del mod">
        <pc:chgData name="Chittaranjan Hens" userId="6fc03958433e8a43" providerId="LiveId" clId="{309794F8-99CF-4983-9CCF-D5B7BCCE1DF4}" dt="2023-01-21T10:07:29.655" v="486" actId="47"/>
        <pc:sldMkLst>
          <pc:docMk/>
          <pc:sldMk cId="3729457274" sldId="417"/>
        </pc:sldMkLst>
        <pc:spChg chg="mod">
          <ac:chgData name="Chittaranjan Hens" userId="6fc03958433e8a43" providerId="LiveId" clId="{309794F8-99CF-4983-9CCF-D5B7BCCE1DF4}" dt="2023-01-21T09:53:07.396" v="395" actId="2711"/>
          <ac:spMkLst>
            <pc:docMk/>
            <pc:sldMk cId="3729457274" sldId="417"/>
            <ac:spMk id="6154" creationId="{386DCE0D-111E-564E-AB25-1B98D0E971B5}"/>
          </ac:spMkLst>
        </pc:spChg>
        <pc:graphicFrameChg chg="mod">
          <ac:chgData name="Chittaranjan Hens" userId="6fc03958433e8a43" providerId="LiveId" clId="{309794F8-99CF-4983-9CCF-D5B7BCCE1DF4}" dt="2023-01-21T09:53:11.474" v="396" actId="1076"/>
          <ac:graphicFrameMkLst>
            <pc:docMk/>
            <pc:sldMk cId="3729457274" sldId="417"/>
            <ac:graphicFrameMk id="6146" creationId="{D604D561-C96F-3E5D-D286-38B6EBC37309}"/>
          </ac:graphicFrameMkLst>
        </pc:graphicFrameChg>
      </pc:sldChg>
      <pc:sldChg chg="addSp delSp modSp add mod">
        <pc:chgData name="Chittaranjan Hens" userId="6fc03958433e8a43" providerId="LiveId" clId="{309794F8-99CF-4983-9CCF-D5B7BCCE1DF4}" dt="2023-01-25T08:49:29.800" v="3007" actId="27636"/>
        <pc:sldMkLst>
          <pc:docMk/>
          <pc:sldMk cId="2718063657" sldId="418"/>
        </pc:sldMkLst>
        <pc:spChg chg="add del mod">
          <ac:chgData name="Chittaranjan Hens" userId="6fc03958433e8a43" providerId="LiveId" clId="{309794F8-99CF-4983-9CCF-D5B7BCCE1DF4}" dt="2023-01-21T10:06:41.185" v="475"/>
          <ac:spMkLst>
            <pc:docMk/>
            <pc:sldMk cId="2718063657" sldId="418"/>
            <ac:spMk id="2" creationId="{30A7DC94-16C0-75B4-7432-514595B1525B}"/>
          </ac:spMkLst>
        </pc:spChg>
        <pc:spChg chg="del">
          <ac:chgData name="Chittaranjan Hens" userId="6fc03958433e8a43" providerId="LiveId" clId="{309794F8-99CF-4983-9CCF-D5B7BCCE1DF4}" dt="2023-01-21T10:18:10.905" v="618" actId="478"/>
          <ac:spMkLst>
            <pc:docMk/>
            <pc:sldMk cId="2718063657" sldId="418"/>
            <ac:spMk id="3" creationId="{42AA69F6-8376-67B3-9236-758DCDED4E78}"/>
          </ac:spMkLst>
        </pc:spChg>
        <pc:spChg chg="mod">
          <ac:chgData name="Chittaranjan Hens" userId="6fc03958433e8a43" providerId="LiveId" clId="{309794F8-99CF-4983-9CCF-D5B7BCCE1DF4}" dt="2023-01-21T11:35:54.668" v="976" actId="113"/>
          <ac:spMkLst>
            <pc:docMk/>
            <pc:sldMk cId="2718063657" sldId="418"/>
            <ac:spMk id="4" creationId="{E02EA349-8878-44BE-279E-E777C275A48E}"/>
          </ac:spMkLst>
        </pc:spChg>
        <pc:spChg chg="add del mod">
          <ac:chgData name="Chittaranjan Hens" userId="6fc03958433e8a43" providerId="LiveId" clId="{309794F8-99CF-4983-9CCF-D5B7BCCE1DF4}" dt="2023-01-21T10:06:44.728" v="477"/>
          <ac:spMkLst>
            <pc:docMk/>
            <pc:sldMk cId="2718063657" sldId="418"/>
            <ac:spMk id="7" creationId="{08ABB46A-B5AE-0BE9-374F-02D120D05EB5}"/>
          </ac:spMkLst>
        </pc:spChg>
        <pc:spChg chg="add mod">
          <ac:chgData name="Chittaranjan Hens" userId="6fc03958433e8a43" providerId="LiveId" clId="{309794F8-99CF-4983-9CCF-D5B7BCCE1DF4}" dt="2023-01-21T10:46:45.224" v="683" actId="20577"/>
          <ac:spMkLst>
            <pc:docMk/>
            <pc:sldMk cId="2718063657" sldId="418"/>
            <ac:spMk id="9" creationId="{2B097711-209B-53BC-6A84-9713AB702F08}"/>
          </ac:spMkLst>
        </pc:spChg>
        <pc:spChg chg="add mod">
          <ac:chgData name="Chittaranjan Hens" userId="6fc03958433e8a43" providerId="LiveId" clId="{309794F8-99CF-4983-9CCF-D5B7BCCE1DF4}" dt="2023-01-21T10:46:25.487" v="674" actId="1076"/>
          <ac:spMkLst>
            <pc:docMk/>
            <pc:sldMk cId="2718063657" sldId="418"/>
            <ac:spMk id="11" creationId="{013FA730-192A-6FEF-D4B5-81AE89CF5116}"/>
          </ac:spMkLst>
        </pc:spChg>
        <pc:spChg chg="add mod">
          <ac:chgData name="Chittaranjan Hens" userId="6fc03958433e8a43" providerId="LiveId" clId="{309794F8-99CF-4983-9CCF-D5B7BCCE1DF4}" dt="2023-01-21T10:18:22.275" v="621"/>
          <ac:spMkLst>
            <pc:docMk/>
            <pc:sldMk cId="2718063657" sldId="418"/>
            <ac:spMk id="12" creationId="{1AF72D0D-A4A2-9F9C-E2C0-60ADBFB2A3C0}"/>
          </ac:spMkLst>
        </pc:spChg>
        <pc:spChg chg="add mod">
          <ac:chgData name="Chittaranjan Hens" userId="6fc03958433e8a43" providerId="LiveId" clId="{309794F8-99CF-4983-9CCF-D5B7BCCE1DF4}" dt="2023-01-25T08:49:29.587" v="3004" actId="27636"/>
          <ac:spMkLst>
            <pc:docMk/>
            <pc:sldMk cId="2718063657" sldId="418"/>
            <ac:spMk id="6146" creationId="{D604D561-C96F-3E5D-D286-38B6EBC37309}"/>
          </ac:spMkLst>
        </pc:spChg>
        <pc:spChg chg="add mod">
          <ac:chgData name="Chittaranjan Hens" userId="6fc03958433e8a43" providerId="LiveId" clId="{309794F8-99CF-4983-9CCF-D5B7BCCE1DF4}" dt="2023-01-25T08:49:29.800" v="3007" actId="27636"/>
          <ac:spMkLst>
            <pc:docMk/>
            <pc:sldMk cId="2718063657" sldId="418"/>
            <ac:spMk id="6147" creationId="{DCC59F57-DE1A-F299-93BB-7595845C929F}"/>
          </ac:spMkLst>
        </pc:spChg>
        <pc:spChg chg="add mod">
          <ac:chgData name="Chittaranjan Hens" userId="6fc03958433e8a43" providerId="LiveId" clId="{309794F8-99CF-4983-9CCF-D5B7BCCE1DF4}" dt="2023-01-25T08:49:29.783" v="3006" actId="27636"/>
          <ac:spMkLst>
            <pc:docMk/>
            <pc:sldMk cId="2718063657" sldId="418"/>
            <ac:spMk id="6148" creationId="{F0586BC2-B6EA-6E79-E7DB-18769FABC1ED}"/>
          </ac:spMkLst>
        </pc:spChg>
        <pc:spChg chg="add mod">
          <ac:chgData name="Chittaranjan Hens" userId="6fc03958433e8a43" providerId="LiveId" clId="{309794F8-99CF-4983-9CCF-D5B7BCCE1DF4}" dt="2023-01-25T08:49:29.697" v="3005" actId="27636"/>
          <ac:spMkLst>
            <pc:docMk/>
            <pc:sldMk cId="2718063657" sldId="418"/>
            <ac:spMk id="6149" creationId="{3105E49E-3640-FD1D-FED9-65226524A602}"/>
          </ac:spMkLst>
        </pc:spChg>
        <pc:spChg chg="add mod">
          <ac:chgData name="Chittaranjan Hens" userId="6fc03958433e8a43" providerId="LiveId" clId="{309794F8-99CF-4983-9CCF-D5B7BCCE1DF4}" dt="2023-01-25T08:49:29.551" v="3003" actId="27636"/>
          <ac:spMkLst>
            <pc:docMk/>
            <pc:sldMk cId="2718063657" sldId="418"/>
            <ac:spMk id="6150" creationId="{44419ABE-82D9-1D55-BB5C-6AF1A2CC497C}"/>
          </ac:spMkLst>
        </pc:spChg>
        <pc:spChg chg="del">
          <ac:chgData name="Chittaranjan Hens" userId="6fc03958433e8a43" providerId="LiveId" clId="{309794F8-99CF-4983-9CCF-D5B7BCCE1DF4}" dt="2023-01-21T10:13:33.179" v="581" actId="478"/>
          <ac:spMkLst>
            <pc:docMk/>
            <pc:sldMk cId="2718063657" sldId="418"/>
            <ac:spMk id="6152" creationId="{55939299-A0A7-89D4-0FF4-2A13A25161AB}"/>
          </ac:spMkLst>
        </pc:spChg>
        <pc:spChg chg="mod">
          <ac:chgData name="Chittaranjan Hens" userId="6fc03958433e8a43" providerId="LiveId" clId="{309794F8-99CF-4983-9CCF-D5B7BCCE1DF4}" dt="2023-01-21T10:10:02.244" v="542" actId="14100"/>
          <ac:spMkLst>
            <pc:docMk/>
            <pc:sldMk cId="2718063657" sldId="418"/>
            <ac:spMk id="6154" creationId="{386DCE0D-111E-564E-AB25-1B98D0E971B5}"/>
          </ac:spMkLst>
        </pc:spChg>
        <pc:graphicFrameChg chg="del mod replId">
          <ac:chgData name="Chittaranjan Hens" userId="6fc03958433e8a43" providerId="LiveId" clId="{309794F8-99CF-4983-9CCF-D5B7BCCE1DF4}" dt="2023-01-25T08:49:24.253" v="2938"/>
          <ac:graphicFrameMkLst>
            <pc:docMk/>
            <pc:sldMk cId="2718063657" sldId="418"/>
            <ac:graphicFrameMk id="2" creationId="{D604D561-C96F-3E5D-D286-38B6EBC37309}"/>
          </ac:graphicFrameMkLst>
        </pc:graphicFrameChg>
        <pc:graphicFrameChg chg="add del mod">
          <ac:chgData name="Chittaranjan Hens" userId="6fc03958433e8a43" providerId="LiveId" clId="{309794F8-99CF-4983-9CCF-D5B7BCCE1DF4}" dt="2023-01-21T10:06:41.185" v="475"/>
          <ac:graphicFrameMkLst>
            <pc:docMk/>
            <pc:sldMk cId="2718063657" sldId="418"/>
            <ac:graphicFrameMk id="6" creationId="{66156429-B847-DF90-0B45-A59D2D1A4B82}"/>
          </ac:graphicFrameMkLst>
        </pc:graphicFrameChg>
        <pc:graphicFrameChg chg="del mod replId">
          <ac:chgData name="Chittaranjan Hens" userId="6fc03958433e8a43" providerId="LiveId" clId="{309794F8-99CF-4983-9CCF-D5B7BCCE1DF4}" dt="2023-01-25T08:49:24.253" v="2938"/>
          <ac:graphicFrameMkLst>
            <pc:docMk/>
            <pc:sldMk cId="2718063657" sldId="418"/>
            <ac:graphicFrameMk id="6" creationId="{DCC59F57-DE1A-F299-93BB-7595845C929F}"/>
          </ac:graphicFrameMkLst>
        </pc:graphicFrameChg>
        <pc:graphicFrameChg chg="add del mod">
          <ac:chgData name="Chittaranjan Hens" userId="6fc03958433e8a43" providerId="LiveId" clId="{309794F8-99CF-4983-9CCF-D5B7BCCE1DF4}" dt="2023-01-21T10:06:44.728" v="477"/>
          <ac:graphicFrameMkLst>
            <pc:docMk/>
            <pc:sldMk cId="2718063657" sldId="418"/>
            <ac:graphicFrameMk id="8" creationId="{1DCF6875-2342-E49F-343C-E8CF160E9B45}"/>
          </ac:graphicFrameMkLst>
        </pc:graphicFrameChg>
        <pc:graphicFrameChg chg="del mod replId">
          <ac:chgData name="Chittaranjan Hens" userId="6fc03958433e8a43" providerId="LiveId" clId="{309794F8-99CF-4983-9CCF-D5B7BCCE1DF4}" dt="2023-01-25T08:49:24.253" v="2938"/>
          <ac:graphicFrameMkLst>
            <pc:docMk/>
            <pc:sldMk cId="2718063657" sldId="418"/>
            <ac:graphicFrameMk id="8" creationId="{F0586BC2-B6EA-6E79-E7DB-18769FABC1ED}"/>
          </ac:graphicFrameMkLst>
        </pc:graphicFrameChg>
        <pc:graphicFrameChg chg="add del mod replId">
          <ac:chgData name="Chittaranjan Hens" userId="6fc03958433e8a43" providerId="LiveId" clId="{309794F8-99CF-4983-9CCF-D5B7BCCE1DF4}" dt="2023-01-21T10:46:01.537" v="665"/>
          <ac:graphicFrameMkLst>
            <pc:docMk/>
            <pc:sldMk cId="2718063657" sldId="418"/>
            <ac:graphicFrameMk id="13" creationId="{2B097711-209B-53BC-6A84-9713AB702F08}"/>
          </ac:graphicFrameMkLst>
        </pc:graphicFrameChg>
        <pc:graphicFrameChg chg="del mod replId">
          <ac:chgData name="Chittaranjan Hens" userId="6fc03958433e8a43" providerId="LiveId" clId="{309794F8-99CF-4983-9CCF-D5B7BCCE1DF4}" dt="2023-01-25T08:49:24.253" v="2938"/>
          <ac:graphicFrameMkLst>
            <pc:docMk/>
            <pc:sldMk cId="2718063657" sldId="418"/>
            <ac:graphicFrameMk id="13" creationId="{3105E49E-3640-FD1D-FED9-65226524A602}"/>
          </ac:graphicFrameMkLst>
        </pc:graphicFrameChg>
        <pc:graphicFrameChg chg="del mod replId">
          <ac:chgData name="Chittaranjan Hens" userId="6fc03958433e8a43" providerId="LiveId" clId="{309794F8-99CF-4983-9CCF-D5B7BCCE1DF4}" dt="2023-01-25T08:49:24.253" v="2938"/>
          <ac:graphicFrameMkLst>
            <pc:docMk/>
            <pc:sldMk cId="2718063657" sldId="418"/>
            <ac:graphicFrameMk id="15" creationId="{44419ABE-82D9-1D55-BB5C-6AF1A2CC497C}"/>
          </ac:graphicFrameMkLst>
        </pc:graphicFrameChg>
      </pc:sldChg>
      <pc:sldChg chg="add del">
        <pc:chgData name="Chittaranjan Hens" userId="6fc03958433e8a43" providerId="LiveId" clId="{309794F8-99CF-4983-9CCF-D5B7BCCE1DF4}" dt="2023-01-21T10:03:52.454" v="456" actId="47"/>
        <pc:sldMkLst>
          <pc:docMk/>
          <pc:sldMk cId="4247875301" sldId="418"/>
        </pc:sldMkLst>
      </pc:sldChg>
      <pc:sldChg chg="addSp delSp modSp add mod ord">
        <pc:chgData name="Chittaranjan Hens" userId="6fc03958433e8a43" providerId="LiveId" clId="{309794F8-99CF-4983-9CCF-D5B7BCCE1DF4}" dt="2023-01-25T08:49:30.225" v="3010" actId="27636"/>
        <pc:sldMkLst>
          <pc:docMk/>
          <pc:sldMk cId="3425688704" sldId="419"/>
        </pc:sldMkLst>
        <pc:spChg chg="add mod">
          <ac:chgData name="Chittaranjan Hens" userId="6fc03958433e8a43" providerId="LiveId" clId="{309794F8-99CF-4983-9CCF-D5B7BCCE1DF4}" dt="2023-01-25T08:49:30.196" v="3009" actId="27636"/>
          <ac:spMkLst>
            <pc:docMk/>
            <pc:sldMk cId="3425688704" sldId="419"/>
            <ac:spMk id="7170" creationId="{49BB6D19-C2B4-E573-97DB-2847AF60103B}"/>
          </ac:spMkLst>
        </pc:spChg>
        <pc:spChg chg="add mod">
          <ac:chgData name="Chittaranjan Hens" userId="6fc03958433e8a43" providerId="LiveId" clId="{309794F8-99CF-4983-9CCF-D5B7BCCE1DF4}" dt="2023-01-25T08:49:30.225" v="3010" actId="27636"/>
          <ac:spMkLst>
            <pc:docMk/>
            <pc:sldMk cId="3425688704" sldId="419"/>
            <ac:spMk id="7171" creationId="{B3C0C4C9-C99C-D3BC-4D50-BEA80BF6AD93}"/>
          </ac:spMkLst>
        </pc:spChg>
        <pc:spChg chg="mod">
          <ac:chgData name="Chittaranjan Hens" userId="6fc03958433e8a43" providerId="LiveId" clId="{309794F8-99CF-4983-9CCF-D5B7BCCE1DF4}" dt="2023-01-21T11:36:12.570" v="979" actId="113"/>
          <ac:spMkLst>
            <pc:docMk/>
            <pc:sldMk cId="3425688704" sldId="419"/>
            <ac:spMk id="7173" creationId="{55BE0E55-05D9-10B3-54A1-27B0B2AC6CE8}"/>
          </ac:spMkLst>
        </pc:spChg>
        <pc:spChg chg="del">
          <ac:chgData name="Chittaranjan Hens" userId="6fc03958433e8a43" providerId="LiveId" clId="{309794F8-99CF-4983-9CCF-D5B7BCCE1DF4}" dt="2023-01-24T10:13:01.179" v="2176" actId="478"/>
          <ac:spMkLst>
            <pc:docMk/>
            <pc:sldMk cId="3425688704" sldId="419"/>
            <ac:spMk id="7176" creationId="{F9B30A02-0A90-C477-63B3-E86AA5D198A8}"/>
          </ac:spMkLst>
        </pc:spChg>
        <pc:spChg chg="del">
          <ac:chgData name="Chittaranjan Hens" userId="6fc03958433e8a43" providerId="LiveId" clId="{309794F8-99CF-4983-9CCF-D5B7BCCE1DF4}" dt="2023-01-24T10:13:03.311" v="2177" actId="478"/>
          <ac:spMkLst>
            <pc:docMk/>
            <pc:sldMk cId="3425688704" sldId="419"/>
            <ac:spMk id="7177" creationId="{AF7709C0-768A-BAD2-B4BB-AE4535B6B56F}"/>
          </ac:spMkLst>
        </pc:spChg>
        <pc:graphicFrameChg chg="del mod replId">
          <ac:chgData name="Chittaranjan Hens" userId="6fc03958433e8a43" providerId="LiveId" clId="{309794F8-99CF-4983-9CCF-D5B7BCCE1DF4}" dt="2023-01-25T08:49:24.253" v="2938"/>
          <ac:graphicFrameMkLst>
            <pc:docMk/>
            <pc:sldMk cId="3425688704" sldId="419"/>
            <ac:graphicFrameMk id="3" creationId="{49BB6D19-C2B4-E573-97DB-2847AF60103B}"/>
          </ac:graphicFrameMkLst>
        </pc:graphicFrameChg>
        <pc:graphicFrameChg chg="del mod replId">
          <ac:chgData name="Chittaranjan Hens" userId="6fc03958433e8a43" providerId="LiveId" clId="{309794F8-99CF-4983-9CCF-D5B7BCCE1DF4}" dt="2023-01-25T08:49:24.253" v="2938"/>
          <ac:graphicFrameMkLst>
            <pc:docMk/>
            <pc:sldMk cId="3425688704" sldId="419"/>
            <ac:graphicFrameMk id="6" creationId="{B3C0C4C9-C99C-D3BC-4D50-BEA80BF6AD93}"/>
          </ac:graphicFrameMkLst>
        </pc:graphicFrameChg>
        <pc:picChg chg="mod">
          <ac:chgData name="Chittaranjan Hens" userId="6fc03958433e8a43" providerId="LiveId" clId="{309794F8-99CF-4983-9CCF-D5B7BCCE1DF4}" dt="2023-01-24T19:49:30.220" v="2195"/>
          <ac:picMkLst>
            <pc:docMk/>
            <pc:sldMk cId="3425688704" sldId="419"/>
            <ac:picMk id="2" creationId="{35BDBCD2-432B-1444-3675-C8C7B0FD529E}"/>
          </ac:picMkLst>
        </pc:picChg>
        <pc:picChg chg="add mod">
          <ac:chgData name="Chittaranjan Hens" userId="6fc03958433e8a43" providerId="LiveId" clId="{309794F8-99CF-4983-9CCF-D5B7BCCE1DF4}" dt="2023-01-24T10:14:07.137" v="2180" actId="962"/>
          <ac:picMkLst>
            <pc:docMk/>
            <pc:sldMk cId="3425688704" sldId="419"/>
            <ac:picMk id="4" creationId="{5A4CAF9F-E54E-6C0B-E4D2-D6117F7E4B7A}"/>
          </ac:picMkLst>
        </pc:picChg>
        <pc:picChg chg="del mod">
          <ac:chgData name="Chittaranjan Hens" userId="6fc03958433e8a43" providerId="LiveId" clId="{309794F8-99CF-4983-9CCF-D5B7BCCE1DF4}" dt="2023-01-24T10:13:01.179" v="2176" actId="478"/>
          <ac:picMkLst>
            <pc:docMk/>
            <pc:sldMk cId="3425688704" sldId="419"/>
            <ac:picMk id="7175" creationId="{7E543329-4252-9001-E550-CF1D7A556424}"/>
          </ac:picMkLst>
        </pc:picChg>
      </pc:sldChg>
      <pc:sldChg chg="add del">
        <pc:chgData name="Chittaranjan Hens" userId="6fc03958433e8a43" providerId="LiveId" clId="{309794F8-99CF-4983-9CCF-D5B7BCCE1DF4}" dt="2023-01-21T10:03:48.292" v="455" actId="47"/>
        <pc:sldMkLst>
          <pc:docMk/>
          <pc:sldMk cId="3483164007" sldId="419"/>
        </pc:sldMkLst>
      </pc:sldChg>
      <pc:sldChg chg="add del">
        <pc:chgData name="Chittaranjan Hens" userId="6fc03958433e8a43" providerId="LiveId" clId="{309794F8-99CF-4983-9CCF-D5B7BCCE1DF4}" dt="2023-01-21T10:18:13.211" v="620"/>
        <pc:sldMkLst>
          <pc:docMk/>
          <pc:sldMk cId="682733425" sldId="420"/>
        </pc:sldMkLst>
      </pc:sldChg>
      <pc:sldChg chg="addSp delSp modSp add mod ord delAnim modAnim">
        <pc:chgData name="Chittaranjan Hens" userId="6fc03958433e8a43" providerId="LiveId" clId="{309794F8-99CF-4983-9CCF-D5B7BCCE1DF4}" dt="2023-01-21T19:07:37.962" v="1188"/>
        <pc:sldMkLst>
          <pc:docMk/>
          <pc:sldMk cId="2071020980" sldId="420"/>
        </pc:sldMkLst>
        <pc:spChg chg="add mod">
          <ac:chgData name="Chittaranjan Hens" userId="6fc03958433e8a43" providerId="LiveId" clId="{309794F8-99CF-4983-9CCF-D5B7BCCE1DF4}" dt="2023-01-21T11:12:50.027" v="757" actId="113"/>
          <ac:spMkLst>
            <pc:docMk/>
            <pc:sldMk cId="2071020980" sldId="420"/>
            <ac:spMk id="2" creationId="{9D943983-ACBD-CBBB-559C-333A27AB29C5}"/>
          </ac:spMkLst>
        </pc:spChg>
        <pc:spChg chg="del">
          <ac:chgData name="Chittaranjan Hens" userId="6fc03958433e8a43" providerId="LiveId" clId="{309794F8-99CF-4983-9CCF-D5B7BCCE1DF4}" dt="2023-01-21T11:07:53.103" v="693" actId="478"/>
          <ac:spMkLst>
            <pc:docMk/>
            <pc:sldMk cId="2071020980" sldId="420"/>
            <ac:spMk id="27" creationId="{672DC67C-7211-3BCA-2C29-FFE14165ABFE}"/>
          </ac:spMkLst>
        </pc:spChg>
        <pc:picChg chg="del">
          <ac:chgData name="Chittaranjan Hens" userId="6fc03958433e8a43" providerId="LiveId" clId="{309794F8-99CF-4983-9CCF-D5B7BCCE1DF4}" dt="2023-01-21T11:07:55.633" v="694" actId="478"/>
          <ac:picMkLst>
            <pc:docMk/>
            <pc:sldMk cId="2071020980" sldId="420"/>
            <ac:picMk id="3" creationId="{0E80C36A-489A-9561-C7AF-A1AF3108A7F8}"/>
          </ac:picMkLst>
        </pc:picChg>
        <pc:picChg chg="mod">
          <ac:chgData name="Chittaranjan Hens" userId="6fc03958433e8a43" providerId="LiveId" clId="{309794F8-99CF-4983-9CCF-D5B7BCCE1DF4}" dt="2023-01-21T19:07:37.962" v="1188"/>
          <ac:picMkLst>
            <pc:docMk/>
            <pc:sldMk cId="2071020980" sldId="420"/>
            <ac:picMk id="4" creationId="{A77CDD2A-AFD3-0864-6D67-957A858D6745}"/>
          </ac:picMkLst>
        </pc:picChg>
        <pc:picChg chg="add mod">
          <ac:chgData name="Chittaranjan Hens" userId="6fc03958433e8a43" providerId="LiveId" clId="{309794F8-99CF-4983-9CCF-D5B7BCCE1DF4}" dt="2023-01-21T11:08:45.523" v="730" actId="1076"/>
          <ac:picMkLst>
            <pc:docMk/>
            <pc:sldMk cId="2071020980" sldId="420"/>
            <ac:picMk id="6" creationId="{32D86EAA-8132-F578-11C0-B7E7501FC960}"/>
          </ac:picMkLst>
        </pc:picChg>
        <pc:picChg chg="del">
          <ac:chgData name="Chittaranjan Hens" userId="6fc03958433e8a43" providerId="LiveId" clId="{309794F8-99CF-4983-9CCF-D5B7BCCE1DF4}" dt="2023-01-21T11:07:50.220" v="692" actId="478"/>
          <ac:picMkLst>
            <pc:docMk/>
            <pc:sldMk cId="2071020980" sldId="420"/>
            <ac:picMk id="7" creationId="{E9F42188-09D5-BB5A-535A-5E3D6BE2FF80}"/>
          </ac:picMkLst>
        </pc:picChg>
        <pc:picChg chg="add del mod">
          <ac:chgData name="Chittaranjan Hens" userId="6fc03958433e8a43" providerId="LiveId" clId="{309794F8-99CF-4983-9CCF-D5B7BCCE1DF4}" dt="2023-01-21T11:09:13.797" v="734" actId="478"/>
          <ac:picMkLst>
            <pc:docMk/>
            <pc:sldMk cId="2071020980" sldId="420"/>
            <ac:picMk id="9" creationId="{D75F9625-788C-A212-F69D-15456173825D}"/>
          </ac:picMkLst>
        </pc:picChg>
        <pc:picChg chg="del">
          <ac:chgData name="Chittaranjan Hens" userId="6fc03958433e8a43" providerId="LiveId" clId="{309794F8-99CF-4983-9CCF-D5B7BCCE1DF4}" dt="2023-01-21T11:07:57.841" v="695" actId="478"/>
          <ac:picMkLst>
            <pc:docMk/>
            <pc:sldMk cId="2071020980" sldId="420"/>
            <ac:picMk id="1026" creationId="{86A745DC-385A-8FE0-9933-7E7F025594A6}"/>
          </ac:picMkLst>
        </pc:picChg>
      </pc:sldChg>
      <pc:sldChg chg="addSp delSp modSp add mod">
        <pc:chgData name="Chittaranjan Hens" userId="6fc03958433e8a43" providerId="LiveId" clId="{309794F8-99CF-4983-9CCF-D5B7BCCE1DF4}" dt="2023-01-21T11:25:00.689" v="921" actId="113"/>
        <pc:sldMkLst>
          <pc:docMk/>
          <pc:sldMk cId="315410369" sldId="421"/>
        </pc:sldMkLst>
        <pc:spChg chg="mod">
          <ac:chgData name="Chittaranjan Hens" userId="6fc03958433e8a43" providerId="LiveId" clId="{309794F8-99CF-4983-9CCF-D5B7BCCE1DF4}" dt="2023-01-21T11:25:00.689" v="921" actId="113"/>
          <ac:spMkLst>
            <pc:docMk/>
            <pc:sldMk cId="315410369" sldId="421"/>
            <ac:spMk id="2" creationId="{9D943983-ACBD-CBBB-559C-333A27AB29C5}"/>
          </ac:spMkLst>
        </pc:spChg>
        <pc:picChg chg="add del mod">
          <ac:chgData name="Chittaranjan Hens" userId="6fc03958433e8a43" providerId="LiveId" clId="{309794F8-99CF-4983-9CCF-D5B7BCCE1DF4}" dt="2023-01-21T11:10:43.116" v="739" actId="478"/>
          <ac:picMkLst>
            <pc:docMk/>
            <pc:sldMk cId="315410369" sldId="421"/>
            <ac:picMk id="5" creationId="{E8FE1320-52C4-7F81-181B-319867D48822}"/>
          </ac:picMkLst>
        </pc:picChg>
        <pc:picChg chg="mod">
          <ac:chgData name="Chittaranjan Hens" userId="6fc03958433e8a43" providerId="LiveId" clId="{309794F8-99CF-4983-9CCF-D5B7BCCE1DF4}" dt="2023-01-21T11:10:05.999" v="737" actId="1076"/>
          <ac:picMkLst>
            <pc:docMk/>
            <pc:sldMk cId="315410369" sldId="421"/>
            <ac:picMk id="9" creationId="{D75F9625-788C-A212-F69D-15456173825D}"/>
          </ac:picMkLst>
        </pc:picChg>
      </pc:sldChg>
      <pc:sldChg chg="modSp add mod">
        <pc:chgData name="Chittaranjan Hens" userId="6fc03958433e8a43" providerId="LiveId" clId="{309794F8-99CF-4983-9CCF-D5B7BCCE1DF4}" dt="2023-01-23T18:29:36.404" v="1897" actId="1076"/>
        <pc:sldMkLst>
          <pc:docMk/>
          <pc:sldMk cId="3603090006" sldId="422"/>
        </pc:sldMkLst>
        <pc:spChg chg="mod">
          <ac:chgData name="Chittaranjan Hens" userId="6fc03958433e8a43" providerId="LiveId" clId="{309794F8-99CF-4983-9CCF-D5B7BCCE1DF4}" dt="2023-01-21T11:12:55.551" v="758" actId="113"/>
          <ac:spMkLst>
            <pc:docMk/>
            <pc:sldMk cId="3603090006" sldId="422"/>
            <ac:spMk id="2" creationId="{9D943983-ACBD-CBBB-559C-333A27AB29C5}"/>
          </ac:spMkLst>
        </pc:spChg>
        <pc:picChg chg="mod">
          <ac:chgData name="Chittaranjan Hens" userId="6fc03958433e8a43" providerId="LiveId" clId="{309794F8-99CF-4983-9CCF-D5B7BCCE1DF4}" dt="2023-01-23T18:29:36.404" v="1897" actId="1076"/>
          <ac:picMkLst>
            <pc:docMk/>
            <pc:sldMk cId="3603090006" sldId="422"/>
            <ac:picMk id="5" creationId="{E8FE1320-52C4-7F81-181B-319867D48822}"/>
          </ac:picMkLst>
        </pc:picChg>
      </pc:sldChg>
      <pc:sldChg chg="addSp delSp modSp add mod ord">
        <pc:chgData name="Chittaranjan Hens" userId="6fc03958433e8a43" providerId="LiveId" clId="{309794F8-99CF-4983-9CCF-D5B7BCCE1DF4}" dt="2023-01-21T11:12:59.384" v="759" actId="113"/>
        <pc:sldMkLst>
          <pc:docMk/>
          <pc:sldMk cId="2811330060" sldId="423"/>
        </pc:sldMkLst>
        <pc:spChg chg="mod">
          <ac:chgData name="Chittaranjan Hens" userId="6fc03958433e8a43" providerId="LiveId" clId="{309794F8-99CF-4983-9CCF-D5B7BCCE1DF4}" dt="2023-01-21T11:12:59.384" v="759" actId="113"/>
          <ac:spMkLst>
            <pc:docMk/>
            <pc:sldMk cId="2811330060" sldId="423"/>
            <ac:spMk id="2" creationId="{9D943983-ACBD-CBBB-559C-333A27AB29C5}"/>
          </ac:spMkLst>
        </pc:spChg>
        <pc:picChg chg="add del mod">
          <ac:chgData name="Chittaranjan Hens" userId="6fc03958433e8a43" providerId="LiveId" clId="{309794F8-99CF-4983-9CCF-D5B7BCCE1DF4}" dt="2023-01-21T11:11:55.454" v="748" actId="478"/>
          <ac:picMkLst>
            <pc:docMk/>
            <pc:sldMk cId="2811330060" sldId="423"/>
            <ac:picMk id="5" creationId="{CF51784A-9780-185E-798A-360D337129E7}"/>
          </ac:picMkLst>
        </pc:picChg>
        <pc:picChg chg="del">
          <ac:chgData name="Chittaranjan Hens" userId="6fc03958433e8a43" providerId="LiveId" clId="{309794F8-99CF-4983-9CCF-D5B7BCCE1DF4}" dt="2023-01-21T11:11:41.523" v="743" actId="478"/>
          <ac:picMkLst>
            <pc:docMk/>
            <pc:sldMk cId="2811330060" sldId="423"/>
            <ac:picMk id="6" creationId="{32D86EAA-8132-F578-11C0-B7E7501FC960}"/>
          </ac:picMkLst>
        </pc:picChg>
        <pc:picChg chg="add mod modCrop">
          <ac:chgData name="Chittaranjan Hens" userId="6fc03958433e8a43" providerId="LiveId" clId="{309794F8-99CF-4983-9CCF-D5B7BCCE1DF4}" dt="2023-01-21T11:12:39.565" v="756" actId="14100"/>
          <ac:picMkLst>
            <pc:docMk/>
            <pc:sldMk cId="2811330060" sldId="423"/>
            <ac:picMk id="8" creationId="{3969E0D6-5815-6C7F-D335-1EE7A2A367A6}"/>
          </ac:picMkLst>
        </pc:picChg>
      </pc:sldChg>
      <pc:sldChg chg="add del">
        <pc:chgData name="Chittaranjan Hens" userId="6fc03958433e8a43" providerId="LiveId" clId="{309794F8-99CF-4983-9CCF-D5B7BCCE1DF4}" dt="2023-01-21T11:11:43.857" v="745"/>
        <pc:sldMkLst>
          <pc:docMk/>
          <pc:sldMk cId="286191094" sldId="424"/>
        </pc:sldMkLst>
      </pc:sldChg>
      <pc:sldChg chg="addSp delSp modSp add mod">
        <pc:chgData name="Chittaranjan Hens" userId="6fc03958433e8a43" providerId="LiveId" clId="{309794F8-99CF-4983-9CCF-D5B7BCCE1DF4}" dt="2023-01-21T11:14:19.805" v="770" actId="1076"/>
        <pc:sldMkLst>
          <pc:docMk/>
          <pc:sldMk cId="4075232126" sldId="424"/>
        </pc:sldMkLst>
        <pc:picChg chg="add mod">
          <ac:chgData name="Chittaranjan Hens" userId="6fc03958433e8a43" providerId="LiveId" clId="{309794F8-99CF-4983-9CCF-D5B7BCCE1DF4}" dt="2023-01-21T11:14:19.805" v="770" actId="1076"/>
          <ac:picMkLst>
            <pc:docMk/>
            <pc:sldMk cId="4075232126" sldId="424"/>
            <ac:picMk id="5" creationId="{F69C0071-C56F-2582-5A35-005C123BFE83}"/>
          </ac:picMkLst>
        </pc:picChg>
        <pc:picChg chg="add del mod">
          <ac:chgData name="Chittaranjan Hens" userId="6fc03958433e8a43" providerId="LiveId" clId="{309794F8-99CF-4983-9CCF-D5B7BCCE1DF4}" dt="2023-01-21T11:14:17.259" v="769" actId="478"/>
          <ac:picMkLst>
            <pc:docMk/>
            <pc:sldMk cId="4075232126" sldId="424"/>
            <ac:picMk id="7" creationId="{5D1CC09E-AEEC-066B-E714-242685F9D90C}"/>
          </ac:picMkLst>
        </pc:picChg>
        <pc:picChg chg="del">
          <ac:chgData name="Chittaranjan Hens" userId="6fc03958433e8a43" providerId="LiveId" clId="{309794F8-99CF-4983-9CCF-D5B7BCCE1DF4}" dt="2023-01-21T11:13:43.600" v="761" actId="478"/>
          <ac:picMkLst>
            <pc:docMk/>
            <pc:sldMk cId="4075232126" sldId="424"/>
            <ac:picMk id="8" creationId="{3969E0D6-5815-6C7F-D335-1EE7A2A367A6}"/>
          </ac:picMkLst>
        </pc:picChg>
      </pc:sldChg>
      <pc:sldChg chg="modSp add mod">
        <pc:chgData name="Chittaranjan Hens" userId="6fc03958433e8a43" providerId="LiveId" clId="{309794F8-99CF-4983-9CCF-D5B7BCCE1DF4}" dt="2023-01-21T11:14:37.370" v="838" actId="1036"/>
        <pc:sldMkLst>
          <pc:docMk/>
          <pc:sldMk cId="2123596472" sldId="425"/>
        </pc:sldMkLst>
        <pc:picChg chg="mod">
          <ac:chgData name="Chittaranjan Hens" userId="6fc03958433e8a43" providerId="LiveId" clId="{309794F8-99CF-4983-9CCF-D5B7BCCE1DF4}" dt="2023-01-21T11:14:34.009" v="819" actId="1076"/>
          <ac:picMkLst>
            <pc:docMk/>
            <pc:sldMk cId="2123596472" sldId="425"/>
            <ac:picMk id="5" creationId="{F69C0071-C56F-2582-5A35-005C123BFE83}"/>
          </ac:picMkLst>
        </pc:picChg>
        <pc:picChg chg="mod">
          <ac:chgData name="Chittaranjan Hens" userId="6fc03958433e8a43" providerId="LiveId" clId="{309794F8-99CF-4983-9CCF-D5B7BCCE1DF4}" dt="2023-01-21T11:14:37.370" v="838" actId="1036"/>
          <ac:picMkLst>
            <pc:docMk/>
            <pc:sldMk cId="2123596472" sldId="425"/>
            <ac:picMk id="7" creationId="{5D1CC09E-AEEC-066B-E714-242685F9D90C}"/>
          </ac:picMkLst>
        </pc:picChg>
      </pc:sldChg>
      <pc:sldChg chg="addSp modSp add mod">
        <pc:chgData name="Chittaranjan Hens" userId="6fc03958433e8a43" providerId="LiveId" clId="{309794F8-99CF-4983-9CCF-D5B7BCCE1DF4}" dt="2023-01-21T11:15:47.412" v="855" actId="14100"/>
        <pc:sldMkLst>
          <pc:docMk/>
          <pc:sldMk cId="3407723665" sldId="426"/>
        </pc:sldMkLst>
        <pc:picChg chg="mod">
          <ac:chgData name="Chittaranjan Hens" userId="6fc03958433e8a43" providerId="LiveId" clId="{309794F8-99CF-4983-9CCF-D5B7BCCE1DF4}" dt="2023-01-21T11:15:36.473" v="851" actId="1076"/>
          <ac:picMkLst>
            <pc:docMk/>
            <pc:sldMk cId="3407723665" sldId="426"/>
            <ac:picMk id="4" creationId="{A77CDD2A-AFD3-0864-6D67-957A858D6745}"/>
          </ac:picMkLst>
        </pc:picChg>
        <pc:picChg chg="add mod">
          <ac:chgData name="Chittaranjan Hens" userId="6fc03958433e8a43" providerId="LiveId" clId="{309794F8-99CF-4983-9CCF-D5B7BCCE1DF4}" dt="2023-01-21T11:15:47.412" v="855" actId="14100"/>
          <ac:picMkLst>
            <pc:docMk/>
            <pc:sldMk cId="3407723665" sldId="426"/>
            <ac:picMk id="6" creationId="{498AC328-0A0B-7639-5EF2-A94C293673D0}"/>
          </ac:picMkLst>
        </pc:picChg>
        <pc:picChg chg="mod">
          <ac:chgData name="Chittaranjan Hens" userId="6fc03958433e8a43" providerId="LiveId" clId="{309794F8-99CF-4983-9CCF-D5B7BCCE1DF4}" dt="2023-01-21T11:15:07.803" v="842" actId="1076"/>
          <ac:picMkLst>
            <pc:docMk/>
            <pc:sldMk cId="3407723665" sldId="426"/>
            <ac:picMk id="7" creationId="{5D1CC09E-AEEC-066B-E714-242685F9D90C}"/>
          </ac:picMkLst>
        </pc:picChg>
      </pc:sldChg>
      <pc:sldChg chg="add del">
        <pc:chgData name="Chittaranjan Hens" userId="6fc03958433e8a43" providerId="LiveId" clId="{309794F8-99CF-4983-9CCF-D5B7BCCE1DF4}" dt="2023-01-21T11:14:53.934" v="840"/>
        <pc:sldMkLst>
          <pc:docMk/>
          <pc:sldMk cId="3999520669" sldId="426"/>
        </pc:sldMkLst>
      </pc:sldChg>
      <pc:sldChg chg="add del">
        <pc:chgData name="Chittaranjan Hens" userId="6fc03958433e8a43" providerId="LiveId" clId="{309794F8-99CF-4983-9CCF-D5B7BCCE1DF4}" dt="2023-01-21T11:15:10.049" v="844"/>
        <pc:sldMkLst>
          <pc:docMk/>
          <pc:sldMk cId="576658175" sldId="427"/>
        </pc:sldMkLst>
      </pc:sldChg>
      <pc:sldChg chg="add del">
        <pc:chgData name="Chittaranjan Hens" userId="6fc03958433e8a43" providerId="LiveId" clId="{309794F8-99CF-4983-9CCF-D5B7BCCE1DF4}" dt="2023-01-21T11:15:21.940" v="846" actId="47"/>
        <pc:sldMkLst>
          <pc:docMk/>
          <pc:sldMk cId="997450834" sldId="427"/>
        </pc:sldMkLst>
      </pc:sldChg>
      <pc:sldChg chg="addSp delSp modSp add mod">
        <pc:chgData name="Chittaranjan Hens" userId="6fc03958433e8a43" providerId="LiveId" clId="{309794F8-99CF-4983-9CCF-D5B7BCCE1DF4}" dt="2023-01-21T11:18:53.247" v="898" actId="14100"/>
        <pc:sldMkLst>
          <pc:docMk/>
          <pc:sldMk cId="3131739272" sldId="427"/>
        </pc:sldMkLst>
        <pc:spChg chg="mod">
          <ac:chgData name="Chittaranjan Hens" userId="6fc03958433e8a43" providerId="LiveId" clId="{309794F8-99CF-4983-9CCF-D5B7BCCE1DF4}" dt="2023-01-21T11:18:00.630" v="889" actId="20577"/>
          <ac:spMkLst>
            <pc:docMk/>
            <pc:sldMk cId="3131739272" sldId="427"/>
            <ac:spMk id="2" creationId="{9D943983-ACBD-CBBB-559C-333A27AB29C5}"/>
          </ac:spMkLst>
        </pc:spChg>
        <pc:picChg chg="mod">
          <ac:chgData name="Chittaranjan Hens" userId="6fc03958433e8a43" providerId="LiveId" clId="{309794F8-99CF-4983-9CCF-D5B7BCCE1DF4}" dt="2023-01-21T11:18:45.602" v="895" actId="1076"/>
          <ac:picMkLst>
            <pc:docMk/>
            <pc:sldMk cId="3131739272" sldId="427"/>
            <ac:picMk id="4" creationId="{A77CDD2A-AFD3-0864-6D67-957A858D6745}"/>
          </ac:picMkLst>
        </pc:picChg>
        <pc:picChg chg="del">
          <ac:chgData name="Chittaranjan Hens" userId="6fc03958433e8a43" providerId="LiveId" clId="{309794F8-99CF-4983-9CCF-D5B7BCCE1DF4}" dt="2023-01-21T11:17:30.008" v="860" actId="478"/>
          <ac:picMkLst>
            <pc:docMk/>
            <pc:sldMk cId="3131739272" sldId="427"/>
            <ac:picMk id="5" creationId="{F69C0071-C56F-2582-5A35-005C123BFE83}"/>
          </ac:picMkLst>
        </pc:picChg>
        <pc:picChg chg="del">
          <ac:chgData name="Chittaranjan Hens" userId="6fc03958433e8a43" providerId="LiveId" clId="{309794F8-99CF-4983-9CCF-D5B7BCCE1DF4}" dt="2023-01-21T11:17:33.224" v="862" actId="478"/>
          <ac:picMkLst>
            <pc:docMk/>
            <pc:sldMk cId="3131739272" sldId="427"/>
            <ac:picMk id="6" creationId="{498AC328-0A0B-7639-5EF2-A94C293673D0}"/>
          </ac:picMkLst>
        </pc:picChg>
        <pc:picChg chg="del">
          <ac:chgData name="Chittaranjan Hens" userId="6fc03958433e8a43" providerId="LiveId" clId="{309794F8-99CF-4983-9CCF-D5B7BCCE1DF4}" dt="2023-01-21T11:17:31.571" v="861" actId="478"/>
          <ac:picMkLst>
            <pc:docMk/>
            <pc:sldMk cId="3131739272" sldId="427"/>
            <ac:picMk id="7" creationId="{5D1CC09E-AEEC-066B-E714-242685F9D90C}"/>
          </ac:picMkLst>
        </pc:picChg>
        <pc:picChg chg="add mod">
          <ac:chgData name="Chittaranjan Hens" userId="6fc03958433e8a43" providerId="LiveId" clId="{309794F8-99CF-4983-9CCF-D5B7BCCE1DF4}" dt="2023-01-21T11:17:49.664" v="865" actId="1076"/>
          <ac:picMkLst>
            <pc:docMk/>
            <pc:sldMk cId="3131739272" sldId="427"/>
            <ac:picMk id="8" creationId="{F7495CE3-E24D-90AC-40BA-BFE33F8E7141}"/>
          </ac:picMkLst>
        </pc:picChg>
        <pc:picChg chg="add mod">
          <ac:chgData name="Chittaranjan Hens" userId="6fc03958433e8a43" providerId="LiveId" clId="{309794F8-99CF-4983-9CCF-D5B7BCCE1DF4}" dt="2023-01-21T11:18:33.213" v="892" actId="1076"/>
          <ac:picMkLst>
            <pc:docMk/>
            <pc:sldMk cId="3131739272" sldId="427"/>
            <ac:picMk id="10" creationId="{217F5239-C2A0-E92D-010E-6E488AB95655}"/>
          </ac:picMkLst>
        </pc:picChg>
        <pc:picChg chg="add mod">
          <ac:chgData name="Chittaranjan Hens" userId="6fc03958433e8a43" providerId="LiveId" clId="{309794F8-99CF-4983-9CCF-D5B7BCCE1DF4}" dt="2023-01-21T11:18:53.247" v="898" actId="14100"/>
          <ac:picMkLst>
            <pc:docMk/>
            <pc:sldMk cId="3131739272" sldId="427"/>
            <ac:picMk id="12" creationId="{CB320FD8-BB69-EFFB-9190-338641EAE798}"/>
          </ac:picMkLst>
        </pc:picChg>
      </pc:sldChg>
      <pc:sldChg chg="addSp delSp modSp add mod">
        <pc:chgData name="Chittaranjan Hens" userId="6fc03958433e8a43" providerId="LiveId" clId="{309794F8-99CF-4983-9CCF-D5B7BCCE1DF4}" dt="2023-01-21T19:05:17.293" v="1154" actId="732"/>
        <pc:sldMkLst>
          <pc:docMk/>
          <pc:sldMk cId="2025037418" sldId="428"/>
        </pc:sldMkLst>
        <pc:spChg chg="del">
          <ac:chgData name="Chittaranjan Hens" userId="6fc03958433e8a43" providerId="LiveId" clId="{309794F8-99CF-4983-9CCF-D5B7BCCE1DF4}" dt="2023-01-21T15:58:38.612" v="987" actId="478"/>
          <ac:spMkLst>
            <pc:docMk/>
            <pc:sldMk cId="2025037418" sldId="428"/>
            <ac:spMk id="2" creationId="{1BB41B81-F349-E2F1-1D1D-52F0DFAD2D92}"/>
          </ac:spMkLst>
        </pc:spChg>
        <pc:spChg chg="del">
          <ac:chgData name="Chittaranjan Hens" userId="6fc03958433e8a43" providerId="LiveId" clId="{309794F8-99CF-4983-9CCF-D5B7BCCE1DF4}" dt="2023-01-21T15:58:38.612" v="987" actId="478"/>
          <ac:spMkLst>
            <pc:docMk/>
            <pc:sldMk cId="2025037418" sldId="428"/>
            <ac:spMk id="3" creationId="{31A54CBC-7A43-569A-88C4-49E119061B48}"/>
          </ac:spMkLst>
        </pc:spChg>
        <pc:spChg chg="del">
          <ac:chgData name="Chittaranjan Hens" userId="6fc03958433e8a43" providerId="LiveId" clId="{309794F8-99CF-4983-9CCF-D5B7BCCE1DF4}" dt="2023-01-21T15:58:38.612" v="987" actId="478"/>
          <ac:spMkLst>
            <pc:docMk/>
            <pc:sldMk cId="2025037418" sldId="428"/>
            <ac:spMk id="5" creationId="{970A6DA3-CD3A-362A-5264-DDD5DDD96283}"/>
          </ac:spMkLst>
        </pc:spChg>
        <pc:spChg chg="del">
          <ac:chgData name="Chittaranjan Hens" userId="6fc03958433e8a43" providerId="LiveId" clId="{309794F8-99CF-4983-9CCF-D5B7BCCE1DF4}" dt="2023-01-21T15:58:38.612" v="987" actId="478"/>
          <ac:spMkLst>
            <pc:docMk/>
            <pc:sldMk cId="2025037418" sldId="428"/>
            <ac:spMk id="6" creationId="{D4CE01B9-E10E-41E5-3874-C285BC1D0E85}"/>
          </ac:spMkLst>
        </pc:spChg>
        <pc:spChg chg="del">
          <ac:chgData name="Chittaranjan Hens" userId="6fc03958433e8a43" providerId="LiveId" clId="{309794F8-99CF-4983-9CCF-D5B7BCCE1DF4}" dt="2023-01-21T15:58:38.612" v="987" actId="478"/>
          <ac:spMkLst>
            <pc:docMk/>
            <pc:sldMk cId="2025037418" sldId="428"/>
            <ac:spMk id="7" creationId="{02BF6975-327A-8892-56C9-3814B14DF324}"/>
          </ac:spMkLst>
        </pc:spChg>
        <pc:spChg chg="del">
          <ac:chgData name="Chittaranjan Hens" userId="6fc03958433e8a43" providerId="LiveId" clId="{309794F8-99CF-4983-9CCF-D5B7BCCE1DF4}" dt="2023-01-21T15:58:38.612" v="987" actId="478"/>
          <ac:spMkLst>
            <pc:docMk/>
            <pc:sldMk cId="2025037418" sldId="428"/>
            <ac:spMk id="9" creationId="{3A39CED6-7DB2-838A-2947-454D19C9E5A3}"/>
          </ac:spMkLst>
        </pc:spChg>
        <pc:spChg chg="del">
          <ac:chgData name="Chittaranjan Hens" userId="6fc03958433e8a43" providerId="LiveId" clId="{309794F8-99CF-4983-9CCF-D5B7BCCE1DF4}" dt="2023-01-21T15:58:38.612" v="987" actId="478"/>
          <ac:spMkLst>
            <pc:docMk/>
            <pc:sldMk cId="2025037418" sldId="428"/>
            <ac:spMk id="10" creationId="{58D09B02-3E56-1F86-86CD-C52C90DCC292}"/>
          </ac:spMkLst>
        </pc:spChg>
        <pc:spChg chg="add mod">
          <ac:chgData name="Chittaranjan Hens" userId="6fc03958433e8a43" providerId="LiveId" clId="{309794F8-99CF-4983-9CCF-D5B7BCCE1DF4}" dt="2023-01-21T16:02:34.166" v="1064" actId="1076"/>
          <ac:spMkLst>
            <pc:docMk/>
            <pc:sldMk cId="2025037418" sldId="428"/>
            <ac:spMk id="12" creationId="{F919C9D9-3B3F-ED7E-3111-F1442436505F}"/>
          </ac:spMkLst>
        </pc:spChg>
        <pc:spChg chg="del">
          <ac:chgData name="Chittaranjan Hens" userId="6fc03958433e8a43" providerId="LiveId" clId="{309794F8-99CF-4983-9CCF-D5B7BCCE1DF4}" dt="2023-01-21T15:58:38.612" v="987" actId="478"/>
          <ac:spMkLst>
            <pc:docMk/>
            <pc:sldMk cId="2025037418" sldId="428"/>
            <ac:spMk id="13" creationId="{91766EB3-0E88-9ABF-7CA7-DACC0830EA06}"/>
          </ac:spMkLst>
        </pc:spChg>
        <pc:spChg chg="del">
          <ac:chgData name="Chittaranjan Hens" userId="6fc03958433e8a43" providerId="LiveId" clId="{309794F8-99CF-4983-9CCF-D5B7BCCE1DF4}" dt="2023-01-21T15:58:38.612" v="987" actId="478"/>
          <ac:spMkLst>
            <pc:docMk/>
            <pc:sldMk cId="2025037418" sldId="428"/>
            <ac:spMk id="14" creationId="{88EE8D2E-CC84-08B1-B703-771E9F057F89}"/>
          </ac:spMkLst>
        </pc:spChg>
        <pc:spChg chg="del">
          <ac:chgData name="Chittaranjan Hens" userId="6fc03958433e8a43" providerId="LiveId" clId="{309794F8-99CF-4983-9CCF-D5B7BCCE1DF4}" dt="2023-01-21T15:58:38.612" v="987" actId="478"/>
          <ac:spMkLst>
            <pc:docMk/>
            <pc:sldMk cId="2025037418" sldId="428"/>
            <ac:spMk id="15" creationId="{6662CC16-132A-B859-ABC2-69D948387E09}"/>
          </ac:spMkLst>
        </pc:spChg>
        <pc:spChg chg="del">
          <ac:chgData name="Chittaranjan Hens" userId="6fc03958433e8a43" providerId="LiveId" clId="{309794F8-99CF-4983-9CCF-D5B7BCCE1DF4}" dt="2023-01-21T15:58:38.612" v="987" actId="478"/>
          <ac:spMkLst>
            <pc:docMk/>
            <pc:sldMk cId="2025037418" sldId="428"/>
            <ac:spMk id="16" creationId="{8D1BD15F-0D6D-3813-D76E-EE78E538DF73}"/>
          </ac:spMkLst>
        </pc:spChg>
        <pc:spChg chg="del">
          <ac:chgData name="Chittaranjan Hens" userId="6fc03958433e8a43" providerId="LiveId" clId="{309794F8-99CF-4983-9CCF-D5B7BCCE1DF4}" dt="2023-01-21T15:58:38.612" v="987" actId="478"/>
          <ac:spMkLst>
            <pc:docMk/>
            <pc:sldMk cId="2025037418" sldId="428"/>
            <ac:spMk id="17" creationId="{F85CD333-F927-35AD-9B26-D704E9D39C34}"/>
          </ac:spMkLst>
        </pc:spChg>
        <pc:spChg chg="add del mod">
          <ac:chgData name="Chittaranjan Hens" userId="6fc03958433e8a43" providerId="LiveId" clId="{309794F8-99CF-4983-9CCF-D5B7BCCE1DF4}" dt="2023-01-21T19:03:30.454" v="1137" actId="478"/>
          <ac:spMkLst>
            <pc:docMk/>
            <pc:sldMk cId="2025037418" sldId="428"/>
            <ac:spMk id="18" creationId="{77F3EDF7-232F-45CF-BF02-77D52922F47A}"/>
          </ac:spMkLst>
        </pc:spChg>
        <pc:spChg chg="del">
          <ac:chgData name="Chittaranjan Hens" userId="6fc03958433e8a43" providerId="LiveId" clId="{309794F8-99CF-4983-9CCF-D5B7BCCE1DF4}" dt="2023-01-21T15:58:38.612" v="987" actId="478"/>
          <ac:spMkLst>
            <pc:docMk/>
            <pc:sldMk cId="2025037418" sldId="428"/>
            <ac:spMk id="19" creationId="{2598E781-EF4F-B56B-07C0-93E9065FB17F}"/>
          </ac:spMkLst>
        </pc:spChg>
        <pc:spChg chg="add mod">
          <ac:chgData name="Chittaranjan Hens" userId="6fc03958433e8a43" providerId="LiveId" clId="{309794F8-99CF-4983-9CCF-D5B7BCCE1DF4}" dt="2023-01-21T19:03:40.793" v="1139" actId="1076"/>
          <ac:spMkLst>
            <pc:docMk/>
            <pc:sldMk cId="2025037418" sldId="428"/>
            <ac:spMk id="21" creationId="{814AFED6-2FB8-BE8F-BFCF-2583529DECB4}"/>
          </ac:spMkLst>
        </pc:spChg>
        <pc:spChg chg="add del mod">
          <ac:chgData name="Chittaranjan Hens" userId="6fc03958433e8a43" providerId="LiveId" clId="{309794F8-99CF-4983-9CCF-D5B7BCCE1DF4}" dt="2023-01-21T19:04:20.496" v="1143"/>
          <ac:spMkLst>
            <pc:docMk/>
            <pc:sldMk cId="2025037418" sldId="428"/>
            <ac:spMk id="22" creationId="{756279FB-7307-F188-5934-FDD559EA025B}"/>
          </ac:spMkLst>
        </pc:spChg>
        <pc:spChg chg="add mod">
          <ac:chgData name="Chittaranjan Hens" userId="6fc03958433e8a43" providerId="LiveId" clId="{309794F8-99CF-4983-9CCF-D5B7BCCE1DF4}" dt="2023-01-21T19:05:10.177" v="1153" actId="1076"/>
          <ac:spMkLst>
            <pc:docMk/>
            <pc:sldMk cId="2025037418" sldId="428"/>
            <ac:spMk id="23" creationId="{0DD5E4A6-3D2D-6C15-CAD3-7962AAE7AE6C}"/>
          </ac:spMkLst>
        </pc:spChg>
        <pc:picChg chg="del">
          <ac:chgData name="Chittaranjan Hens" userId="6fc03958433e8a43" providerId="LiveId" clId="{309794F8-99CF-4983-9CCF-D5B7BCCE1DF4}" dt="2023-01-21T15:58:38.612" v="987" actId="478"/>
          <ac:picMkLst>
            <pc:docMk/>
            <pc:sldMk cId="2025037418" sldId="428"/>
            <ac:picMk id="4" creationId="{A77CDD2A-AFD3-0864-6D67-957A858D6745}"/>
          </ac:picMkLst>
        </pc:picChg>
        <pc:picChg chg="add mod ord">
          <ac:chgData name="Chittaranjan Hens" userId="6fc03958433e8a43" providerId="LiveId" clId="{309794F8-99CF-4983-9CCF-D5B7BCCE1DF4}" dt="2023-01-21T19:04:43.603" v="1149" actId="207"/>
          <ac:picMkLst>
            <pc:docMk/>
            <pc:sldMk cId="2025037418" sldId="428"/>
            <ac:picMk id="8" creationId="{EE007A6A-266A-D592-F141-F97DEAB7A24A}"/>
          </ac:picMkLst>
        </pc:picChg>
        <pc:picChg chg="add mod modCrop">
          <ac:chgData name="Chittaranjan Hens" userId="6fc03958433e8a43" providerId="LiveId" clId="{309794F8-99CF-4983-9CCF-D5B7BCCE1DF4}" dt="2023-01-21T19:05:17.293" v="1154" actId="732"/>
          <ac:picMkLst>
            <pc:docMk/>
            <pc:sldMk cId="2025037418" sldId="428"/>
            <ac:picMk id="20" creationId="{BA52AFFC-C3A9-A016-5A83-B0B2935BC30F}"/>
          </ac:picMkLst>
        </pc:picChg>
        <pc:picChg chg="add mod">
          <ac:chgData name="Chittaranjan Hens" userId="6fc03958433e8a43" providerId="LiveId" clId="{309794F8-99CF-4983-9CCF-D5B7BCCE1DF4}" dt="2023-01-21T19:04:33.714" v="1146" actId="1076"/>
          <ac:picMkLst>
            <pc:docMk/>
            <pc:sldMk cId="2025037418" sldId="428"/>
            <ac:picMk id="1026" creationId="{C9554E28-A7D8-A53F-52A4-57C2C8539484}"/>
          </ac:picMkLst>
        </pc:picChg>
      </pc:sldChg>
      <pc:sldChg chg="delSp add del mod">
        <pc:chgData name="Chittaranjan Hens" userId="6fc03958433e8a43" providerId="LiveId" clId="{309794F8-99CF-4983-9CCF-D5B7BCCE1DF4}" dt="2023-01-21T11:22:19.654" v="904" actId="47"/>
        <pc:sldMkLst>
          <pc:docMk/>
          <pc:sldMk cId="3001124329" sldId="428"/>
        </pc:sldMkLst>
        <pc:spChg chg="del">
          <ac:chgData name="Chittaranjan Hens" userId="6fc03958433e8a43" providerId="LiveId" clId="{309794F8-99CF-4983-9CCF-D5B7BCCE1DF4}" dt="2023-01-21T11:21:41.978" v="900" actId="478"/>
          <ac:spMkLst>
            <pc:docMk/>
            <pc:sldMk cId="3001124329" sldId="428"/>
            <ac:spMk id="2" creationId="{1BB41B81-F349-E2F1-1D1D-52F0DFAD2D92}"/>
          </ac:spMkLst>
        </pc:spChg>
        <pc:spChg chg="del">
          <ac:chgData name="Chittaranjan Hens" userId="6fc03958433e8a43" providerId="LiveId" clId="{309794F8-99CF-4983-9CCF-D5B7BCCE1DF4}" dt="2023-01-21T11:21:41.978" v="900" actId="478"/>
          <ac:spMkLst>
            <pc:docMk/>
            <pc:sldMk cId="3001124329" sldId="428"/>
            <ac:spMk id="3" creationId="{31A54CBC-7A43-569A-88C4-49E119061B48}"/>
          </ac:spMkLst>
        </pc:spChg>
        <pc:spChg chg="del">
          <ac:chgData name="Chittaranjan Hens" userId="6fc03958433e8a43" providerId="LiveId" clId="{309794F8-99CF-4983-9CCF-D5B7BCCE1DF4}" dt="2023-01-21T11:21:41.978" v="900" actId="478"/>
          <ac:spMkLst>
            <pc:docMk/>
            <pc:sldMk cId="3001124329" sldId="428"/>
            <ac:spMk id="5" creationId="{970A6DA3-CD3A-362A-5264-DDD5DDD96283}"/>
          </ac:spMkLst>
        </pc:spChg>
        <pc:spChg chg="del">
          <ac:chgData name="Chittaranjan Hens" userId="6fc03958433e8a43" providerId="LiveId" clId="{309794F8-99CF-4983-9CCF-D5B7BCCE1DF4}" dt="2023-01-21T11:21:41.978" v="900" actId="478"/>
          <ac:spMkLst>
            <pc:docMk/>
            <pc:sldMk cId="3001124329" sldId="428"/>
            <ac:spMk id="6" creationId="{D4CE01B9-E10E-41E5-3874-C285BC1D0E85}"/>
          </ac:spMkLst>
        </pc:spChg>
        <pc:spChg chg="del">
          <ac:chgData name="Chittaranjan Hens" userId="6fc03958433e8a43" providerId="LiveId" clId="{309794F8-99CF-4983-9CCF-D5B7BCCE1DF4}" dt="2023-01-21T11:21:41.978" v="900" actId="478"/>
          <ac:spMkLst>
            <pc:docMk/>
            <pc:sldMk cId="3001124329" sldId="428"/>
            <ac:spMk id="7" creationId="{02BF6975-327A-8892-56C9-3814B14DF324}"/>
          </ac:spMkLst>
        </pc:spChg>
        <pc:spChg chg="del">
          <ac:chgData name="Chittaranjan Hens" userId="6fc03958433e8a43" providerId="LiveId" clId="{309794F8-99CF-4983-9CCF-D5B7BCCE1DF4}" dt="2023-01-21T11:21:41.978" v="900" actId="478"/>
          <ac:spMkLst>
            <pc:docMk/>
            <pc:sldMk cId="3001124329" sldId="428"/>
            <ac:spMk id="9" creationId="{3A39CED6-7DB2-838A-2947-454D19C9E5A3}"/>
          </ac:spMkLst>
        </pc:spChg>
        <pc:spChg chg="del">
          <ac:chgData name="Chittaranjan Hens" userId="6fc03958433e8a43" providerId="LiveId" clId="{309794F8-99CF-4983-9CCF-D5B7BCCE1DF4}" dt="2023-01-21T11:21:41.978" v="900" actId="478"/>
          <ac:spMkLst>
            <pc:docMk/>
            <pc:sldMk cId="3001124329" sldId="428"/>
            <ac:spMk id="10" creationId="{58D09B02-3E56-1F86-86CD-C52C90DCC292}"/>
          </ac:spMkLst>
        </pc:spChg>
        <pc:spChg chg="del">
          <ac:chgData name="Chittaranjan Hens" userId="6fc03958433e8a43" providerId="LiveId" clId="{309794F8-99CF-4983-9CCF-D5B7BCCE1DF4}" dt="2023-01-21T11:21:41.978" v="900" actId="478"/>
          <ac:spMkLst>
            <pc:docMk/>
            <pc:sldMk cId="3001124329" sldId="428"/>
            <ac:spMk id="13" creationId="{91766EB3-0E88-9ABF-7CA7-DACC0830EA06}"/>
          </ac:spMkLst>
        </pc:spChg>
        <pc:spChg chg="del">
          <ac:chgData name="Chittaranjan Hens" userId="6fc03958433e8a43" providerId="LiveId" clId="{309794F8-99CF-4983-9CCF-D5B7BCCE1DF4}" dt="2023-01-21T11:21:41.978" v="900" actId="478"/>
          <ac:spMkLst>
            <pc:docMk/>
            <pc:sldMk cId="3001124329" sldId="428"/>
            <ac:spMk id="14" creationId="{88EE8D2E-CC84-08B1-B703-771E9F057F89}"/>
          </ac:spMkLst>
        </pc:spChg>
        <pc:spChg chg="del">
          <ac:chgData name="Chittaranjan Hens" userId="6fc03958433e8a43" providerId="LiveId" clId="{309794F8-99CF-4983-9CCF-D5B7BCCE1DF4}" dt="2023-01-21T11:21:41.978" v="900" actId="478"/>
          <ac:spMkLst>
            <pc:docMk/>
            <pc:sldMk cId="3001124329" sldId="428"/>
            <ac:spMk id="15" creationId="{6662CC16-132A-B859-ABC2-69D948387E09}"/>
          </ac:spMkLst>
        </pc:spChg>
        <pc:spChg chg="del">
          <ac:chgData name="Chittaranjan Hens" userId="6fc03958433e8a43" providerId="LiveId" clId="{309794F8-99CF-4983-9CCF-D5B7BCCE1DF4}" dt="2023-01-21T11:21:41.978" v="900" actId="478"/>
          <ac:spMkLst>
            <pc:docMk/>
            <pc:sldMk cId="3001124329" sldId="428"/>
            <ac:spMk id="16" creationId="{8D1BD15F-0D6D-3813-D76E-EE78E538DF73}"/>
          </ac:spMkLst>
        </pc:spChg>
        <pc:spChg chg="del">
          <ac:chgData name="Chittaranjan Hens" userId="6fc03958433e8a43" providerId="LiveId" clId="{309794F8-99CF-4983-9CCF-D5B7BCCE1DF4}" dt="2023-01-21T11:21:41.978" v="900" actId="478"/>
          <ac:spMkLst>
            <pc:docMk/>
            <pc:sldMk cId="3001124329" sldId="428"/>
            <ac:spMk id="17" creationId="{F85CD333-F927-35AD-9B26-D704E9D39C34}"/>
          </ac:spMkLst>
        </pc:spChg>
        <pc:spChg chg="del">
          <ac:chgData name="Chittaranjan Hens" userId="6fc03958433e8a43" providerId="LiveId" clId="{309794F8-99CF-4983-9CCF-D5B7BCCE1DF4}" dt="2023-01-21T11:21:41.978" v="900" actId="478"/>
          <ac:spMkLst>
            <pc:docMk/>
            <pc:sldMk cId="3001124329" sldId="428"/>
            <ac:spMk id="19" creationId="{2598E781-EF4F-B56B-07C0-93E9065FB17F}"/>
          </ac:spMkLst>
        </pc:spChg>
        <pc:picChg chg="del">
          <ac:chgData name="Chittaranjan Hens" userId="6fc03958433e8a43" providerId="LiveId" clId="{309794F8-99CF-4983-9CCF-D5B7BCCE1DF4}" dt="2023-01-21T11:21:41.978" v="900" actId="478"/>
          <ac:picMkLst>
            <pc:docMk/>
            <pc:sldMk cId="3001124329" sldId="428"/>
            <ac:picMk id="4" creationId="{A77CDD2A-AFD3-0864-6D67-957A858D6745}"/>
          </ac:picMkLst>
        </pc:picChg>
      </pc:sldChg>
      <pc:sldChg chg="addSp delSp modSp add mod">
        <pc:chgData name="Chittaranjan Hens" userId="6fc03958433e8a43" providerId="LiveId" clId="{309794F8-99CF-4983-9CCF-D5B7BCCE1DF4}" dt="2023-01-22T02:43:56.696" v="1278" actId="478"/>
        <pc:sldMkLst>
          <pc:docMk/>
          <pc:sldMk cId="355332200" sldId="429"/>
        </pc:sldMkLst>
        <pc:spChg chg="add mod">
          <ac:chgData name="Chittaranjan Hens" userId="6fc03958433e8a43" providerId="LiveId" clId="{309794F8-99CF-4983-9CCF-D5B7BCCE1DF4}" dt="2023-01-21T19:06:59.547" v="1187" actId="2711"/>
          <ac:spMkLst>
            <pc:docMk/>
            <pc:sldMk cId="355332200" sldId="429"/>
            <ac:spMk id="4" creationId="{64A1C7C0-C769-20C6-8088-2AD6B3038E3B}"/>
          </ac:spMkLst>
        </pc:spChg>
        <pc:spChg chg="add mod">
          <ac:chgData name="Chittaranjan Hens" userId="6fc03958433e8a43" providerId="LiveId" clId="{309794F8-99CF-4983-9CCF-D5B7BCCE1DF4}" dt="2023-01-21T19:06:59.547" v="1187" actId="2711"/>
          <ac:spMkLst>
            <pc:docMk/>
            <pc:sldMk cId="355332200" sldId="429"/>
            <ac:spMk id="5" creationId="{A13EEADB-11B4-B900-F66A-7FEB99BA8ABA}"/>
          </ac:spMkLst>
        </pc:spChg>
        <pc:spChg chg="add mod">
          <ac:chgData name="Chittaranjan Hens" userId="6fc03958433e8a43" providerId="LiveId" clId="{309794F8-99CF-4983-9CCF-D5B7BCCE1DF4}" dt="2023-01-21T19:06:59.547" v="1187" actId="2711"/>
          <ac:spMkLst>
            <pc:docMk/>
            <pc:sldMk cId="355332200" sldId="429"/>
            <ac:spMk id="6" creationId="{3039A4EB-A10E-DA01-BCD4-40A6288E5864}"/>
          </ac:spMkLst>
        </pc:spChg>
        <pc:spChg chg="add mod">
          <ac:chgData name="Chittaranjan Hens" userId="6fc03958433e8a43" providerId="LiveId" clId="{309794F8-99CF-4983-9CCF-D5B7BCCE1DF4}" dt="2023-01-21T19:05:36.310" v="1158" actId="1076"/>
          <ac:spMkLst>
            <pc:docMk/>
            <pc:sldMk cId="355332200" sldId="429"/>
            <ac:spMk id="7" creationId="{C8FC88BC-AC56-3C8D-6544-6187107E359D}"/>
          </ac:spMkLst>
        </pc:spChg>
        <pc:spChg chg="del">
          <ac:chgData name="Chittaranjan Hens" userId="6fc03958433e8a43" providerId="LiveId" clId="{309794F8-99CF-4983-9CCF-D5B7BCCE1DF4}" dt="2023-01-22T02:43:56.696" v="1278" actId="478"/>
          <ac:spMkLst>
            <pc:docMk/>
            <pc:sldMk cId="355332200" sldId="429"/>
            <ac:spMk id="12" creationId="{F919C9D9-3B3F-ED7E-3111-F1442436505F}"/>
          </ac:spMkLst>
        </pc:spChg>
        <pc:spChg chg="del">
          <ac:chgData name="Chittaranjan Hens" userId="6fc03958433e8a43" providerId="LiveId" clId="{309794F8-99CF-4983-9CCF-D5B7BCCE1DF4}" dt="2023-01-21T16:05:04.791" v="1068" actId="478"/>
          <ac:spMkLst>
            <pc:docMk/>
            <pc:sldMk cId="355332200" sldId="429"/>
            <ac:spMk id="18" creationId="{77F3EDF7-232F-45CF-BF02-77D52922F47A}"/>
          </ac:spMkLst>
        </pc:spChg>
        <pc:picChg chg="add mod">
          <ac:chgData name="Chittaranjan Hens" userId="6fc03958433e8a43" providerId="LiveId" clId="{309794F8-99CF-4983-9CCF-D5B7BCCE1DF4}" dt="2023-01-21T16:05:26.285" v="1073" actId="1076"/>
          <ac:picMkLst>
            <pc:docMk/>
            <pc:sldMk cId="355332200" sldId="429"/>
            <ac:picMk id="2" creationId="{E0008029-65D5-00EC-1DAD-ACB534EE2074}"/>
          </ac:picMkLst>
        </pc:picChg>
        <pc:picChg chg="add mod">
          <ac:chgData name="Chittaranjan Hens" userId="6fc03958433e8a43" providerId="LiveId" clId="{309794F8-99CF-4983-9CCF-D5B7BCCE1DF4}" dt="2023-01-21T16:05:22.171" v="1072" actId="207"/>
          <ac:picMkLst>
            <pc:docMk/>
            <pc:sldMk cId="355332200" sldId="429"/>
            <ac:picMk id="3" creationId="{94FAD011-A829-6B4C-106A-A95845369CCE}"/>
          </ac:picMkLst>
        </pc:picChg>
        <pc:picChg chg="add del mod">
          <ac:chgData name="Chittaranjan Hens" userId="6fc03958433e8a43" providerId="LiveId" clId="{309794F8-99CF-4983-9CCF-D5B7BCCE1DF4}" dt="2023-01-22T02:43:54.469" v="1277" actId="478"/>
          <ac:picMkLst>
            <pc:docMk/>
            <pc:sldMk cId="355332200" sldId="429"/>
            <ac:picMk id="8" creationId="{EE007A6A-266A-D592-F141-F97DEAB7A24A}"/>
          </ac:picMkLst>
        </pc:picChg>
        <pc:picChg chg="del">
          <ac:chgData name="Chittaranjan Hens" userId="6fc03958433e8a43" providerId="LiveId" clId="{309794F8-99CF-4983-9CCF-D5B7BCCE1DF4}" dt="2023-01-21T16:04:59.717" v="1066" actId="478"/>
          <ac:picMkLst>
            <pc:docMk/>
            <pc:sldMk cId="355332200" sldId="429"/>
            <ac:picMk id="20" creationId="{BA52AFFC-C3A9-A016-5A83-B0B2935BC30F}"/>
          </ac:picMkLst>
        </pc:picChg>
        <pc:picChg chg="del">
          <ac:chgData name="Chittaranjan Hens" userId="6fc03958433e8a43" providerId="LiveId" clId="{309794F8-99CF-4983-9CCF-D5B7BCCE1DF4}" dt="2023-01-21T16:05:01.588" v="1067" actId="478"/>
          <ac:picMkLst>
            <pc:docMk/>
            <pc:sldMk cId="355332200" sldId="429"/>
            <ac:picMk id="1026" creationId="{C9554E28-A7D8-A53F-52A4-57C2C8539484}"/>
          </ac:picMkLst>
        </pc:picChg>
      </pc:sldChg>
      <pc:sldChg chg="add del">
        <pc:chgData name="Chittaranjan Hens" userId="6fc03958433e8a43" providerId="LiveId" clId="{309794F8-99CF-4983-9CCF-D5B7BCCE1DF4}" dt="2023-01-21T11:21:44.957" v="902"/>
        <pc:sldMkLst>
          <pc:docMk/>
          <pc:sldMk cId="3231762595" sldId="429"/>
        </pc:sldMkLst>
      </pc:sldChg>
      <pc:sldChg chg="addSp delSp modSp new mod setBg">
        <pc:chgData name="Chittaranjan Hens" userId="6fc03958433e8a43" providerId="LiveId" clId="{309794F8-99CF-4983-9CCF-D5B7BCCE1DF4}" dt="2023-01-21T19:04:09.655" v="1141" actId="404"/>
        <pc:sldMkLst>
          <pc:docMk/>
          <pc:sldMk cId="454236153" sldId="430"/>
        </pc:sldMkLst>
        <pc:spChg chg="del">
          <ac:chgData name="Chittaranjan Hens" userId="6fc03958433e8a43" providerId="LiveId" clId="{309794F8-99CF-4983-9CCF-D5B7BCCE1DF4}" dt="2023-01-21T16:08:31.045" v="1075" actId="478"/>
          <ac:spMkLst>
            <pc:docMk/>
            <pc:sldMk cId="454236153" sldId="430"/>
            <ac:spMk id="2" creationId="{835EA482-AF6E-B637-47A0-7263DD08C2B1}"/>
          </ac:spMkLst>
        </pc:spChg>
        <pc:spChg chg="del">
          <ac:chgData name="Chittaranjan Hens" userId="6fc03958433e8a43" providerId="LiveId" clId="{309794F8-99CF-4983-9CCF-D5B7BCCE1DF4}" dt="2023-01-21T16:08:32.961" v="1076" actId="478"/>
          <ac:spMkLst>
            <pc:docMk/>
            <pc:sldMk cId="454236153" sldId="430"/>
            <ac:spMk id="3" creationId="{AA747848-20CA-4725-9F0A-E7A0653E9D1C}"/>
          </ac:spMkLst>
        </pc:spChg>
        <pc:spChg chg="add mod ord">
          <ac:chgData name="Chittaranjan Hens" userId="6fc03958433e8a43" providerId="LiveId" clId="{309794F8-99CF-4983-9CCF-D5B7BCCE1DF4}" dt="2023-01-21T19:04:09.655" v="1141" actId="404"/>
          <ac:spMkLst>
            <pc:docMk/>
            <pc:sldMk cId="454236153" sldId="430"/>
            <ac:spMk id="5" creationId="{84FC4AF0-196C-21D5-654D-1B2C940F6F88}"/>
          </ac:spMkLst>
        </pc:spChg>
        <pc:spChg chg="add">
          <ac:chgData name="Chittaranjan Hens" userId="6fc03958433e8a43" providerId="LiveId" clId="{309794F8-99CF-4983-9CCF-D5B7BCCE1DF4}" dt="2023-01-21T16:27:49.468" v="1097" actId="26606"/>
          <ac:spMkLst>
            <pc:docMk/>
            <pc:sldMk cId="454236153" sldId="430"/>
            <ac:spMk id="8" creationId="{E91DC736-0EF8-4F87-9146-EBF1D2EE4D3D}"/>
          </ac:spMkLst>
        </pc:spChg>
        <pc:spChg chg="add">
          <ac:chgData name="Chittaranjan Hens" userId="6fc03958433e8a43" providerId="LiveId" clId="{309794F8-99CF-4983-9CCF-D5B7BCCE1DF4}" dt="2023-01-21T16:27:49.468" v="1097" actId="26606"/>
          <ac:spMkLst>
            <pc:docMk/>
            <pc:sldMk cId="454236153" sldId="430"/>
            <ac:spMk id="9" creationId="{097CD68E-23E3-4007-8847-CD0944C4F7BE}"/>
          </ac:spMkLst>
        </pc:spChg>
        <pc:spChg chg="add">
          <ac:chgData name="Chittaranjan Hens" userId="6fc03958433e8a43" providerId="LiveId" clId="{309794F8-99CF-4983-9CCF-D5B7BCCE1DF4}" dt="2023-01-21T16:27:49.468" v="1097" actId="26606"/>
          <ac:spMkLst>
            <pc:docMk/>
            <pc:sldMk cId="454236153" sldId="430"/>
            <ac:spMk id="10" creationId="{AF2F604E-43BE-4DC3-B983-E071523364F8}"/>
          </ac:spMkLst>
        </pc:spChg>
        <pc:spChg chg="add del">
          <ac:chgData name="Chittaranjan Hens" userId="6fc03958433e8a43" providerId="LiveId" clId="{309794F8-99CF-4983-9CCF-D5B7BCCE1DF4}" dt="2023-01-21T16:09:15.977" v="1093" actId="26606"/>
          <ac:spMkLst>
            <pc:docMk/>
            <pc:sldMk cId="454236153" sldId="430"/>
            <ac:spMk id="11" creationId="{E91DC736-0EF8-4F87-9146-EBF1D2EE4D3D}"/>
          </ac:spMkLst>
        </pc:spChg>
        <pc:spChg chg="add">
          <ac:chgData name="Chittaranjan Hens" userId="6fc03958433e8a43" providerId="LiveId" clId="{309794F8-99CF-4983-9CCF-D5B7BCCE1DF4}" dt="2023-01-21T16:27:49.468" v="1097" actId="26606"/>
          <ac:spMkLst>
            <pc:docMk/>
            <pc:sldMk cId="454236153" sldId="430"/>
            <ac:spMk id="12" creationId="{08C9B587-E65E-4B52-B37C-ABEBB6E87928}"/>
          </ac:spMkLst>
        </pc:spChg>
        <pc:spChg chg="add del">
          <ac:chgData name="Chittaranjan Hens" userId="6fc03958433e8a43" providerId="LiveId" clId="{309794F8-99CF-4983-9CCF-D5B7BCCE1DF4}" dt="2023-01-21T16:09:15.977" v="1093" actId="26606"/>
          <ac:spMkLst>
            <pc:docMk/>
            <pc:sldMk cId="454236153" sldId="430"/>
            <ac:spMk id="13" creationId="{097CD68E-23E3-4007-8847-CD0944C4F7BE}"/>
          </ac:spMkLst>
        </pc:spChg>
        <pc:spChg chg="add mod">
          <ac:chgData name="Chittaranjan Hens" userId="6fc03958433e8a43" providerId="LiveId" clId="{309794F8-99CF-4983-9CCF-D5B7BCCE1DF4}" dt="2023-01-21T17:37:45.271" v="1130" actId="1076"/>
          <ac:spMkLst>
            <pc:docMk/>
            <pc:sldMk cId="454236153" sldId="430"/>
            <ac:spMk id="14" creationId="{5C751F3B-C2D7-B7EA-2F78-039B123CA9B0}"/>
          </ac:spMkLst>
        </pc:spChg>
        <pc:spChg chg="add del">
          <ac:chgData name="Chittaranjan Hens" userId="6fc03958433e8a43" providerId="LiveId" clId="{309794F8-99CF-4983-9CCF-D5B7BCCE1DF4}" dt="2023-01-21T16:09:15.977" v="1093" actId="26606"/>
          <ac:spMkLst>
            <pc:docMk/>
            <pc:sldMk cId="454236153" sldId="430"/>
            <ac:spMk id="15" creationId="{AF2F604E-43BE-4DC3-B983-E071523364F8}"/>
          </ac:spMkLst>
        </pc:spChg>
        <pc:spChg chg="add del">
          <ac:chgData name="Chittaranjan Hens" userId="6fc03958433e8a43" providerId="LiveId" clId="{309794F8-99CF-4983-9CCF-D5B7BCCE1DF4}" dt="2023-01-21T16:09:15.977" v="1093" actId="26606"/>
          <ac:spMkLst>
            <pc:docMk/>
            <pc:sldMk cId="454236153" sldId="430"/>
            <ac:spMk id="17" creationId="{08C9B587-E65E-4B52-B37C-ABEBB6E87928}"/>
          </ac:spMkLst>
        </pc:spChg>
        <pc:spChg chg="add mod">
          <ac:chgData name="Chittaranjan Hens" userId="6fc03958433e8a43" providerId="LiveId" clId="{309794F8-99CF-4983-9CCF-D5B7BCCE1DF4}" dt="2023-01-21T19:03:16.972" v="1135" actId="14100"/>
          <ac:spMkLst>
            <pc:docMk/>
            <pc:sldMk cId="454236153" sldId="430"/>
            <ac:spMk id="18" creationId="{1C1128E9-DE22-7458-DEAE-9B1111AC3DDE}"/>
          </ac:spMkLst>
        </pc:spChg>
        <pc:spChg chg="add del">
          <ac:chgData name="Chittaranjan Hens" userId="6fc03958433e8a43" providerId="LiveId" clId="{309794F8-99CF-4983-9CCF-D5B7BCCE1DF4}" dt="2023-01-21T16:09:17.439" v="1095" actId="26606"/>
          <ac:spMkLst>
            <pc:docMk/>
            <pc:sldMk cId="454236153" sldId="430"/>
            <ac:spMk id="19" creationId="{37C89E4B-3C9F-44B9-8B86-D9E3D112D8EC}"/>
          </ac:spMkLst>
        </pc:spChg>
        <pc:picChg chg="add mod ord">
          <ac:chgData name="Chittaranjan Hens" userId="6fc03958433e8a43" providerId="LiveId" clId="{309794F8-99CF-4983-9CCF-D5B7BCCE1DF4}" dt="2023-01-21T16:27:49.468" v="1097" actId="26606"/>
          <ac:picMkLst>
            <pc:docMk/>
            <pc:sldMk cId="454236153" sldId="430"/>
            <ac:picMk id="6" creationId="{3A9B1544-4E77-11A3-6B67-89CAA0A33930}"/>
          </ac:picMkLst>
        </pc:picChg>
        <pc:picChg chg="add mod">
          <ac:chgData name="Chittaranjan Hens" userId="6fc03958433e8a43" providerId="LiveId" clId="{309794F8-99CF-4983-9CCF-D5B7BCCE1DF4}" dt="2023-01-21T17:37:17.716" v="1125" actId="1076"/>
          <ac:picMkLst>
            <pc:docMk/>
            <pc:sldMk cId="454236153" sldId="430"/>
            <ac:picMk id="16" creationId="{F236F48E-DC01-4604-9178-4F8085C55335}"/>
          </ac:picMkLst>
        </pc:picChg>
        <pc:cxnChg chg="add del">
          <ac:chgData name="Chittaranjan Hens" userId="6fc03958433e8a43" providerId="LiveId" clId="{309794F8-99CF-4983-9CCF-D5B7BCCE1DF4}" dt="2023-01-21T16:09:17.439" v="1095" actId="26606"/>
          <ac:cxnSpMkLst>
            <pc:docMk/>
            <pc:sldMk cId="454236153" sldId="430"/>
            <ac:cxnSpMk id="20" creationId="{AA2EAA10-076F-46BD-8F0F-B9A2FB77A85C}"/>
          </ac:cxnSpMkLst>
        </pc:cxnChg>
        <pc:cxnChg chg="add del">
          <ac:chgData name="Chittaranjan Hens" userId="6fc03958433e8a43" providerId="LiveId" clId="{309794F8-99CF-4983-9CCF-D5B7BCCE1DF4}" dt="2023-01-21T16:09:17.439" v="1095" actId="26606"/>
          <ac:cxnSpMkLst>
            <pc:docMk/>
            <pc:sldMk cId="454236153" sldId="430"/>
            <ac:cxnSpMk id="21" creationId="{D891E407-403B-4764-86C9-33A56D3BCAA3}"/>
          </ac:cxnSpMkLst>
        </pc:cxnChg>
      </pc:sldChg>
      <pc:sldChg chg="add del">
        <pc:chgData name="Chittaranjan Hens" userId="6fc03958433e8a43" providerId="LiveId" clId="{309794F8-99CF-4983-9CCF-D5B7BCCE1DF4}" dt="2023-01-21T16:05:07.337" v="1070"/>
        <pc:sldMkLst>
          <pc:docMk/>
          <pc:sldMk cId="2566995070" sldId="430"/>
        </pc:sldMkLst>
      </pc:sldChg>
      <pc:sldChg chg="addSp delSp modSp add del mod modAnim">
        <pc:chgData name="Chittaranjan Hens" userId="6fc03958433e8a43" providerId="LiveId" clId="{309794F8-99CF-4983-9CCF-D5B7BCCE1DF4}" dt="2023-01-22T03:00:48.026" v="1426" actId="47"/>
        <pc:sldMkLst>
          <pc:docMk/>
          <pc:sldMk cId="1330093258" sldId="431"/>
        </pc:sldMkLst>
        <pc:spChg chg="del">
          <ac:chgData name="Chittaranjan Hens" userId="6fc03958433e8a43" providerId="LiveId" clId="{309794F8-99CF-4983-9CCF-D5B7BCCE1DF4}" dt="2023-01-21T19:02:11.233" v="1132" actId="478"/>
          <ac:spMkLst>
            <pc:docMk/>
            <pc:sldMk cId="1330093258" sldId="431"/>
            <ac:spMk id="2" creationId="{ECE02996-8A1A-2948-A0D2-505FA82FB248}"/>
          </ac:spMkLst>
        </pc:spChg>
        <pc:spChg chg="del">
          <ac:chgData name="Chittaranjan Hens" userId="6fc03958433e8a43" providerId="LiveId" clId="{309794F8-99CF-4983-9CCF-D5B7BCCE1DF4}" dt="2023-01-21T19:03:01.711" v="1133" actId="478"/>
          <ac:spMkLst>
            <pc:docMk/>
            <pc:sldMk cId="1330093258" sldId="431"/>
            <ac:spMk id="4" creationId="{CAD1F2BC-EC35-3E46-B979-EB8F286B872C}"/>
          </ac:spMkLst>
        </pc:spChg>
        <pc:spChg chg="add del">
          <ac:chgData name="Chittaranjan Hens" userId="6fc03958433e8a43" providerId="LiveId" clId="{309794F8-99CF-4983-9CCF-D5B7BCCE1DF4}" dt="2023-01-22T02:59:58.902" v="1418" actId="478"/>
          <ac:spMkLst>
            <pc:docMk/>
            <pc:sldMk cId="1330093258" sldId="431"/>
            <ac:spMk id="170" creationId="{CC254ABE-6EB5-DF40-9DB1-848683F25D25}"/>
          </ac:spMkLst>
        </pc:spChg>
        <pc:spChg chg="add del">
          <ac:chgData name="Chittaranjan Hens" userId="6fc03958433e8a43" providerId="LiveId" clId="{309794F8-99CF-4983-9CCF-D5B7BCCE1DF4}" dt="2023-01-22T02:59:58.902" v="1418" actId="478"/>
          <ac:spMkLst>
            <pc:docMk/>
            <pc:sldMk cId="1330093258" sldId="431"/>
            <ac:spMk id="210" creationId="{2BD7C186-D2D7-4A41-A18C-F665542D4C89}"/>
          </ac:spMkLst>
        </pc:spChg>
        <pc:grpChg chg="add del">
          <ac:chgData name="Chittaranjan Hens" userId="6fc03958433e8a43" providerId="LiveId" clId="{309794F8-99CF-4983-9CCF-D5B7BCCE1DF4}" dt="2023-01-22T02:59:58.902" v="1418" actId="478"/>
          <ac:grpSpMkLst>
            <pc:docMk/>
            <pc:sldMk cId="1330093258" sldId="431"/>
            <ac:grpSpMk id="9" creationId="{E18FC7CB-F27E-7B4B-853C-0988D90041D8}"/>
          </ac:grpSpMkLst>
        </pc:grpChg>
        <pc:grpChg chg="add del">
          <ac:chgData name="Chittaranjan Hens" userId="6fc03958433e8a43" providerId="LiveId" clId="{309794F8-99CF-4983-9CCF-D5B7BCCE1DF4}" dt="2023-01-22T02:59:58.902" v="1418" actId="478"/>
          <ac:grpSpMkLst>
            <pc:docMk/>
            <pc:sldMk cId="1330093258" sldId="431"/>
            <ac:grpSpMk id="10" creationId="{1CA35E5F-8F49-8446-B551-1024D2A32E72}"/>
          </ac:grpSpMkLst>
        </pc:grpChg>
        <pc:grpChg chg="add del">
          <ac:chgData name="Chittaranjan Hens" userId="6fc03958433e8a43" providerId="LiveId" clId="{309794F8-99CF-4983-9CCF-D5B7BCCE1DF4}" dt="2023-01-22T02:59:58.902" v="1418" actId="478"/>
          <ac:grpSpMkLst>
            <pc:docMk/>
            <pc:sldMk cId="1330093258" sldId="431"/>
            <ac:grpSpMk id="19" creationId="{D95D60F6-83F6-4E46-9A56-954AF34E6E4F}"/>
          </ac:grpSpMkLst>
        </pc:grpChg>
        <pc:grpChg chg="add del">
          <ac:chgData name="Chittaranjan Hens" userId="6fc03958433e8a43" providerId="LiveId" clId="{309794F8-99CF-4983-9CCF-D5B7BCCE1DF4}" dt="2023-01-22T02:59:58.902" v="1418" actId="478"/>
          <ac:grpSpMkLst>
            <pc:docMk/>
            <pc:sldMk cId="1330093258" sldId="431"/>
            <ac:grpSpMk id="23" creationId="{7BBC1820-3FD6-4942-8A9F-9D0F42FB53D9}"/>
          </ac:grpSpMkLst>
        </pc:grpChg>
        <pc:grpChg chg="add del">
          <ac:chgData name="Chittaranjan Hens" userId="6fc03958433e8a43" providerId="LiveId" clId="{309794F8-99CF-4983-9CCF-D5B7BCCE1DF4}" dt="2023-01-22T02:59:58.902" v="1418" actId="478"/>
          <ac:grpSpMkLst>
            <pc:docMk/>
            <pc:sldMk cId="1330093258" sldId="431"/>
            <ac:grpSpMk id="24" creationId="{432822F8-DF06-034D-8825-3AA99FD8F6F2}"/>
          </ac:grpSpMkLst>
        </pc:grpChg>
        <pc:grpChg chg="add del">
          <ac:chgData name="Chittaranjan Hens" userId="6fc03958433e8a43" providerId="LiveId" clId="{309794F8-99CF-4983-9CCF-D5B7BCCE1DF4}" dt="2023-01-22T02:59:58.902" v="1418" actId="478"/>
          <ac:grpSpMkLst>
            <pc:docMk/>
            <pc:sldMk cId="1330093258" sldId="431"/>
            <ac:grpSpMk id="25" creationId="{FA36BDEF-02C9-8B4A-A4AA-55C77B6C1070}"/>
          </ac:grpSpMkLst>
        </pc:grpChg>
        <pc:grpChg chg="add del">
          <ac:chgData name="Chittaranjan Hens" userId="6fc03958433e8a43" providerId="LiveId" clId="{309794F8-99CF-4983-9CCF-D5B7BCCE1DF4}" dt="2023-01-22T02:59:58.902" v="1418" actId="478"/>
          <ac:grpSpMkLst>
            <pc:docMk/>
            <pc:sldMk cId="1330093258" sldId="431"/>
            <ac:grpSpMk id="31" creationId="{AB961EC0-9A7F-CD43-9812-17435496F34E}"/>
          </ac:grpSpMkLst>
        </pc:grpChg>
        <pc:grpChg chg="add del mod">
          <ac:chgData name="Chittaranjan Hens" userId="6fc03958433e8a43" providerId="LiveId" clId="{309794F8-99CF-4983-9CCF-D5B7BCCE1DF4}" dt="2023-01-22T02:59:58.902" v="1418" actId="478"/>
          <ac:grpSpMkLst>
            <pc:docMk/>
            <pc:sldMk cId="1330093258" sldId="431"/>
            <ac:grpSpMk id="32" creationId="{3F6143C7-BF76-C147-99B9-7E2251BD1E4A}"/>
          </ac:grpSpMkLst>
        </pc:grpChg>
        <pc:grpChg chg="add del">
          <ac:chgData name="Chittaranjan Hens" userId="6fc03958433e8a43" providerId="LiveId" clId="{309794F8-99CF-4983-9CCF-D5B7BCCE1DF4}" dt="2023-01-22T02:59:58.902" v="1418" actId="478"/>
          <ac:grpSpMkLst>
            <pc:docMk/>
            <pc:sldMk cId="1330093258" sldId="431"/>
            <ac:grpSpMk id="33" creationId="{8A618ABF-C352-144D-BB1C-DEDE7A66951F}"/>
          </ac:grpSpMkLst>
        </pc:grpChg>
        <pc:grpChg chg="add del">
          <ac:chgData name="Chittaranjan Hens" userId="6fc03958433e8a43" providerId="LiveId" clId="{309794F8-99CF-4983-9CCF-D5B7BCCE1DF4}" dt="2023-01-22T02:59:58.902" v="1418" actId="478"/>
          <ac:grpSpMkLst>
            <pc:docMk/>
            <pc:sldMk cId="1330093258" sldId="431"/>
            <ac:grpSpMk id="34" creationId="{5EC1D50E-1A45-954B-B9A9-B58C60D02D27}"/>
          </ac:grpSpMkLst>
        </pc:grpChg>
        <pc:grpChg chg="add del">
          <ac:chgData name="Chittaranjan Hens" userId="6fc03958433e8a43" providerId="LiveId" clId="{309794F8-99CF-4983-9CCF-D5B7BCCE1DF4}" dt="2023-01-22T02:59:58.902" v="1418" actId="478"/>
          <ac:grpSpMkLst>
            <pc:docMk/>
            <pc:sldMk cId="1330093258" sldId="431"/>
            <ac:grpSpMk id="35" creationId="{026E84CC-BC83-DB41-A6EE-95CADF46B7A8}"/>
          </ac:grpSpMkLst>
        </pc:grpChg>
        <pc:grpChg chg="add del">
          <ac:chgData name="Chittaranjan Hens" userId="6fc03958433e8a43" providerId="LiveId" clId="{309794F8-99CF-4983-9CCF-D5B7BCCE1DF4}" dt="2023-01-22T02:59:58.902" v="1418" actId="478"/>
          <ac:grpSpMkLst>
            <pc:docMk/>
            <pc:sldMk cId="1330093258" sldId="431"/>
            <ac:grpSpMk id="36" creationId="{76F7FF59-3F43-D346-A416-335207C0313B}"/>
          </ac:grpSpMkLst>
        </pc:grpChg>
        <pc:picChg chg="del mod">
          <ac:chgData name="Chittaranjan Hens" userId="6fc03958433e8a43" providerId="LiveId" clId="{309794F8-99CF-4983-9CCF-D5B7BCCE1DF4}" dt="2023-01-22T02:59:49.747" v="1415" actId="478"/>
          <ac:picMkLst>
            <pc:docMk/>
            <pc:sldMk cId="1330093258" sldId="431"/>
            <ac:picMk id="3" creationId="{D4C8FB53-24D5-6129-80B2-D1221E121F0B}"/>
          </ac:picMkLst>
        </pc:picChg>
        <pc:picChg chg="add del mod">
          <ac:chgData name="Chittaranjan Hens" userId="6fc03958433e8a43" providerId="LiveId" clId="{309794F8-99CF-4983-9CCF-D5B7BCCE1DF4}" dt="2023-01-22T03:00:23.489" v="1421" actId="21"/>
          <ac:picMkLst>
            <pc:docMk/>
            <pc:sldMk cId="1330093258" sldId="431"/>
            <ac:picMk id="2050" creationId="{AF922EFD-789D-1D2F-F5F2-B2A079A866D1}"/>
          </ac:picMkLst>
        </pc:picChg>
      </pc:sldChg>
      <pc:sldChg chg="add del">
        <pc:chgData name="Chittaranjan Hens" userId="6fc03958433e8a43" providerId="LiveId" clId="{309794F8-99CF-4983-9CCF-D5B7BCCE1DF4}" dt="2023-01-21T17:33:11.858" v="1103"/>
        <pc:sldMkLst>
          <pc:docMk/>
          <pc:sldMk cId="1578463811" sldId="432"/>
        </pc:sldMkLst>
      </pc:sldChg>
      <pc:sldChg chg="addSp delSp modSp add mod ord">
        <pc:chgData name="Chittaranjan Hens" userId="6fc03958433e8a43" providerId="LiveId" clId="{309794F8-99CF-4983-9CCF-D5B7BCCE1DF4}" dt="2023-01-22T02:52:41.261" v="1386"/>
        <pc:sldMkLst>
          <pc:docMk/>
          <pc:sldMk cId="2865835326" sldId="432"/>
        </pc:sldMkLst>
        <pc:spChg chg="add del mod">
          <ac:chgData name="Chittaranjan Hens" userId="6fc03958433e8a43" providerId="LiveId" clId="{309794F8-99CF-4983-9CCF-D5B7BCCE1DF4}" dt="2023-01-22T02:52:40.385" v="1385" actId="478"/>
          <ac:spMkLst>
            <pc:docMk/>
            <pc:sldMk cId="2865835326" sldId="432"/>
            <ac:spMk id="4" creationId="{46C53B46-0453-26A6-01B0-D74D6CBBDE6A}"/>
          </ac:spMkLst>
        </pc:spChg>
        <pc:spChg chg="add mod">
          <ac:chgData name="Chittaranjan Hens" userId="6fc03958433e8a43" providerId="LiveId" clId="{309794F8-99CF-4983-9CCF-D5B7BCCE1DF4}" dt="2023-01-22T02:52:41.261" v="1386"/>
          <ac:spMkLst>
            <pc:docMk/>
            <pc:sldMk cId="2865835326" sldId="432"/>
            <ac:spMk id="5" creationId="{4CD34A4E-B61D-36EF-0E1D-057D61AD7F4B}"/>
          </ac:spMkLst>
        </pc:spChg>
        <pc:spChg chg="del">
          <ac:chgData name="Chittaranjan Hens" userId="6fc03958433e8a43" providerId="LiveId" clId="{309794F8-99CF-4983-9CCF-D5B7BCCE1DF4}" dt="2023-01-21T19:28:04.658" v="1262" actId="478"/>
          <ac:spMkLst>
            <pc:docMk/>
            <pc:sldMk cId="2865835326" sldId="432"/>
            <ac:spMk id="12" creationId="{F919C9D9-3B3F-ED7E-3111-F1442436505F}"/>
          </ac:spMkLst>
        </pc:spChg>
        <pc:spChg chg="del">
          <ac:chgData name="Chittaranjan Hens" userId="6fc03958433e8a43" providerId="LiveId" clId="{309794F8-99CF-4983-9CCF-D5B7BCCE1DF4}" dt="2023-01-21T19:28:01.016" v="1261" actId="478"/>
          <ac:spMkLst>
            <pc:docMk/>
            <pc:sldMk cId="2865835326" sldId="432"/>
            <ac:spMk id="21" creationId="{814AFED6-2FB8-BE8F-BFCF-2583529DECB4}"/>
          </ac:spMkLst>
        </pc:spChg>
        <pc:spChg chg="del">
          <ac:chgData name="Chittaranjan Hens" userId="6fc03958433e8a43" providerId="LiveId" clId="{309794F8-99CF-4983-9CCF-D5B7BCCE1DF4}" dt="2023-01-21T19:08:39.246" v="1192" actId="478"/>
          <ac:spMkLst>
            <pc:docMk/>
            <pc:sldMk cId="2865835326" sldId="432"/>
            <ac:spMk id="23" creationId="{0DD5E4A6-3D2D-6C15-CAD3-7962AAE7AE6C}"/>
          </ac:spMkLst>
        </pc:spChg>
        <pc:picChg chg="add mod">
          <ac:chgData name="Chittaranjan Hens" userId="6fc03958433e8a43" providerId="LiveId" clId="{309794F8-99CF-4983-9CCF-D5B7BCCE1DF4}" dt="2023-01-21T19:28:49.806" v="1263"/>
          <ac:picMkLst>
            <pc:docMk/>
            <pc:sldMk cId="2865835326" sldId="432"/>
            <ac:picMk id="2" creationId="{ECD3D644-A0F2-1C3E-E54C-2B73F1539201}"/>
          </ac:picMkLst>
        </pc:picChg>
        <pc:picChg chg="add mod">
          <ac:chgData name="Chittaranjan Hens" userId="6fc03958433e8a43" providerId="LiveId" clId="{309794F8-99CF-4983-9CCF-D5B7BCCE1DF4}" dt="2023-01-21T19:28:49.806" v="1263"/>
          <ac:picMkLst>
            <pc:docMk/>
            <pc:sldMk cId="2865835326" sldId="432"/>
            <ac:picMk id="3" creationId="{C6D8CC78-ED30-88E7-780C-0131DEEB6B85}"/>
          </ac:picMkLst>
        </pc:picChg>
        <pc:picChg chg="mod">
          <ac:chgData name="Chittaranjan Hens" userId="6fc03958433e8a43" providerId="LiveId" clId="{309794F8-99CF-4983-9CCF-D5B7BCCE1DF4}" dt="2023-01-21T19:08:52.450" v="1195" actId="14100"/>
          <ac:picMkLst>
            <pc:docMk/>
            <pc:sldMk cId="2865835326" sldId="432"/>
            <ac:picMk id="8" creationId="{EE007A6A-266A-D592-F141-F97DEAB7A24A}"/>
          </ac:picMkLst>
        </pc:picChg>
        <pc:picChg chg="del">
          <ac:chgData name="Chittaranjan Hens" userId="6fc03958433e8a43" providerId="LiveId" clId="{309794F8-99CF-4983-9CCF-D5B7BCCE1DF4}" dt="2023-01-21T19:08:39.246" v="1192" actId="478"/>
          <ac:picMkLst>
            <pc:docMk/>
            <pc:sldMk cId="2865835326" sldId="432"/>
            <ac:picMk id="20" creationId="{BA52AFFC-C3A9-A016-5A83-B0B2935BC30F}"/>
          </ac:picMkLst>
        </pc:picChg>
        <pc:picChg chg="del">
          <ac:chgData name="Chittaranjan Hens" userId="6fc03958433e8a43" providerId="LiveId" clId="{309794F8-99CF-4983-9CCF-D5B7BCCE1DF4}" dt="2023-01-21T19:28:01.016" v="1261" actId="478"/>
          <ac:picMkLst>
            <pc:docMk/>
            <pc:sldMk cId="2865835326" sldId="432"/>
            <ac:picMk id="1026" creationId="{C9554E28-A7D8-A53F-52A4-57C2C8539484}"/>
          </ac:picMkLst>
        </pc:picChg>
        <pc:picChg chg="add del mod">
          <ac:chgData name="Chittaranjan Hens" userId="6fc03958433e8a43" providerId="LiveId" clId="{309794F8-99CF-4983-9CCF-D5B7BCCE1DF4}" dt="2023-01-21T19:28:01.016" v="1261" actId="478"/>
          <ac:picMkLst>
            <pc:docMk/>
            <pc:sldMk cId="2865835326" sldId="432"/>
            <ac:picMk id="4098" creationId="{29DC7B19-FFDC-B101-630A-48322EA5BB13}"/>
          </ac:picMkLst>
        </pc:picChg>
      </pc:sldChg>
      <pc:sldChg chg="addSp modSp add del mod">
        <pc:chgData name="Chittaranjan Hens" userId="6fc03958433e8a43" providerId="LiveId" clId="{309794F8-99CF-4983-9CCF-D5B7BCCE1DF4}" dt="2023-01-21T19:27:46.801" v="1260" actId="47"/>
        <pc:sldMkLst>
          <pc:docMk/>
          <pc:sldMk cId="804222339" sldId="433"/>
        </pc:sldMkLst>
        <pc:spChg chg="add mod">
          <ac:chgData name="Chittaranjan Hens" userId="6fc03958433e8a43" providerId="LiveId" clId="{309794F8-99CF-4983-9CCF-D5B7BCCE1DF4}" dt="2023-01-21T19:10:11.427" v="1238" actId="14100"/>
          <ac:spMkLst>
            <pc:docMk/>
            <pc:sldMk cId="804222339" sldId="433"/>
            <ac:spMk id="2" creationId="{39B79E4E-FC83-8711-1576-F320C7571DD8}"/>
          </ac:spMkLst>
        </pc:spChg>
        <pc:picChg chg="mod">
          <ac:chgData name="Chittaranjan Hens" userId="6fc03958433e8a43" providerId="LiveId" clId="{309794F8-99CF-4983-9CCF-D5B7BCCE1DF4}" dt="2023-01-21T19:09:48.079" v="1231" actId="1076"/>
          <ac:picMkLst>
            <pc:docMk/>
            <pc:sldMk cId="804222339" sldId="433"/>
            <ac:picMk id="8" creationId="{EE007A6A-266A-D592-F141-F97DEAB7A24A}"/>
          </ac:picMkLst>
        </pc:picChg>
        <pc:picChg chg="add mod">
          <ac:chgData name="Chittaranjan Hens" userId="6fc03958433e8a43" providerId="LiveId" clId="{309794F8-99CF-4983-9CCF-D5B7BCCE1DF4}" dt="2023-01-21T19:09:53.897" v="1232" actId="1076"/>
          <ac:picMkLst>
            <pc:docMk/>
            <pc:sldMk cId="804222339" sldId="433"/>
            <ac:picMk id="6146" creationId="{68D9167E-6D71-7041-4464-AE94377E05EC}"/>
          </ac:picMkLst>
        </pc:picChg>
      </pc:sldChg>
      <pc:sldChg chg="addSp delSp modSp add mod">
        <pc:chgData name="Chittaranjan Hens" userId="6fc03958433e8a43" providerId="LiveId" clId="{309794F8-99CF-4983-9CCF-D5B7BCCE1DF4}" dt="2023-01-22T02:52:18.224" v="1380" actId="1076"/>
        <pc:sldMkLst>
          <pc:docMk/>
          <pc:sldMk cId="3951377450" sldId="433"/>
        </pc:sldMkLst>
        <pc:spChg chg="add mod">
          <ac:chgData name="Chittaranjan Hens" userId="6fc03958433e8a43" providerId="LiveId" clId="{309794F8-99CF-4983-9CCF-D5B7BCCE1DF4}" dt="2023-01-22T02:52:18.224" v="1380" actId="1076"/>
          <ac:spMkLst>
            <pc:docMk/>
            <pc:sldMk cId="3951377450" sldId="433"/>
            <ac:spMk id="5" creationId="{9FCF35EF-634F-5FB8-4EE7-C7C570EC656B}"/>
          </ac:spMkLst>
        </pc:spChg>
        <pc:picChg chg="del">
          <ac:chgData name="Chittaranjan Hens" userId="6fc03958433e8a43" providerId="LiveId" clId="{309794F8-99CF-4983-9CCF-D5B7BCCE1DF4}" dt="2023-01-22T02:41:54.421" v="1265" actId="478"/>
          <ac:picMkLst>
            <pc:docMk/>
            <pc:sldMk cId="3951377450" sldId="433"/>
            <ac:picMk id="2" creationId="{ECD3D644-A0F2-1C3E-E54C-2B73F1539201}"/>
          </ac:picMkLst>
        </pc:picChg>
        <pc:picChg chg="del">
          <ac:chgData name="Chittaranjan Hens" userId="6fc03958433e8a43" providerId="LiveId" clId="{309794F8-99CF-4983-9CCF-D5B7BCCE1DF4}" dt="2023-01-22T02:41:56.452" v="1266" actId="478"/>
          <ac:picMkLst>
            <pc:docMk/>
            <pc:sldMk cId="3951377450" sldId="433"/>
            <ac:picMk id="3" creationId="{C6D8CC78-ED30-88E7-780C-0131DEEB6B85}"/>
          </ac:picMkLst>
        </pc:picChg>
        <pc:picChg chg="add mod modCrop">
          <ac:chgData name="Chittaranjan Hens" userId="6fc03958433e8a43" providerId="LiveId" clId="{309794F8-99CF-4983-9CCF-D5B7BCCE1DF4}" dt="2023-01-22T02:45:20.509" v="1286" actId="732"/>
          <ac:picMkLst>
            <pc:docMk/>
            <pc:sldMk cId="3951377450" sldId="433"/>
            <ac:picMk id="4" creationId="{DE236744-E78F-2415-BA56-03BD25912E1B}"/>
          </ac:picMkLst>
        </pc:picChg>
      </pc:sldChg>
      <pc:sldChg chg="add del">
        <pc:chgData name="Chittaranjan Hens" userId="6fc03958433e8a43" providerId="LiveId" clId="{309794F8-99CF-4983-9CCF-D5B7BCCE1DF4}" dt="2023-01-22T02:41:59.317" v="1268"/>
        <pc:sldMkLst>
          <pc:docMk/>
          <pc:sldMk cId="2276722908" sldId="434"/>
        </pc:sldMkLst>
      </pc:sldChg>
      <pc:sldChg chg="addSp delSp modSp add del">
        <pc:chgData name="Chittaranjan Hens" userId="6fc03958433e8a43" providerId="LiveId" clId="{309794F8-99CF-4983-9CCF-D5B7BCCE1DF4}" dt="2023-01-21T19:27:46.801" v="1260" actId="47"/>
        <pc:sldMkLst>
          <pc:docMk/>
          <pc:sldMk cId="2321466165" sldId="434"/>
        </pc:sldMkLst>
        <pc:spChg chg="del">
          <ac:chgData name="Chittaranjan Hens" userId="6fc03958433e8a43" providerId="LiveId" clId="{309794F8-99CF-4983-9CCF-D5B7BCCE1DF4}" dt="2023-01-21T19:11:08.383" v="1243" actId="478"/>
          <ac:spMkLst>
            <pc:docMk/>
            <pc:sldMk cId="2321466165" sldId="434"/>
            <ac:spMk id="2" creationId="{39B79E4E-FC83-8711-1576-F320C7571DD8}"/>
          </ac:spMkLst>
        </pc:spChg>
        <pc:spChg chg="del">
          <ac:chgData name="Chittaranjan Hens" userId="6fc03958433e8a43" providerId="LiveId" clId="{309794F8-99CF-4983-9CCF-D5B7BCCE1DF4}" dt="2023-01-21T19:11:08.383" v="1243" actId="478"/>
          <ac:spMkLst>
            <pc:docMk/>
            <pc:sldMk cId="2321466165" sldId="434"/>
            <ac:spMk id="21" creationId="{814AFED6-2FB8-BE8F-BFCF-2583529DECB4}"/>
          </ac:spMkLst>
        </pc:spChg>
        <pc:picChg chg="del mod">
          <ac:chgData name="Chittaranjan Hens" userId="6fc03958433e8a43" providerId="LiveId" clId="{309794F8-99CF-4983-9CCF-D5B7BCCE1DF4}" dt="2023-01-21T19:11:08.383" v="1243" actId="478"/>
          <ac:picMkLst>
            <pc:docMk/>
            <pc:sldMk cId="2321466165" sldId="434"/>
            <ac:picMk id="4098" creationId="{29DC7B19-FFDC-B101-630A-48322EA5BB13}"/>
          </ac:picMkLst>
        </pc:picChg>
        <pc:picChg chg="del mod">
          <ac:chgData name="Chittaranjan Hens" userId="6fc03958433e8a43" providerId="LiveId" clId="{309794F8-99CF-4983-9CCF-D5B7BCCE1DF4}" dt="2023-01-21T19:11:08.383" v="1243" actId="478"/>
          <ac:picMkLst>
            <pc:docMk/>
            <pc:sldMk cId="2321466165" sldId="434"/>
            <ac:picMk id="6146" creationId="{68D9167E-6D71-7041-4464-AE94377E05EC}"/>
          </ac:picMkLst>
        </pc:picChg>
        <pc:picChg chg="add mod">
          <ac:chgData name="Chittaranjan Hens" userId="6fc03958433e8a43" providerId="LiveId" clId="{309794F8-99CF-4983-9CCF-D5B7BCCE1DF4}" dt="2023-01-21T19:11:50.019" v="1257" actId="14100"/>
          <ac:picMkLst>
            <pc:docMk/>
            <pc:sldMk cId="2321466165" sldId="434"/>
            <ac:picMk id="8194" creationId="{1422B1FD-9B66-1342-1A90-AA84852323DD}"/>
          </ac:picMkLst>
        </pc:picChg>
        <pc:picChg chg="add mod">
          <ac:chgData name="Chittaranjan Hens" userId="6fc03958433e8a43" providerId="LiveId" clId="{309794F8-99CF-4983-9CCF-D5B7BCCE1DF4}" dt="2023-01-21T19:12:07.626" v="1259" actId="1076"/>
          <ac:picMkLst>
            <pc:docMk/>
            <pc:sldMk cId="2321466165" sldId="434"/>
            <ac:picMk id="8196" creationId="{950435EF-6272-BC9F-93B4-055BB0C92640}"/>
          </ac:picMkLst>
        </pc:picChg>
      </pc:sldChg>
      <pc:sldChg chg="addSp delSp modSp add mod modAnim">
        <pc:chgData name="Chittaranjan Hens" userId="6fc03958433e8a43" providerId="LiveId" clId="{309794F8-99CF-4983-9CCF-D5B7BCCE1DF4}" dt="2023-01-22T02:52:24.097" v="1381"/>
        <pc:sldMkLst>
          <pc:docMk/>
          <pc:sldMk cId="3768725755" sldId="434"/>
        </pc:sldMkLst>
        <pc:spChg chg="add mod">
          <ac:chgData name="Chittaranjan Hens" userId="6fc03958433e8a43" providerId="LiveId" clId="{309794F8-99CF-4983-9CCF-D5B7BCCE1DF4}" dt="2023-01-22T02:45:01.029" v="1284" actId="2711"/>
          <ac:spMkLst>
            <pc:docMk/>
            <pc:sldMk cId="3768725755" sldId="434"/>
            <ac:spMk id="4" creationId="{D32504E8-A1C9-3EEB-5F43-0741ED8C51ED}"/>
          </ac:spMkLst>
        </pc:spChg>
        <pc:spChg chg="add mod">
          <ac:chgData name="Chittaranjan Hens" userId="6fc03958433e8a43" providerId="LiveId" clId="{309794F8-99CF-4983-9CCF-D5B7BCCE1DF4}" dt="2023-01-22T02:52:24.097" v="1381"/>
          <ac:spMkLst>
            <pc:docMk/>
            <pc:sldMk cId="3768725755" sldId="434"/>
            <ac:spMk id="6" creationId="{97667196-0E82-A368-54A6-0681D99473A1}"/>
          </ac:spMkLst>
        </pc:spChg>
        <pc:picChg chg="del">
          <ac:chgData name="Chittaranjan Hens" userId="6fc03958433e8a43" providerId="LiveId" clId="{309794F8-99CF-4983-9CCF-D5B7BCCE1DF4}" dt="2023-01-22T02:43:34.328" v="1274" actId="478"/>
          <ac:picMkLst>
            <pc:docMk/>
            <pc:sldMk cId="3768725755" sldId="434"/>
            <ac:picMk id="2" creationId="{ECD3D644-A0F2-1C3E-E54C-2B73F1539201}"/>
          </ac:picMkLst>
        </pc:picChg>
        <pc:picChg chg="del">
          <ac:chgData name="Chittaranjan Hens" userId="6fc03958433e8a43" providerId="LiveId" clId="{309794F8-99CF-4983-9CCF-D5B7BCCE1DF4}" dt="2023-01-22T02:43:37.813" v="1275" actId="478"/>
          <ac:picMkLst>
            <pc:docMk/>
            <pc:sldMk cId="3768725755" sldId="434"/>
            <ac:picMk id="3" creationId="{C6D8CC78-ED30-88E7-780C-0131DEEB6B85}"/>
          </ac:picMkLst>
        </pc:picChg>
        <pc:picChg chg="add mod">
          <ac:chgData name="Chittaranjan Hens" userId="6fc03958433e8a43" providerId="LiveId" clId="{309794F8-99CF-4983-9CCF-D5B7BCCE1DF4}" dt="2023-01-22T02:45:09.409" v="1285" actId="14100"/>
          <ac:picMkLst>
            <pc:docMk/>
            <pc:sldMk cId="3768725755" sldId="434"/>
            <ac:picMk id="5" creationId="{D08390EF-5059-593D-8BE8-E442CEEED34A}"/>
          </ac:picMkLst>
        </pc:picChg>
      </pc:sldChg>
      <pc:sldChg chg="addSp delSp modSp add mod modAnim">
        <pc:chgData name="Chittaranjan Hens" userId="6fc03958433e8a43" providerId="LiveId" clId="{309794F8-99CF-4983-9CCF-D5B7BCCE1DF4}" dt="2023-01-23T03:03:37.527" v="1428"/>
        <pc:sldMkLst>
          <pc:docMk/>
          <pc:sldMk cId="1014503442" sldId="435"/>
        </pc:sldMkLst>
        <pc:spChg chg="add del mod topLvl">
          <ac:chgData name="Chittaranjan Hens" userId="6fc03958433e8a43" providerId="LiveId" clId="{309794F8-99CF-4983-9CCF-D5B7BCCE1DF4}" dt="2023-01-22T02:56:59.797" v="1402" actId="478"/>
          <ac:spMkLst>
            <pc:docMk/>
            <pc:sldMk cId="1014503442" sldId="435"/>
            <ac:spMk id="6" creationId="{BAA4B3AE-F51D-256E-4795-A2586DFA8EF6}"/>
          </ac:spMkLst>
        </pc:spChg>
        <pc:spChg chg="add mod">
          <ac:chgData name="Chittaranjan Hens" userId="6fc03958433e8a43" providerId="LiveId" clId="{309794F8-99CF-4983-9CCF-D5B7BCCE1DF4}" dt="2023-01-22T02:52:32.460" v="1383" actId="1076"/>
          <ac:spMkLst>
            <pc:docMk/>
            <pc:sldMk cId="1014503442" sldId="435"/>
            <ac:spMk id="9" creationId="{235B6043-AAAF-7F18-7045-3C3F661FB452}"/>
          </ac:spMkLst>
        </pc:spChg>
        <pc:spChg chg="mod">
          <ac:chgData name="Chittaranjan Hens" userId="6fc03958433e8a43" providerId="LiveId" clId="{309794F8-99CF-4983-9CCF-D5B7BCCE1DF4}" dt="2023-01-22T02:57:15.372" v="1405" actId="1076"/>
          <ac:spMkLst>
            <pc:docMk/>
            <pc:sldMk cId="1014503442" sldId="435"/>
            <ac:spMk id="12" creationId="{0B29F34C-5DF9-152F-82CC-484B5FF82ABE}"/>
          </ac:spMkLst>
        </pc:spChg>
        <pc:grpChg chg="add del mod">
          <ac:chgData name="Chittaranjan Hens" userId="6fc03958433e8a43" providerId="LiveId" clId="{309794F8-99CF-4983-9CCF-D5B7BCCE1DF4}" dt="2023-01-22T02:56:59.797" v="1402" actId="478"/>
          <ac:grpSpMkLst>
            <pc:docMk/>
            <pc:sldMk cId="1014503442" sldId="435"/>
            <ac:grpSpMk id="7" creationId="{4A715A43-7983-48C4-AD8A-C2B94D194E6D}"/>
          </ac:grpSpMkLst>
        </pc:grpChg>
        <pc:grpChg chg="add mod">
          <ac:chgData name="Chittaranjan Hens" userId="6fc03958433e8a43" providerId="LiveId" clId="{309794F8-99CF-4983-9CCF-D5B7BCCE1DF4}" dt="2023-01-22T02:57:15.372" v="1405" actId="1076"/>
          <ac:grpSpMkLst>
            <pc:docMk/>
            <pc:sldMk cId="1014503442" sldId="435"/>
            <ac:grpSpMk id="10" creationId="{A0549264-AACB-6C10-BC99-EAA69506B894}"/>
          </ac:grpSpMkLst>
        </pc:grpChg>
        <pc:picChg chg="del">
          <ac:chgData name="Chittaranjan Hens" userId="6fc03958433e8a43" providerId="LiveId" clId="{309794F8-99CF-4983-9CCF-D5B7BCCE1DF4}" dt="2023-01-22T02:48:20.012" v="1309" actId="478"/>
          <ac:picMkLst>
            <pc:docMk/>
            <pc:sldMk cId="1014503442" sldId="435"/>
            <ac:picMk id="2" creationId="{ECD3D644-A0F2-1C3E-E54C-2B73F1539201}"/>
          </ac:picMkLst>
        </pc:picChg>
        <pc:picChg chg="del">
          <ac:chgData name="Chittaranjan Hens" userId="6fc03958433e8a43" providerId="LiveId" clId="{309794F8-99CF-4983-9CCF-D5B7BCCE1DF4}" dt="2023-01-22T02:48:20.012" v="1309" actId="478"/>
          <ac:picMkLst>
            <pc:docMk/>
            <pc:sldMk cId="1014503442" sldId="435"/>
            <ac:picMk id="3" creationId="{C6D8CC78-ED30-88E7-780C-0131DEEB6B85}"/>
          </ac:picMkLst>
        </pc:picChg>
        <pc:picChg chg="add mod topLvl">
          <ac:chgData name="Chittaranjan Hens" userId="6fc03958433e8a43" providerId="LiveId" clId="{309794F8-99CF-4983-9CCF-D5B7BCCE1DF4}" dt="2023-01-22T02:57:01.798" v="1403" actId="1076"/>
          <ac:picMkLst>
            <pc:docMk/>
            <pc:sldMk cId="1014503442" sldId="435"/>
            <ac:picMk id="4" creationId="{4CE61932-00B9-B9E2-18D5-C8B3E9B33F06}"/>
          </ac:picMkLst>
        </pc:picChg>
        <pc:picChg chg="add del mod">
          <ac:chgData name="Chittaranjan Hens" userId="6fc03958433e8a43" providerId="LiveId" clId="{309794F8-99CF-4983-9CCF-D5B7BCCE1DF4}" dt="2023-01-22T02:56:14.536" v="1397" actId="478"/>
          <ac:picMkLst>
            <pc:docMk/>
            <pc:sldMk cId="1014503442" sldId="435"/>
            <ac:picMk id="5" creationId="{8D220A26-B644-6B9C-1592-79E725A646B5}"/>
          </ac:picMkLst>
        </pc:picChg>
        <pc:picChg chg="mod">
          <ac:chgData name="Chittaranjan Hens" userId="6fc03958433e8a43" providerId="LiveId" clId="{309794F8-99CF-4983-9CCF-D5B7BCCE1DF4}" dt="2023-01-22T02:57:15.372" v="1405" actId="1076"/>
          <ac:picMkLst>
            <pc:docMk/>
            <pc:sldMk cId="1014503442" sldId="435"/>
            <ac:picMk id="11" creationId="{62EC9ED2-23CE-6CBF-2F1B-71EB0A23724D}"/>
          </ac:picMkLst>
        </pc:picChg>
      </pc:sldChg>
      <pc:sldChg chg="addSp delSp modSp add mod">
        <pc:chgData name="Chittaranjan Hens" userId="6fc03958433e8a43" providerId="LiveId" clId="{309794F8-99CF-4983-9CCF-D5B7BCCE1DF4}" dt="2023-01-23T18:27:35.604" v="1829" actId="207"/>
        <pc:sldMkLst>
          <pc:docMk/>
          <pc:sldMk cId="2702629498" sldId="436"/>
        </pc:sldMkLst>
        <pc:spChg chg="add mod">
          <ac:chgData name="Chittaranjan Hens" userId="6fc03958433e8a43" providerId="LiveId" clId="{309794F8-99CF-4983-9CCF-D5B7BCCE1DF4}" dt="2023-01-23T18:27:35.604" v="1829" actId="207"/>
          <ac:spMkLst>
            <pc:docMk/>
            <pc:sldMk cId="2702629498" sldId="436"/>
            <ac:spMk id="2" creationId="{A37EF7BC-65FF-C650-A849-FFEEF4100AE7}"/>
          </ac:spMkLst>
        </pc:spChg>
        <pc:spChg chg="mod">
          <ac:chgData name="Chittaranjan Hens" userId="6fc03958433e8a43" providerId="LiveId" clId="{309794F8-99CF-4983-9CCF-D5B7BCCE1DF4}" dt="2023-01-22T02:59:02.277" v="1410" actId="1076"/>
          <ac:spMkLst>
            <pc:docMk/>
            <pc:sldMk cId="2702629498" sldId="436"/>
            <ac:spMk id="6" creationId="{BAA4B3AE-F51D-256E-4795-A2586DFA8EF6}"/>
          </ac:spMkLst>
        </pc:spChg>
        <pc:spChg chg="del">
          <ac:chgData name="Chittaranjan Hens" userId="6fc03958433e8a43" providerId="LiveId" clId="{309794F8-99CF-4983-9CCF-D5B7BCCE1DF4}" dt="2023-01-22T02:55:37.045" v="1394" actId="478"/>
          <ac:spMkLst>
            <pc:docMk/>
            <pc:sldMk cId="2702629498" sldId="436"/>
            <ac:spMk id="9" creationId="{235B6043-AAAF-7F18-7045-3C3F661FB452}"/>
          </ac:spMkLst>
        </pc:spChg>
        <pc:spChg chg="add mod">
          <ac:chgData name="Chittaranjan Hens" userId="6fc03958433e8a43" providerId="LiveId" clId="{309794F8-99CF-4983-9CCF-D5B7BCCE1DF4}" dt="2023-01-22T02:55:38.056" v="1395"/>
          <ac:spMkLst>
            <pc:docMk/>
            <pc:sldMk cId="2702629498" sldId="436"/>
            <ac:spMk id="12" creationId="{67C71DE3-23ED-FDC4-3608-006FEE7B7F4D}"/>
          </ac:spMkLst>
        </pc:spChg>
        <pc:grpChg chg="mod">
          <ac:chgData name="Chittaranjan Hens" userId="6fc03958433e8a43" providerId="LiveId" clId="{309794F8-99CF-4983-9CCF-D5B7BCCE1DF4}" dt="2023-01-22T02:59:02.277" v="1410" actId="1076"/>
          <ac:grpSpMkLst>
            <pc:docMk/>
            <pc:sldMk cId="2702629498" sldId="436"/>
            <ac:grpSpMk id="7" creationId="{4A715A43-7983-48C4-AD8A-C2B94D194E6D}"/>
          </ac:grpSpMkLst>
        </pc:grpChg>
        <pc:picChg chg="add del mod">
          <ac:chgData name="Chittaranjan Hens" userId="6fc03958433e8a43" providerId="LiveId" clId="{309794F8-99CF-4983-9CCF-D5B7BCCE1DF4}" dt="2023-01-22T02:51:34.259" v="1373"/>
          <ac:picMkLst>
            <pc:docMk/>
            <pc:sldMk cId="2702629498" sldId="436"/>
            <ac:picMk id="2" creationId="{A513CE3F-61AC-FEFD-08D1-60EACD480B47}"/>
          </ac:picMkLst>
        </pc:picChg>
        <pc:picChg chg="add del mod">
          <ac:chgData name="Chittaranjan Hens" userId="6fc03958433e8a43" providerId="LiveId" clId="{309794F8-99CF-4983-9CCF-D5B7BCCE1DF4}" dt="2023-01-22T02:51:34.259" v="1373"/>
          <ac:picMkLst>
            <pc:docMk/>
            <pc:sldMk cId="2702629498" sldId="436"/>
            <ac:picMk id="3" creationId="{E0E35240-53F5-390B-AB39-CE4A4D8A22D6}"/>
          </ac:picMkLst>
        </pc:picChg>
        <pc:picChg chg="mod">
          <ac:chgData name="Chittaranjan Hens" userId="6fc03958433e8a43" providerId="LiveId" clId="{309794F8-99CF-4983-9CCF-D5B7BCCE1DF4}" dt="2023-01-22T02:59:02.277" v="1410" actId="1076"/>
          <ac:picMkLst>
            <pc:docMk/>
            <pc:sldMk cId="2702629498" sldId="436"/>
            <ac:picMk id="4" creationId="{4CE61932-00B9-B9E2-18D5-C8B3E9B33F06}"/>
          </ac:picMkLst>
        </pc:picChg>
        <pc:picChg chg="mod">
          <ac:chgData name="Chittaranjan Hens" userId="6fc03958433e8a43" providerId="LiveId" clId="{309794F8-99CF-4983-9CCF-D5B7BCCE1DF4}" dt="2023-01-22T02:59:11.292" v="1412" actId="14100"/>
          <ac:picMkLst>
            <pc:docMk/>
            <pc:sldMk cId="2702629498" sldId="436"/>
            <ac:picMk id="5" creationId="{8D220A26-B644-6B9C-1592-79E725A646B5}"/>
          </ac:picMkLst>
        </pc:picChg>
        <pc:picChg chg="add mod">
          <ac:chgData name="Chittaranjan Hens" userId="6fc03958433e8a43" providerId="LiveId" clId="{309794F8-99CF-4983-9CCF-D5B7BCCE1DF4}" dt="2023-01-22T02:51:46.142" v="1376" actId="1076"/>
          <ac:picMkLst>
            <pc:docMk/>
            <pc:sldMk cId="2702629498" sldId="436"/>
            <ac:picMk id="10" creationId="{6410E570-D5E6-8D91-20D8-07FDC8C8B2D3}"/>
          </ac:picMkLst>
        </pc:picChg>
        <pc:picChg chg="add mod">
          <ac:chgData name="Chittaranjan Hens" userId="6fc03958433e8a43" providerId="LiveId" clId="{309794F8-99CF-4983-9CCF-D5B7BCCE1DF4}" dt="2023-01-22T02:51:42.109" v="1375" actId="1076"/>
          <ac:picMkLst>
            <pc:docMk/>
            <pc:sldMk cId="2702629498" sldId="436"/>
            <ac:picMk id="11" creationId="{DC873BA5-35C2-C8F0-64D2-7D055936845B}"/>
          </ac:picMkLst>
        </pc:picChg>
      </pc:sldChg>
      <pc:sldChg chg="addSp delSp modSp add mod ord delAnim">
        <pc:chgData name="Chittaranjan Hens" userId="6fc03958433e8a43" providerId="LiveId" clId="{309794F8-99CF-4983-9CCF-D5B7BCCE1DF4}" dt="2023-01-23T03:38:21.558" v="1431" actId="20578"/>
        <pc:sldMkLst>
          <pc:docMk/>
          <pc:sldMk cId="4011416936" sldId="437"/>
        </pc:sldMkLst>
        <pc:spChg chg="del">
          <ac:chgData name="Chittaranjan Hens" userId="6fc03958433e8a43" providerId="LiveId" clId="{309794F8-99CF-4983-9CCF-D5B7BCCE1DF4}" dt="2023-01-22T02:54:03.629" v="1388" actId="478"/>
          <ac:spMkLst>
            <pc:docMk/>
            <pc:sldMk cId="4011416936" sldId="437"/>
            <ac:spMk id="4" creationId="{D32504E8-A1C9-3EEB-5F43-0741ED8C51ED}"/>
          </ac:spMkLst>
        </pc:spChg>
        <pc:grpChg chg="add mod">
          <ac:chgData name="Chittaranjan Hens" userId="6fc03958433e8a43" providerId="LiveId" clId="{309794F8-99CF-4983-9CCF-D5B7BCCE1DF4}" dt="2023-01-22T02:54:21.963" v="1391" actId="1076"/>
          <ac:grpSpMkLst>
            <pc:docMk/>
            <pc:sldMk cId="4011416936" sldId="437"/>
            <ac:grpSpMk id="3" creationId="{78575FC2-9285-9730-09C9-7C9AA471A62B}"/>
          </ac:grpSpMkLst>
        </pc:grpChg>
        <pc:picChg chg="add mod">
          <ac:chgData name="Chittaranjan Hens" userId="6fc03958433e8a43" providerId="LiveId" clId="{309794F8-99CF-4983-9CCF-D5B7BCCE1DF4}" dt="2023-01-22T02:54:10.993" v="1389"/>
          <ac:picMkLst>
            <pc:docMk/>
            <pc:sldMk cId="4011416936" sldId="437"/>
            <ac:picMk id="2" creationId="{1AB3C4AD-DC5E-EE56-9AB6-D0828278F243}"/>
          </ac:picMkLst>
        </pc:picChg>
        <pc:picChg chg="del">
          <ac:chgData name="Chittaranjan Hens" userId="6fc03958433e8a43" providerId="LiveId" clId="{309794F8-99CF-4983-9CCF-D5B7BCCE1DF4}" dt="2023-01-22T02:54:03.629" v="1388" actId="478"/>
          <ac:picMkLst>
            <pc:docMk/>
            <pc:sldMk cId="4011416936" sldId="437"/>
            <ac:picMk id="5" creationId="{D08390EF-5059-593D-8BE8-E442CEEED34A}"/>
          </ac:picMkLst>
        </pc:picChg>
        <pc:picChg chg="mod">
          <ac:chgData name="Chittaranjan Hens" userId="6fc03958433e8a43" providerId="LiveId" clId="{309794F8-99CF-4983-9CCF-D5B7BCCE1DF4}" dt="2023-01-22T02:54:10.993" v="1389"/>
          <ac:picMkLst>
            <pc:docMk/>
            <pc:sldMk cId="4011416936" sldId="437"/>
            <ac:picMk id="7" creationId="{A3F0F7E2-A761-E4B9-4B49-D24D33886167}"/>
          </ac:picMkLst>
        </pc:picChg>
        <pc:picChg chg="mod">
          <ac:chgData name="Chittaranjan Hens" userId="6fc03958433e8a43" providerId="LiveId" clId="{309794F8-99CF-4983-9CCF-D5B7BCCE1DF4}" dt="2023-01-22T02:54:10.993" v="1389"/>
          <ac:picMkLst>
            <pc:docMk/>
            <pc:sldMk cId="4011416936" sldId="437"/>
            <ac:picMk id="9" creationId="{AF70E170-1A52-A088-8A9E-7AF330525BBD}"/>
          </ac:picMkLst>
        </pc:picChg>
      </pc:sldChg>
      <pc:sldChg chg="modSp add">
        <pc:chgData name="Chittaranjan Hens" userId="6fc03958433e8a43" providerId="LiveId" clId="{309794F8-99CF-4983-9CCF-D5B7BCCE1DF4}" dt="2023-01-22T02:58:54.439" v="1409" actId="14100"/>
        <pc:sldMkLst>
          <pc:docMk/>
          <pc:sldMk cId="3843567462" sldId="438"/>
        </pc:sldMkLst>
        <pc:spChg chg="mod">
          <ac:chgData name="Chittaranjan Hens" userId="6fc03958433e8a43" providerId="LiveId" clId="{309794F8-99CF-4983-9CCF-D5B7BCCE1DF4}" dt="2023-01-22T02:58:46.621" v="1407" actId="1076"/>
          <ac:spMkLst>
            <pc:docMk/>
            <pc:sldMk cId="3843567462" sldId="438"/>
            <ac:spMk id="6" creationId="{BAA4B3AE-F51D-256E-4795-A2586DFA8EF6}"/>
          </ac:spMkLst>
        </pc:spChg>
        <pc:grpChg chg="mod">
          <ac:chgData name="Chittaranjan Hens" userId="6fc03958433e8a43" providerId="LiveId" clId="{309794F8-99CF-4983-9CCF-D5B7BCCE1DF4}" dt="2023-01-22T02:58:46.621" v="1407" actId="1076"/>
          <ac:grpSpMkLst>
            <pc:docMk/>
            <pc:sldMk cId="3843567462" sldId="438"/>
            <ac:grpSpMk id="7" creationId="{4A715A43-7983-48C4-AD8A-C2B94D194E6D}"/>
          </ac:grpSpMkLst>
        </pc:grpChg>
        <pc:picChg chg="mod">
          <ac:chgData name="Chittaranjan Hens" userId="6fc03958433e8a43" providerId="LiveId" clId="{309794F8-99CF-4983-9CCF-D5B7BCCE1DF4}" dt="2023-01-22T02:58:46.621" v="1407" actId="1076"/>
          <ac:picMkLst>
            <pc:docMk/>
            <pc:sldMk cId="3843567462" sldId="438"/>
            <ac:picMk id="4" creationId="{4CE61932-00B9-B9E2-18D5-C8B3E9B33F06}"/>
          </ac:picMkLst>
        </pc:picChg>
        <pc:picChg chg="mod">
          <ac:chgData name="Chittaranjan Hens" userId="6fc03958433e8a43" providerId="LiveId" clId="{309794F8-99CF-4983-9CCF-D5B7BCCE1DF4}" dt="2023-01-22T02:58:54.439" v="1409" actId="14100"/>
          <ac:picMkLst>
            <pc:docMk/>
            <pc:sldMk cId="3843567462" sldId="438"/>
            <ac:picMk id="5" creationId="{8D220A26-B644-6B9C-1592-79E725A646B5}"/>
          </ac:picMkLst>
        </pc:picChg>
      </pc:sldChg>
      <pc:sldChg chg="add del">
        <pc:chgData name="Chittaranjan Hens" userId="6fc03958433e8a43" providerId="LiveId" clId="{309794F8-99CF-4983-9CCF-D5B7BCCE1DF4}" dt="2023-01-22T03:00:52.994" v="1427" actId="47"/>
        <pc:sldMkLst>
          <pc:docMk/>
          <pc:sldMk cId="2756404031" sldId="439"/>
        </pc:sldMkLst>
      </pc:sldChg>
      <pc:sldChg chg="addSp delSp modSp new mod setBg">
        <pc:chgData name="Chittaranjan Hens" userId="6fc03958433e8a43" providerId="LiveId" clId="{309794F8-99CF-4983-9CCF-D5B7BCCE1DF4}" dt="2023-01-22T03:00:34.115" v="1425" actId="26606"/>
        <pc:sldMkLst>
          <pc:docMk/>
          <pc:sldMk cId="3618200920" sldId="440"/>
        </pc:sldMkLst>
        <pc:spChg chg="add del">
          <ac:chgData name="Chittaranjan Hens" userId="6fc03958433e8a43" providerId="LiveId" clId="{309794F8-99CF-4983-9CCF-D5B7BCCE1DF4}" dt="2023-01-22T03:00:34.115" v="1425" actId="26606"/>
          <ac:spMkLst>
            <pc:docMk/>
            <pc:sldMk cId="3618200920" sldId="440"/>
            <ac:spMk id="7" creationId="{AB8C311F-7253-4AED-9701-7FC0708C41C7}"/>
          </ac:spMkLst>
        </pc:spChg>
        <pc:spChg chg="add del">
          <ac:chgData name="Chittaranjan Hens" userId="6fc03958433e8a43" providerId="LiveId" clId="{309794F8-99CF-4983-9CCF-D5B7BCCE1DF4}" dt="2023-01-22T03:00:34.115" v="1425" actId="26606"/>
          <ac:spMkLst>
            <pc:docMk/>
            <pc:sldMk cId="3618200920" sldId="440"/>
            <ac:spMk id="9" creationId="{E2384209-CB15-4CDF-9D31-C44FD9A3F20D}"/>
          </ac:spMkLst>
        </pc:spChg>
        <pc:spChg chg="add del">
          <ac:chgData name="Chittaranjan Hens" userId="6fc03958433e8a43" providerId="LiveId" clId="{309794F8-99CF-4983-9CCF-D5B7BCCE1DF4}" dt="2023-01-22T03:00:34.115" v="1425" actId="26606"/>
          <ac:spMkLst>
            <pc:docMk/>
            <pc:sldMk cId="3618200920" sldId="440"/>
            <ac:spMk id="11" creationId="{2633B3B5-CC90-43F0-8714-D31D1F3F0209}"/>
          </ac:spMkLst>
        </pc:spChg>
        <pc:spChg chg="add del">
          <ac:chgData name="Chittaranjan Hens" userId="6fc03958433e8a43" providerId="LiveId" clId="{309794F8-99CF-4983-9CCF-D5B7BCCE1DF4}" dt="2023-01-22T03:00:34.115" v="1425" actId="26606"/>
          <ac:spMkLst>
            <pc:docMk/>
            <pc:sldMk cId="3618200920" sldId="440"/>
            <ac:spMk id="13" creationId="{A8D57A06-A426-446D-B02C-A2DC6B62E45E}"/>
          </ac:spMkLst>
        </pc:spChg>
        <pc:picChg chg="add mod">
          <ac:chgData name="Chittaranjan Hens" userId="6fc03958433e8a43" providerId="LiveId" clId="{309794F8-99CF-4983-9CCF-D5B7BCCE1DF4}" dt="2023-01-22T03:00:34.115" v="1425" actId="26606"/>
          <ac:picMkLst>
            <pc:docMk/>
            <pc:sldMk cId="3618200920" sldId="440"/>
            <ac:picMk id="2" creationId="{38CD2287-8C54-F57C-3418-8C6DE339C9CC}"/>
          </ac:picMkLst>
        </pc:picChg>
      </pc:sldChg>
      <pc:sldChg chg="addSp delSp modSp add mod">
        <pc:chgData name="Chittaranjan Hens" userId="6fc03958433e8a43" providerId="LiveId" clId="{309794F8-99CF-4983-9CCF-D5B7BCCE1DF4}" dt="2023-01-23T18:21:26.017" v="1750"/>
        <pc:sldMkLst>
          <pc:docMk/>
          <pc:sldMk cId="962572978" sldId="441"/>
        </pc:sldMkLst>
        <pc:spChg chg="add del mod">
          <ac:chgData name="Chittaranjan Hens" userId="6fc03958433e8a43" providerId="LiveId" clId="{309794F8-99CF-4983-9CCF-D5B7BCCE1DF4}" dt="2023-01-23T18:21:26.017" v="1750"/>
          <ac:spMkLst>
            <pc:docMk/>
            <pc:sldMk cId="962572978" sldId="441"/>
            <ac:spMk id="2" creationId="{3BD48759-BFA6-E2E6-473C-D6AFCEB82DFF}"/>
          </ac:spMkLst>
        </pc:spChg>
        <pc:spChg chg="add mod">
          <ac:chgData name="Chittaranjan Hens" userId="6fc03958433e8a43" providerId="LiveId" clId="{309794F8-99CF-4983-9CCF-D5B7BCCE1DF4}" dt="2023-01-23T04:20:40.699" v="1439" actId="1076"/>
          <ac:spMkLst>
            <pc:docMk/>
            <pc:sldMk cId="962572978" sldId="441"/>
            <ac:spMk id="3" creationId="{D36546FA-F480-2FF6-D344-AC78342C6A29}"/>
          </ac:spMkLst>
        </pc:spChg>
        <pc:grpChg chg="del">
          <ac:chgData name="Chittaranjan Hens" userId="6fc03958433e8a43" providerId="LiveId" clId="{309794F8-99CF-4983-9CCF-D5B7BCCE1DF4}" dt="2023-01-23T04:19:49.685" v="1433" actId="478"/>
          <ac:grpSpMkLst>
            <pc:docMk/>
            <pc:sldMk cId="962572978" sldId="441"/>
            <ac:grpSpMk id="7" creationId="{4A715A43-7983-48C4-AD8A-C2B94D194E6D}"/>
          </ac:grpSpMkLst>
        </pc:grpChg>
        <pc:picChg chg="del">
          <ac:chgData name="Chittaranjan Hens" userId="6fc03958433e8a43" providerId="LiveId" clId="{309794F8-99CF-4983-9CCF-D5B7BCCE1DF4}" dt="2023-01-23T04:19:49.685" v="1433" actId="478"/>
          <ac:picMkLst>
            <pc:docMk/>
            <pc:sldMk cId="962572978" sldId="441"/>
            <ac:picMk id="5" creationId="{8D220A26-B644-6B9C-1592-79E725A646B5}"/>
          </ac:picMkLst>
        </pc:picChg>
        <pc:picChg chg="del">
          <ac:chgData name="Chittaranjan Hens" userId="6fc03958433e8a43" providerId="LiveId" clId="{309794F8-99CF-4983-9CCF-D5B7BCCE1DF4}" dt="2023-01-23T04:19:49.685" v="1433" actId="478"/>
          <ac:picMkLst>
            <pc:docMk/>
            <pc:sldMk cId="962572978" sldId="441"/>
            <ac:picMk id="10" creationId="{6410E570-D5E6-8D91-20D8-07FDC8C8B2D3}"/>
          </ac:picMkLst>
        </pc:picChg>
        <pc:picChg chg="del">
          <ac:chgData name="Chittaranjan Hens" userId="6fc03958433e8a43" providerId="LiveId" clId="{309794F8-99CF-4983-9CCF-D5B7BCCE1DF4}" dt="2023-01-23T04:19:49.685" v="1433" actId="478"/>
          <ac:picMkLst>
            <pc:docMk/>
            <pc:sldMk cId="962572978" sldId="441"/>
            <ac:picMk id="11" creationId="{DC873BA5-35C2-C8F0-64D2-7D055936845B}"/>
          </ac:picMkLst>
        </pc:picChg>
      </pc:sldChg>
      <pc:sldChg chg="addSp modSp add mod">
        <pc:chgData name="Chittaranjan Hens" userId="6fc03958433e8a43" providerId="LiveId" clId="{309794F8-99CF-4983-9CCF-D5B7BCCE1DF4}" dt="2023-01-23T04:21:53.140" v="1451" actId="1076"/>
        <pc:sldMkLst>
          <pc:docMk/>
          <pc:sldMk cId="1048911858" sldId="442"/>
        </pc:sldMkLst>
        <pc:spChg chg="add mod">
          <ac:chgData name="Chittaranjan Hens" userId="6fc03958433e8a43" providerId="LiveId" clId="{309794F8-99CF-4983-9CCF-D5B7BCCE1DF4}" dt="2023-01-23T04:21:53.140" v="1451" actId="1076"/>
          <ac:spMkLst>
            <pc:docMk/>
            <pc:sldMk cId="1048911858" sldId="442"/>
            <ac:spMk id="5" creationId="{0E27AEEF-98A8-E08D-BFAD-F7DEE2C6BF18}"/>
          </ac:spMkLst>
        </pc:spChg>
        <pc:grpChg chg="mod">
          <ac:chgData name="Chittaranjan Hens" userId="6fc03958433e8a43" providerId="LiveId" clId="{309794F8-99CF-4983-9CCF-D5B7BCCE1DF4}" dt="2023-01-23T04:21:02.701" v="1441" actId="1076"/>
          <ac:grpSpMkLst>
            <pc:docMk/>
            <pc:sldMk cId="1048911858" sldId="442"/>
            <ac:grpSpMk id="3" creationId="{78575FC2-9285-9730-09C9-7C9AA471A62B}"/>
          </ac:grpSpMkLst>
        </pc:grpChg>
        <pc:picChg chg="mod">
          <ac:chgData name="Chittaranjan Hens" userId="6fc03958433e8a43" providerId="LiveId" clId="{309794F8-99CF-4983-9CCF-D5B7BCCE1DF4}" dt="2023-01-23T04:21:42.205" v="1448" actId="1076"/>
          <ac:picMkLst>
            <pc:docMk/>
            <pc:sldMk cId="1048911858" sldId="442"/>
            <ac:picMk id="8" creationId="{EE007A6A-266A-D592-F141-F97DEAB7A24A}"/>
          </ac:picMkLst>
        </pc:picChg>
      </pc:sldChg>
      <pc:sldChg chg="addSp delSp modSp add mod delAnim modAnim">
        <pc:chgData name="Chittaranjan Hens" userId="6fc03958433e8a43" providerId="LiveId" clId="{309794F8-99CF-4983-9CCF-D5B7BCCE1DF4}" dt="2023-01-23T05:04:03.941" v="1740"/>
        <pc:sldMkLst>
          <pc:docMk/>
          <pc:sldMk cId="1983802560" sldId="443"/>
        </pc:sldMkLst>
        <pc:spChg chg="del">
          <ac:chgData name="Chittaranjan Hens" userId="6fc03958433e8a43" providerId="LiveId" clId="{309794F8-99CF-4983-9CCF-D5B7BCCE1DF4}" dt="2023-01-23T04:23:04.608" v="1455" actId="478"/>
          <ac:spMkLst>
            <pc:docMk/>
            <pc:sldMk cId="1983802560" sldId="443"/>
            <ac:spMk id="2" creationId="{ECE02996-8A1A-2948-A0D2-505FA82FB248}"/>
          </ac:spMkLst>
        </pc:spChg>
        <pc:spChg chg="add mod">
          <ac:chgData name="Chittaranjan Hens" userId="6fc03958433e8a43" providerId="LiveId" clId="{309794F8-99CF-4983-9CCF-D5B7BCCE1DF4}" dt="2023-01-23T04:41:33.305" v="1570" actId="255"/>
          <ac:spMkLst>
            <pc:docMk/>
            <pc:sldMk cId="1983802560" sldId="443"/>
            <ac:spMk id="2" creationId="{F66E394E-560C-6988-1C3E-1DEFC7847C45}"/>
          </ac:spMkLst>
        </pc:spChg>
        <pc:spChg chg="del">
          <ac:chgData name="Chittaranjan Hens" userId="6fc03958433e8a43" providerId="LiveId" clId="{309794F8-99CF-4983-9CCF-D5B7BCCE1DF4}" dt="2023-01-23T04:23:04.608" v="1455" actId="478"/>
          <ac:spMkLst>
            <pc:docMk/>
            <pc:sldMk cId="1983802560" sldId="443"/>
            <ac:spMk id="4" creationId="{CAD1F2BC-EC35-3E46-B979-EB8F286B872C}"/>
          </ac:spMkLst>
        </pc:spChg>
        <pc:spChg chg="mod">
          <ac:chgData name="Chittaranjan Hens" userId="6fc03958433e8a43" providerId="LiveId" clId="{309794F8-99CF-4983-9CCF-D5B7BCCE1DF4}" dt="2023-01-23T04:28:16.673" v="1460"/>
          <ac:spMkLst>
            <pc:docMk/>
            <pc:sldMk cId="1983802560" sldId="443"/>
            <ac:spMk id="15" creationId="{DE5919F0-66BA-B1AB-A481-6EB10FEC652A}"/>
          </ac:spMkLst>
        </pc:spChg>
        <pc:spChg chg="mod">
          <ac:chgData name="Chittaranjan Hens" userId="6fc03958433e8a43" providerId="LiveId" clId="{309794F8-99CF-4983-9CCF-D5B7BCCE1DF4}" dt="2023-01-23T04:28:16.673" v="1460"/>
          <ac:spMkLst>
            <pc:docMk/>
            <pc:sldMk cId="1983802560" sldId="443"/>
            <ac:spMk id="16" creationId="{57C94F02-69D4-7AB3-ED4A-0BC277A0C4C3}"/>
          </ac:spMkLst>
        </pc:spChg>
        <pc:spChg chg="mod">
          <ac:chgData name="Chittaranjan Hens" userId="6fc03958433e8a43" providerId="LiveId" clId="{309794F8-99CF-4983-9CCF-D5B7BCCE1DF4}" dt="2023-01-23T04:28:16.673" v="1460"/>
          <ac:spMkLst>
            <pc:docMk/>
            <pc:sldMk cId="1983802560" sldId="443"/>
            <ac:spMk id="17" creationId="{2C710D19-D855-8617-8F26-E9C92072BD7E}"/>
          </ac:spMkLst>
        </pc:spChg>
        <pc:spChg chg="mod">
          <ac:chgData name="Chittaranjan Hens" userId="6fc03958433e8a43" providerId="LiveId" clId="{309794F8-99CF-4983-9CCF-D5B7BCCE1DF4}" dt="2023-01-23T04:28:16.673" v="1460"/>
          <ac:spMkLst>
            <pc:docMk/>
            <pc:sldMk cId="1983802560" sldId="443"/>
            <ac:spMk id="37" creationId="{3610F38D-4AB4-C5E5-72CF-1A38A003B1DB}"/>
          </ac:spMkLst>
        </pc:spChg>
        <pc:spChg chg="mod">
          <ac:chgData name="Chittaranjan Hens" userId="6fc03958433e8a43" providerId="LiveId" clId="{309794F8-99CF-4983-9CCF-D5B7BCCE1DF4}" dt="2023-01-23T04:28:16.673" v="1460"/>
          <ac:spMkLst>
            <pc:docMk/>
            <pc:sldMk cId="1983802560" sldId="443"/>
            <ac:spMk id="41" creationId="{DF7508D2-A436-C7C7-8DB6-F2643B396DC8}"/>
          </ac:spMkLst>
        </pc:spChg>
        <pc:spChg chg="mod">
          <ac:chgData name="Chittaranjan Hens" userId="6fc03958433e8a43" providerId="LiveId" clId="{309794F8-99CF-4983-9CCF-D5B7BCCE1DF4}" dt="2023-01-23T04:28:16.673" v="1460"/>
          <ac:spMkLst>
            <pc:docMk/>
            <pc:sldMk cId="1983802560" sldId="443"/>
            <ac:spMk id="42" creationId="{71FAC917-08A3-07F0-7B43-5AE228A35E81}"/>
          </ac:spMkLst>
        </pc:spChg>
        <pc:spChg chg="mod">
          <ac:chgData name="Chittaranjan Hens" userId="6fc03958433e8a43" providerId="LiveId" clId="{309794F8-99CF-4983-9CCF-D5B7BCCE1DF4}" dt="2023-01-23T04:28:16.673" v="1460"/>
          <ac:spMkLst>
            <pc:docMk/>
            <pc:sldMk cId="1983802560" sldId="443"/>
            <ac:spMk id="43" creationId="{81CA6271-A640-6DE3-BEC4-49D72DBA672E}"/>
          </ac:spMkLst>
        </pc:spChg>
        <pc:spChg chg="mod">
          <ac:chgData name="Chittaranjan Hens" userId="6fc03958433e8a43" providerId="LiveId" clId="{309794F8-99CF-4983-9CCF-D5B7BCCE1DF4}" dt="2023-01-23T04:28:16.673" v="1460"/>
          <ac:spMkLst>
            <pc:docMk/>
            <pc:sldMk cId="1983802560" sldId="443"/>
            <ac:spMk id="44" creationId="{C42A241E-F9AE-AEC4-0FE3-39DCF3C52702}"/>
          </ac:spMkLst>
        </pc:spChg>
        <pc:spChg chg="mod">
          <ac:chgData name="Chittaranjan Hens" userId="6fc03958433e8a43" providerId="LiveId" clId="{309794F8-99CF-4983-9CCF-D5B7BCCE1DF4}" dt="2023-01-23T04:28:16.673" v="1460"/>
          <ac:spMkLst>
            <pc:docMk/>
            <pc:sldMk cId="1983802560" sldId="443"/>
            <ac:spMk id="45" creationId="{C9F4175E-C14C-88DD-707A-C2F552408D50}"/>
          </ac:spMkLst>
        </pc:spChg>
        <pc:spChg chg="add mod">
          <ac:chgData name="Chittaranjan Hens" userId="6fc03958433e8a43" providerId="LiveId" clId="{309794F8-99CF-4983-9CCF-D5B7BCCE1DF4}" dt="2023-01-23T04:28:54.907" v="1463" actId="1076"/>
          <ac:spMkLst>
            <pc:docMk/>
            <pc:sldMk cId="1983802560" sldId="443"/>
            <ac:spMk id="57" creationId="{1B44EDF4-FEB8-A908-B948-7DB8D9EA48EC}"/>
          </ac:spMkLst>
        </pc:spChg>
        <pc:spChg chg="mod">
          <ac:chgData name="Chittaranjan Hens" userId="6fc03958433e8a43" providerId="LiveId" clId="{309794F8-99CF-4983-9CCF-D5B7BCCE1DF4}" dt="2023-01-23T04:33:32.182" v="1464"/>
          <ac:spMkLst>
            <pc:docMk/>
            <pc:sldMk cId="1983802560" sldId="443"/>
            <ac:spMk id="59" creationId="{E0C9096B-BCAD-6B30-DEEE-A5AA147641C1}"/>
          </ac:spMkLst>
        </pc:spChg>
        <pc:spChg chg="mod">
          <ac:chgData name="Chittaranjan Hens" userId="6fc03958433e8a43" providerId="LiveId" clId="{309794F8-99CF-4983-9CCF-D5B7BCCE1DF4}" dt="2023-01-23T04:33:32.182" v="1464"/>
          <ac:spMkLst>
            <pc:docMk/>
            <pc:sldMk cId="1983802560" sldId="443"/>
            <ac:spMk id="68" creationId="{041C4ADB-CB57-6F70-63FB-DB6B467EAB51}"/>
          </ac:spMkLst>
        </pc:spChg>
        <pc:spChg chg="mod">
          <ac:chgData name="Chittaranjan Hens" userId="6fc03958433e8a43" providerId="LiveId" clId="{309794F8-99CF-4983-9CCF-D5B7BCCE1DF4}" dt="2023-01-23T04:33:32.182" v="1464"/>
          <ac:spMkLst>
            <pc:docMk/>
            <pc:sldMk cId="1983802560" sldId="443"/>
            <ac:spMk id="69" creationId="{64DABF76-4F6B-0653-9E0A-78AEAD1CC401}"/>
          </ac:spMkLst>
        </pc:spChg>
        <pc:spChg chg="mod">
          <ac:chgData name="Chittaranjan Hens" userId="6fc03958433e8a43" providerId="LiveId" clId="{309794F8-99CF-4983-9CCF-D5B7BCCE1DF4}" dt="2023-01-23T04:33:32.182" v="1464"/>
          <ac:spMkLst>
            <pc:docMk/>
            <pc:sldMk cId="1983802560" sldId="443"/>
            <ac:spMk id="72" creationId="{FCEB2D39-7ABB-BBDA-CCD3-CCB6CD64254A}"/>
          </ac:spMkLst>
        </pc:spChg>
        <pc:spChg chg="mod">
          <ac:chgData name="Chittaranjan Hens" userId="6fc03958433e8a43" providerId="LiveId" clId="{309794F8-99CF-4983-9CCF-D5B7BCCE1DF4}" dt="2023-01-23T04:33:32.182" v="1464"/>
          <ac:spMkLst>
            <pc:docMk/>
            <pc:sldMk cId="1983802560" sldId="443"/>
            <ac:spMk id="75" creationId="{95C80BE2-8576-A227-C997-8D7B8E8D5E69}"/>
          </ac:spMkLst>
        </pc:spChg>
        <pc:spChg chg="mod">
          <ac:chgData name="Chittaranjan Hens" userId="6fc03958433e8a43" providerId="LiveId" clId="{309794F8-99CF-4983-9CCF-D5B7BCCE1DF4}" dt="2023-01-23T04:33:32.182" v="1464"/>
          <ac:spMkLst>
            <pc:docMk/>
            <pc:sldMk cId="1983802560" sldId="443"/>
            <ac:spMk id="77" creationId="{9AE28B15-8C9E-F291-0E78-1CD57D3913F4}"/>
          </ac:spMkLst>
        </pc:spChg>
        <pc:spChg chg="mod">
          <ac:chgData name="Chittaranjan Hens" userId="6fc03958433e8a43" providerId="LiveId" clId="{309794F8-99CF-4983-9CCF-D5B7BCCE1DF4}" dt="2023-01-23T04:33:32.182" v="1464"/>
          <ac:spMkLst>
            <pc:docMk/>
            <pc:sldMk cId="1983802560" sldId="443"/>
            <ac:spMk id="78" creationId="{838B5CCA-904B-456C-4C27-FF7B53CD8998}"/>
          </ac:spMkLst>
        </pc:spChg>
        <pc:spChg chg="mod">
          <ac:chgData name="Chittaranjan Hens" userId="6fc03958433e8a43" providerId="LiveId" clId="{309794F8-99CF-4983-9CCF-D5B7BCCE1DF4}" dt="2023-01-23T04:33:32.182" v="1464"/>
          <ac:spMkLst>
            <pc:docMk/>
            <pc:sldMk cId="1983802560" sldId="443"/>
            <ac:spMk id="80" creationId="{F6350E1E-6E57-209F-DE46-E443D1E35071}"/>
          </ac:spMkLst>
        </pc:spChg>
        <pc:spChg chg="del">
          <ac:chgData name="Chittaranjan Hens" userId="6fc03958433e8a43" providerId="LiveId" clId="{309794F8-99CF-4983-9CCF-D5B7BCCE1DF4}" dt="2023-01-23T04:23:04.608" v="1455" actId="478"/>
          <ac:spMkLst>
            <pc:docMk/>
            <pc:sldMk cId="1983802560" sldId="443"/>
            <ac:spMk id="170" creationId="{CC254ABE-6EB5-DF40-9DB1-848683F25D25}"/>
          </ac:spMkLst>
        </pc:spChg>
        <pc:spChg chg="del">
          <ac:chgData name="Chittaranjan Hens" userId="6fc03958433e8a43" providerId="LiveId" clId="{309794F8-99CF-4983-9CCF-D5B7BCCE1DF4}" dt="2023-01-23T04:23:04.608" v="1455" actId="478"/>
          <ac:spMkLst>
            <pc:docMk/>
            <pc:sldMk cId="1983802560" sldId="443"/>
            <ac:spMk id="210" creationId="{2BD7C186-D2D7-4A41-A18C-F665542D4C89}"/>
          </ac:spMkLst>
        </pc:spChg>
        <pc:grpChg chg="add mod">
          <ac:chgData name="Chittaranjan Hens" userId="6fc03958433e8a43" providerId="LiveId" clId="{309794F8-99CF-4983-9CCF-D5B7BCCE1DF4}" dt="2023-01-23T04:28:20.685" v="1461" actId="1076"/>
          <ac:grpSpMkLst>
            <pc:docMk/>
            <pc:sldMk cId="1983802560" sldId="443"/>
            <ac:grpSpMk id="5" creationId="{FAF61F3C-56EC-398E-9AE5-B9DBBCAF72E2}"/>
          </ac:grpSpMkLst>
        </pc:grpChg>
        <pc:grpChg chg="del">
          <ac:chgData name="Chittaranjan Hens" userId="6fc03958433e8a43" providerId="LiveId" clId="{309794F8-99CF-4983-9CCF-D5B7BCCE1DF4}" dt="2023-01-23T04:23:04.608" v="1455" actId="478"/>
          <ac:grpSpMkLst>
            <pc:docMk/>
            <pc:sldMk cId="1983802560" sldId="443"/>
            <ac:grpSpMk id="9" creationId="{E18FC7CB-F27E-7B4B-853C-0988D90041D8}"/>
          </ac:grpSpMkLst>
        </pc:grpChg>
        <pc:grpChg chg="del">
          <ac:chgData name="Chittaranjan Hens" userId="6fc03958433e8a43" providerId="LiveId" clId="{309794F8-99CF-4983-9CCF-D5B7BCCE1DF4}" dt="2023-01-23T04:23:04.608" v="1455" actId="478"/>
          <ac:grpSpMkLst>
            <pc:docMk/>
            <pc:sldMk cId="1983802560" sldId="443"/>
            <ac:grpSpMk id="10" creationId="{1CA35E5F-8F49-8446-B551-1024D2A32E72}"/>
          </ac:grpSpMkLst>
        </pc:grpChg>
        <pc:grpChg chg="mod">
          <ac:chgData name="Chittaranjan Hens" userId="6fc03958433e8a43" providerId="LiveId" clId="{309794F8-99CF-4983-9CCF-D5B7BCCE1DF4}" dt="2023-01-23T04:28:16.673" v="1460"/>
          <ac:grpSpMkLst>
            <pc:docMk/>
            <pc:sldMk cId="1983802560" sldId="443"/>
            <ac:grpSpMk id="14" creationId="{7A1C6B60-AD60-C4FB-0D41-735EDCA7519A}"/>
          </ac:grpSpMkLst>
        </pc:grpChg>
        <pc:grpChg chg="del">
          <ac:chgData name="Chittaranjan Hens" userId="6fc03958433e8a43" providerId="LiveId" clId="{309794F8-99CF-4983-9CCF-D5B7BCCE1DF4}" dt="2023-01-23T04:23:04.608" v="1455" actId="478"/>
          <ac:grpSpMkLst>
            <pc:docMk/>
            <pc:sldMk cId="1983802560" sldId="443"/>
            <ac:grpSpMk id="19" creationId="{D95D60F6-83F6-4E46-9A56-954AF34E6E4F}"/>
          </ac:grpSpMkLst>
        </pc:grpChg>
        <pc:grpChg chg="del">
          <ac:chgData name="Chittaranjan Hens" userId="6fc03958433e8a43" providerId="LiveId" clId="{309794F8-99CF-4983-9CCF-D5B7BCCE1DF4}" dt="2023-01-23T04:23:04.608" v="1455" actId="478"/>
          <ac:grpSpMkLst>
            <pc:docMk/>
            <pc:sldMk cId="1983802560" sldId="443"/>
            <ac:grpSpMk id="23" creationId="{7BBC1820-3FD6-4942-8A9F-9D0F42FB53D9}"/>
          </ac:grpSpMkLst>
        </pc:grpChg>
        <pc:grpChg chg="del">
          <ac:chgData name="Chittaranjan Hens" userId="6fc03958433e8a43" providerId="LiveId" clId="{309794F8-99CF-4983-9CCF-D5B7BCCE1DF4}" dt="2023-01-23T04:23:04.608" v="1455" actId="478"/>
          <ac:grpSpMkLst>
            <pc:docMk/>
            <pc:sldMk cId="1983802560" sldId="443"/>
            <ac:grpSpMk id="24" creationId="{432822F8-DF06-034D-8825-3AA99FD8F6F2}"/>
          </ac:grpSpMkLst>
        </pc:grpChg>
        <pc:grpChg chg="del">
          <ac:chgData name="Chittaranjan Hens" userId="6fc03958433e8a43" providerId="LiveId" clId="{309794F8-99CF-4983-9CCF-D5B7BCCE1DF4}" dt="2023-01-23T04:23:04.608" v="1455" actId="478"/>
          <ac:grpSpMkLst>
            <pc:docMk/>
            <pc:sldMk cId="1983802560" sldId="443"/>
            <ac:grpSpMk id="25" creationId="{FA36BDEF-02C9-8B4A-A4AA-55C77B6C1070}"/>
          </ac:grpSpMkLst>
        </pc:grpChg>
        <pc:grpChg chg="del">
          <ac:chgData name="Chittaranjan Hens" userId="6fc03958433e8a43" providerId="LiveId" clId="{309794F8-99CF-4983-9CCF-D5B7BCCE1DF4}" dt="2023-01-23T04:23:04.608" v="1455" actId="478"/>
          <ac:grpSpMkLst>
            <pc:docMk/>
            <pc:sldMk cId="1983802560" sldId="443"/>
            <ac:grpSpMk id="31" creationId="{AB961EC0-9A7F-CD43-9812-17435496F34E}"/>
          </ac:grpSpMkLst>
        </pc:grpChg>
        <pc:grpChg chg="del">
          <ac:chgData name="Chittaranjan Hens" userId="6fc03958433e8a43" providerId="LiveId" clId="{309794F8-99CF-4983-9CCF-D5B7BCCE1DF4}" dt="2023-01-23T04:23:04.608" v="1455" actId="478"/>
          <ac:grpSpMkLst>
            <pc:docMk/>
            <pc:sldMk cId="1983802560" sldId="443"/>
            <ac:grpSpMk id="32" creationId="{3F6143C7-BF76-C147-99B9-7E2251BD1E4A}"/>
          </ac:grpSpMkLst>
        </pc:grpChg>
        <pc:grpChg chg="del">
          <ac:chgData name="Chittaranjan Hens" userId="6fc03958433e8a43" providerId="LiveId" clId="{309794F8-99CF-4983-9CCF-D5B7BCCE1DF4}" dt="2023-01-23T04:23:04.608" v="1455" actId="478"/>
          <ac:grpSpMkLst>
            <pc:docMk/>
            <pc:sldMk cId="1983802560" sldId="443"/>
            <ac:grpSpMk id="33" creationId="{8A618ABF-C352-144D-BB1C-DEDE7A66951F}"/>
          </ac:grpSpMkLst>
        </pc:grpChg>
        <pc:grpChg chg="del">
          <ac:chgData name="Chittaranjan Hens" userId="6fc03958433e8a43" providerId="LiveId" clId="{309794F8-99CF-4983-9CCF-D5B7BCCE1DF4}" dt="2023-01-23T04:23:04.608" v="1455" actId="478"/>
          <ac:grpSpMkLst>
            <pc:docMk/>
            <pc:sldMk cId="1983802560" sldId="443"/>
            <ac:grpSpMk id="34" creationId="{5EC1D50E-1A45-954B-B9A9-B58C60D02D27}"/>
          </ac:grpSpMkLst>
        </pc:grpChg>
        <pc:grpChg chg="del">
          <ac:chgData name="Chittaranjan Hens" userId="6fc03958433e8a43" providerId="LiveId" clId="{309794F8-99CF-4983-9CCF-D5B7BCCE1DF4}" dt="2023-01-23T04:23:04.608" v="1455" actId="478"/>
          <ac:grpSpMkLst>
            <pc:docMk/>
            <pc:sldMk cId="1983802560" sldId="443"/>
            <ac:grpSpMk id="35" creationId="{026E84CC-BC83-DB41-A6EE-95CADF46B7A8}"/>
          </ac:grpSpMkLst>
        </pc:grpChg>
        <pc:grpChg chg="del">
          <ac:chgData name="Chittaranjan Hens" userId="6fc03958433e8a43" providerId="LiveId" clId="{309794F8-99CF-4983-9CCF-D5B7BCCE1DF4}" dt="2023-01-23T04:23:04.608" v="1455" actId="478"/>
          <ac:grpSpMkLst>
            <pc:docMk/>
            <pc:sldMk cId="1983802560" sldId="443"/>
            <ac:grpSpMk id="36" creationId="{76F7FF59-3F43-D346-A416-335207C0313B}"/>
          </ac:grpSpMkLst>
        </pc:grpChg>
        <pc:grpChg chg="add mod">
          <ac:chgData name="Chittaranjan Hens" userId="6fc03958433e8a43" providerId="LiveId" clId="{309794F8-99CF-4983-9CCF-D5B7BCCE1DF4}" dt="2023-01-23T04:35:21.192" v="1475" actId="1076"/>
          <ac:grpSpMkLst>
            <pc:docMk/>
            <pc:sldMk cId="1983802560" sldId="443"/>
            <ac:grpSpMk id="58" creationId="{0FE5022B-A9DB-9D3C-8BE3-2C43D3A372E9}"/>
          </ac:grpSpMkLst>
        </pc:grpChg>
        <pc:grpChg chg="mod">
          <ac:chgData name="Chittaranjan Hens" userId="6fc03958433e8a43" providerId="LiveId" clId="{309794F8-99CF-4983-9CCF-D5B7BCCE1DF4}" dt="2023-01-23T04:33:32.182" v="1464"/>
          <ac:grpSpMkLst>
            <pc:docMk/>
            <pc:sldMk cId="1983802560" sldId="443"/>
            <ac:grpSpMk id="61" creationId="{0F89C009-EBA3-92DD-BAEE-922A79E3E8D6}"/>
          </ac:grpSpMkLst>
        </pc:grpChg>
        <pc:grpChg chg="mod">
          <ac:chgData name="Chittaranjan Hens" userId="6fc03958433e8a43" providerId="LiveId" clId="{309794F8-99CF-4983-9CCF-D5B7BCCE1DF4}" dt="2023-01-23T04:33:32.182" v="1464"/>
          <ac:grpSpMkLst>
            <pc:docMk/>
            <pc:sldMk cId="1983802560" sldId="443"/>
            <ac:grpSpMk id="62" creationId="{C610AFFD-2802-EA84-76EC-831B387979EA}"/>
          </ac:grpSpMkLst>
        </pc:grpChg>
        <pc:picChg chg="add mod ord">
          <ac:chgData name="Chittaranjan Hens" userId="6fc03958433e8a43" providerId="LiveId" clId="{309794F8-99CF-4983-9CCF-D5B7BCCE1DF4}" dt="2023-01-23T05:04:03.941" v="1740"/>
          <ac:picMkLst>
            <pc:docMk/>
            <pc:sldMk cId="1983802560" sldId="443"/>
            <ac:picMk id="3" creationId="{C2BBFD4E-1DE1-9983-DF09-A4A1EE6B1133}"/>
          </ac:picMkLst>
        </pc:picChg>
        <pc:picChg chg="del">
          <ac:chgData name="Chittaranjan Hens" userId="6fc03958433e8a43" providerId="LiveId" clId="{309794F8-99CF-4983-9CCF-D5B7BCCE1DF4}" dt="2023-01-23T04:23:04.608" v="1455" actId="478"/>
          <ac:picMkLst>
            <pc:docMk/>
            <pc:sldMk cId="1983802560" sldId="443"/>
            <ac:picMk id="3" creationId="{D4C8FB53-24D5-6129-80B2-D1221E121F0B}"/>
          </ac:picMkLst>
        </pc:picChg>
        <pc:picChg chg="add mod">
          <ac:chgData name="Chittaranjan Hens" userId="6fc03958433e8a43" providerId="LiveId" clId="{309794F8-99CF-4983-9CCF-D5B7BCCE1DF4}" dt="2023-01-23T04:41:23.676" v="1568" actId="1076"/>
          <ac:picMkLst>
            <pc:docMk/>
            <pc:sldMk cId="1983802560" sldId="443"/>
            <ac:picMk id="86" creationId="{7F6C75DD-F3D9-E882-6EA2-C7A7C21ECE27}"/>
          </ac:picMkLst>
        </pc:picChg>
        <pc:picChg chg="add mod">
          <ac:chgData name="Chittaranjan Hens" userId="6fc03958433e8a43" providerId="LiveId" clId="{309794F8-99CF-4983-9CCF-D5B7BCCE1DF4}" dt="2023-01-23T04:35:13.857" v="1474" actId="1076"/>
          <ac:picMkLst>
            <pc:docMk/>
            <pc:sldMk cId="1983802560" sldId="443"/>
            <ac:picMk id="87" creationId="{BF7D977D-150D-3896-B590-2B07868CBCCB}"/>
          </ac:picMkLst>
        </pc:picChg>
        <pc:cxnChg chg="mod">
          <ac:chgData name="Chittaranjan Hens" userId="6fc03958433e8a43" providerId="LiveId" clId="{309794F8-99CF-4983-9CCF-D5B7BCCE1DF4}" dt="2023-01-23T04:28:16.673" v="1460"/>
          <ac:cxnSpMkLst>
            <pc:docMk/>
            <pc:sldMk cId="1983802560" sldId="443"/>
            <ac:cxnSpMk id="52" creationId="{8AE8E7BD-9117-1B7F-144D-FDEE91CEF412}"/>
          </ac:cxnSpMkLst>
        </pc:cxnChg>
        <pc:cxnChg chg="mod">
          <ac:chgData name="Chittaranjan Hens" userId="6fc03958433e8a43" providerId="LiveId" clId="{309794F8-99CF-4983-9CCF-D5B7BCCE1DF4}" dt="2023-01-23T04:28:16.673" v="1460"/>
          <ac:cxnSpMkLst>
            <pc:docMk/>
            <pc:sldMk cId="1983802560" sldId="443"/>
            <ac:cxnSpMk id="54" creationId="{1F538A59-07C2-7098-8DE0-26CBC838BCE3}"/>
          </ac:cxnSpMkLst>
        </pc:cxnChg>
        <pc:cxnChg chg="mod">
          <ac:chgData name="Chittaranjan Hens" userId="6fc03958433e8a43" providerId="LiveId" clId="{309794F8-99CF-4983-9CCF-D5B7BCCE1DF4}" dt="2023-01-23T04:33:32.182" v="1464"/>
          <ac:cxnSpMkLst>
            <pc:docMk/>
            <pc:sldMk cId="1983802560" sldId="443"/>
            <ac:cxnSpMk id="84" creationId="{925702B4-7841-4736-DA8B-09EA572E6D99}"/>
          </ac:cxnSpMkLst>
        </pc:cxnChg>
        <pc:cxnChg chg="mod">
          <ac:chgData name="Chittaranjan Hens" userId="6fc03958433e8a43" providerId="LiveId" clId="{309794F8-99CF-4983-9CCF-D5B7BCCE1DF4}" dt="2023-01-23T04:33:32.182" v="1464"/>
          <ac:cxnSpMkLst>
            <pc:docMk/>
            <pc:sldMk cId="1983802560" sldId="443"/>
            <ac:cxnSpMk id="85" creationId="{02B3E315-2B1A-8507-87C4-7FE658EFCC1C}"/>
          </ac:cxnSpMkLst>
        </pc:cxnChg>
      </pc:sldChg>
      <pc:sldChg chg="add del">
        <pc:chgData name="Chittaranjan Hens" userId="6fc03958433e8a43" providerId="LiveId" clId="{309794F8-99CF-4983-9CCF-D5B7BCCE1DF4}" dt="2023-01-23T04:22:23.095" v="1453"/>
        <pc:sldMkLst>
          <pc:docMk/>
          <pc:sldMk cId="4183231372" sldId="443"/>
        </pc:sldMkLst>
      </pc:sldChg>
      <pc:sldChg chg="addSp delSp modSp add mod delAnim modAnim">
        <pc:chgData name="Chittaranjan Hens" userId="6fc03958433e8a43" providerId="LiveId" clId="{309794F8-99CF-4983-9CCF-D5B7BCCE1DF4}" dt="2023-01-23T04:46:39.356" v="1714"/>
        <pc:sldMkLst>
          <pc:docMk/>
          <pc:sldMk cId="874924738" sldId="444"/>
        </pc:sldMkLst>
        <pc:spChg chg="add del mod">
          <ac:chgData name="Chittaranjan Hens" userId="6fc03958433e8a43" providerId="LiveId" clId="{309794F8-99CF-4983-9CCF-D5B7BCCE1DF4}" dt="2023-01-23T04:40:34.965" v="1560" actId="478"/>
          <ac:spMkLst>
            <pc:docMk/>
            <pc:sldMk cId="874924738" sldId="444"/>
            <ac:spMk id="3" creationId="{CE0AA893-7795-7F4A-EE17-FDE3AD493239}"/>
          </ac:spMkLst>
        </pc:spChg>
        <pc:spChg chg="add mod">
          <ac:chgData name="Chittaranjan Hens" userId="6fc03958433e8a43" providerId="LiveId" clId="{309794F8-99CF-4983-9CCF-D5B7BCCE1DF4}" dt="2023-01-23T04:42:54.881" v="1586" actId="1076"/>
          <ac:spMkLst>
            <pc:docMk/>
            <pc:sldMk cId="874924738" sldId="444"/>
            <ac:spMk id="7" creationId="{C21E9CD6-40A4-146C-3336-46229C0AD5A5}"/>
          </ac:spMkLst>
        </pc:spChg>
        <pc:spChg chg="add mod">
          <ac:chgData name="Chittaranjan Hens" userId="6fc03958433e8a43" providerId="LiveId" clId="{309794F8-99CF-4983-9CCF-D5B7BCCE1DF4}" dt="2023-01-23T04:45:12.113" v="1706" actId="20577"/>
          <ac:spMkLst>
            <pc:docMk/>
            <pc:sldMk cId="874924738" sldId="444"/>
            <ac:spMk id="8" creationId="{905565E5-E59E-0683-0384-459060E645F1}"/>
          </ac:spMkLst>
        </pc:spChg>
        <pc:spChg chg="del">
          <ac:chgData name="Chittaranjan Hens" userId="6fc03958433e8a43" providerId="LiveId" clId="{309794F8-99CF-4983-9CCF-D5B7BCCE1DF4}" dt="2023-01-23T04:36:53.769" v="1485" actId="478"/>
          <ac:spMkLst>
            <pc:docMk/>
            <pc:sldMk cId="874924738" sldId="444"/>
            <ac:spMk id="57" creationId="{1B44EDF4-FEB8-A908-B948-7DB8D9EA48EC}"/>
          </ac:spMkLst>
        </pc:spChg>
        <pc:grpChg chg="del">
          <ac:chgData name="Chittaranjan Hens" userId="6fc03958433e8a43" providerId="LiveId" clId="{309794F8-99CF-4983-9CCF-D5B7BCCE1DF4}" dt="2023-01-23T04:36:53.769" v="1485" actId="478"/>
          <ac:grpSpMkLst>
            <pc:docMk/>
            <pc:sldMk cId="874924738" sldId="444"/>
            <ac:grpSpMk id="5" creationId="{FAF61F3C-56EC-398E-9AE5-B9DBBCAF72E2}"/>
          </ac:grpSpMkLst>
        </pc:grpChg>
        <pc:grpChg chg="mod">
          <ac:chgData name="Chittaranjan Hens" userId="6fc03958433e8a43" providerId="LiveId" clId="{309794F8-99CF-4983-9CCF-D5B7BCCE1DF4}" dt="2023-01-23T04:37:01.014" v="1534" actId="1035"/>
          <ac:grpSpMkLst>
            <pc:docMk/>
            <pc:sldMk cId="874924738" sldId="444"/>
            <ac:grpSpMk id="58" creationId="{0FE5022B-A9DB-9D3C-8BE3-2C43D3A372E9}"/>
          </ac:grpSpMkLst>
        </pc:grpChg>
        <pc:picChg chg="add mod">
          <ac:chgData name="Chittaranjan Hens" userId="6fc03958433e8a43" providerId="LiveId" clId="{309794F8-99CF-4983-9CCF-D5B7BCCE1DF4}" dt="2023-01-23T04:42:26.703" v="1571" actId="1076"/>
          <ac:picMkLst>
            <pc:docMk/>
            <pc:sldMk cId="874924738" sldId="444"/>
            <ac:picMk id="4" creationId="{E00D0EF4-3338-B72D-42C7-993223F17562}"/>
          </ac:picMkLst>
        </pc:picChg>
        <pc:picChg chg="add mod">
          <ac:chgData name="Chittaranjan Hens" userId="6fc03958433e8a43" providerId="LiveId" clId="{309794F8-99CF-4983-9CCF-D5B7BCCE1DF4}" dt="2023-01-23T04:46:34.283" v="1713" actId="1076"/>
          <ac:picMkLst>
            <pc:docMk/>
            <pc:sldMk cId="874924738" sldId="444"/>
            <ac:picMk id="10" creationId="{D5DD6D78-C30A-2E96-4689-6B0542CFFBBD}"/>
          </ac:picMkLst>
        </pc:picChg>
        <pc:picChg chg="mod">
          <ac:chgData name="Chittaranjan Hens" userId="6fc03958433e8a43" providerId="LiveId" clId="{309794F8-99CF-4983-9CCF-D5B7BCCE1DF4}" dt="2023-01-23T04:37:01.014" v="1534" actId="1035"/>
          <ac:picMkLst>
            <pc:docMk/>
            <pc:sldMk cId="874924738" sldId="444"/>
            <ac:picMk id="86" creationId="{7F6C75DD-F3D9-E882-6EA2-C7A7C21ECE27}"/>
          </ac:picMkLst>
        </pc:picChg>
        <pc:picChg chg="mod">
          <ac:chgData name="Chittaranjan Hens" userId="6fc03958433e8a43" providerId="LiveId" clId="{309794F8-99CF-4983-9CCF-D5B7BCCE1DF4}" dt="2023-01-23T04:37:01.014" v="1534" actId="1035"/>
          <ac:picMkLst>
            <pc:docMk/>
            <pc:sldMk cId="874924738" sldId="444"/>
            <ac:picMk id="87" creationId="{BF7D977D-150D-3896-B590-2B07868CBCCB}"/>
          </ac:picMkLst>
        </pc:picChg>
      </pc:sldChg>
      <pc:sldChg chg="addSp delSp modSp add del mod delAnim modAnim">
        <pc:chgData name="Chittaranjan Hens" userId="6fc03958433e8a43" providerId="LiveId" clId="{309794F8-99CF-4983-9CCF-D5B7BCCE1DF4}" dt="2023-01-23T04:36:45.891" v="1483" actId="47"/>
        <pc:sldMkLst>
          <pc:docMk/>
          <pc:sldMk cId="2440559549" sldId="444"/>
        </pc:sldMkLst>
        <pc:spChg chg="del">
          <ac:chgData name="Chittaranjan Hens" userId="6fc03958433e8a43" providerId="LiveId" clId="{309794F8-99CF-4983-9CCF-D5B7BCCE1DF4}" dt="2023-01-23T04:36:18.469" v="1478" actId="478"/>
          <ac:spMkLst>
            <pc:docMk/>
            <pc:sldMk cId="2440559549" sldId="444"/>
            <ac:spMk id="57" creationId="{1B44EDF4-FEB8-A908-B948-7DB8D9EA48EC}"/>
          </ac:spMkLst>
        </pc:spChg>
        <pc:grpChg chg="del">
          <ac:chgData name="Chittaranjan Hens" userId="6fc03958433e8a43" providerId="LiveId" clId="{309794F8-99CF-4983-9CCF-D5B7BCCE1DF4}" dt="2023-01-23T04:36:18.469" v="1478" actId="478"/>
          <ac:grpSpMkLst>
            <pc:docMk/>
            <pc:sldMk cId="2440559549" sldId="444"/>
            <ac:grpSpMk id="5" creationId="{FAF61F3C-56EC-398E-9AE5-B9DBBCAF72E2}"/>
          </ac:grpSpMkLst>
        </pc:grpChg>
        <pc:grpChg chg="mod">
          <ac:chgData name="Chittaranjan Hens" userId="6fc03958433e8a43" providerId="LiveId" clId="{309794F8-99CF-4983-9CCF-D5B7BCCE1DF4}" dt="2023-01-23T04:36:23.578" v="1479" actId="1076"/>
          <ac:grpSpMkLst>
            <pc:docMk/>
            <pc:sldMk cId="2440559549" sldId="444"/>
            <ac:grpSpMk id="58" creationId="{0FE5022B-A9DB-9D3C-8BE3-2C43D3A372E9}"/>
          </ac:grpSpMkLst>
        </pc:grpChg>
        <pc:picChg chg="add mod">
          <ac:chgData name="Chittaranjan Hens" userId="6fc03958433e8a43" providerId="LiveId" clId="{309794F8-99CF-4983-9CCF-D5B7BCCE1DF4}" dt="2023-01-23T04:36:27.402" v="1482" actId="1076"/>
          <ac:picMkLst>
            <pc:docMk/>
            <pc:sldMk cId="2440559549" sldId="444"/>
            <ac:picMk id="2" creationId="{AAD87971-9F8D-D34C-CCE4-B0BF33A7B777}"/>
          </ac:picMkLst>
        </pc:picChg>
        <pc:picChg chg="mod">
          <ac:chgData name="Chittaranjan Hens" userId="6fc03958433e8a43" providerId="LiveId" clId="{309794F8-99CF-4983-9CCF-D5B7BCCE1DF4}" dt="2023-01-23T04:36:23.578" v="1479" actId="1076"/>
          <ac:picMkLst>
            <pc:docMk/>
            <pc:sldMk cId="2440559549" sldId="444"/>
            <ac:picMk id="86" creationId="{7F6C75DD-F3D9-E882-6EA2-C7A7C21ECE27}"/>
          </ac:picMkLst>
        </pc:picChg>
        <pc:picChg chg="mod">
          <ac:chgData name="Chittaranjan Hens" userId="6fc03958433e8a43" providerId="LiveId" clId="{309794F8-99CF-4983-9CCF-D5B7BCCE1DF4}" dt="2023-01-23T04:36:23.578" v="1479" actId="1076"/>
          <ac:picMkLst>
            <pc:docMk/>
            <pc:sldMk cId="2440559549" sldId="444"/>
            <ac:picMk id="87" creationId="{BF7D977D-150D-3896-B590-2B07868CBCCB}"/>
          </ac:picMkLst>
        </pc:picChg>
      </pc:sldChg>
      <pc:sldChg chg="addSp delSp modSp add mod modAnim">
        <pc:chgData name="Chittaranjan Hens" userId="6fc03958433e8a43" providerId="LiveId" clId="{309794F8-99CF-4983-9CCF-D5B7BCCE1DF4}" dt="2023-01-23T05:04:34.811" v="1745" actId="14100"/>
        <pc:sldMkLst>
          <pc:docMk/>
          <pc:sldMk cId="194738743" sldId="445"/>
        </pc:sldMkLst>
        <pc:picChg chg="add del mod">
          <ac:chgData name="Chittaranjan Hens" userId="6fc03958433e8a43" providerId="LiveId" clId="{309794F8-99CF-4983-9CCF-D5B7BCCE1DF4}" dt="2023-01-23T04:58:51.344" v="1723" actId="478"/>
          <ac:picMkLst>
            <pc:docMk/>
            <pc:sldMk cId="194738743" sldId="445"/>
            <ac:picMk id="3" creationId="{1FF0CBC8-F601-4927-8A11-185DC9524F23}"/>
          </ac:picMkLst>
        </pc:picChg>
        <pc:picChg chg="mod">
          <ac:chgData name="Chittaranjan Hens" userId="6fc03958433e8a43" providerId="LiveId" clId="{309794F8-99CF-4983-9CCF-D5B7BCCE1DF4}" dt="2023-01-23T04:57:00.679" v="1719" actId="1076"/>
          <ac:picMkLst>
            <pc:docMk/>
            <pc:sldMk cId="194738743" sldId="445"/>
            <ac:picMk id="4" creationId="{E00D0EF4-3338-B72D-42C7-993223F17562}"/>
          </ac:picMkLst>
        </pc:picChg>
        <pc:picChg chg="add mod">
          <ac:chgData name="Chittaranjan Hens" userId="6fc03958433e8a43" providerId="LiveId" clId="{309794F8-99CF-4983-9CCF-D5B7BCCE1DF4}" dt="2023-01-23T05:04:34.811" v="1745" actId="14100"/>
          <ac:picMkLst>
            <pc:docMk/>
            <pc:sldMk cId="194738743" sldId="445"/>
            <ac:picMk id="6" creationId="{65B2BEC3-64D8-DE3E-939E-9297346DDFE6}"/>
          </ac:picMkLst>
        </pc:picChg>
        <pc:picChg chg="add mod">
          <ac:chgData name="Chittaranjan Hens" userId="6fc03958433e8a43" providerId="LiveId" clId="{309794F8-99CF-4983-9CCF-D5B7BCCE1DF4}" dt="2023-01-23T05:04:29.716" v="1743" actId="14100"/>
          <ac:picMkLst>
            <pc:docMk/>
            <pc:sldMk cId="194738743" sldId="445"/>
            <ac:picMk id="11" creationId="{01765F75-1074-9A5C-6EF1-2BFC20E13BD1}"/>
          </ac:picMkLst>
        </pc:picChg>
      </pc:sldChg>
      <pc:sldChg chg="addSp delSp modSp add mod delAnim modAnim">
        <pc:chgData name="Chittaranjan Hens" userId="6fc03958433e8a43" providerId="LiveId" clId="{309794F8-99CF-4983-9CCF-D5B7BCCE1DF4}" dt="2023-01-23T18:30:14.162" v="1935" actId="27636"/>
        <pc:sldMkLst>
          <pc:docMk/>
          <pc:sldMk cId="3706076406" sldId="446"/>
        </pc:sldMkLst>
        <pc:spChg chg="del">
          <ac:chgData name="Chittaranjan Hens" userId="6fc03958433e8a43" providerId="LiveId" clId="{309794F8-99CF-4983-9CCF-D5B7BCCE1DF4}" dt="2023-01-23T18:28:37.956" v="1836" actId="478"/>
          <ac:spMkLst>
            <pc:docMk/>
            <pc:sldMk cId="3706076406" sldId="446"/>
            <ac:spMk id="4" creationId="{509EDF53-2A6F-370D-4177-252FA47156D5}"/>
          </ac:spMkLst>
        </pc:spChg>
        <pc:spChg chg="del">
          <ac:chgData name="Chittaranjan Hens" userId="6fc03958433e8a43" providerId="LiveId" clId="{309794F8-99CF-4983-9CCF-D5B7BCCE1DF4}" dt="2023-01-23T18:28:41.290" v="1837" actId="478"/>
          <ac:spMkLst>
            <pc:docMk/>
            <pc:sldMk cId="3706076406" sldId="446"/>
            <ac:spMk id="5" creationId="{70F93DD1-73CB-13C5-795B-91ED80C25BC1}"/>
          </ac:spMkLst>
        </pc:spChg>
        <pc:spChg chg="add del mod">
          <ac:chgData name="Chittaranjan Hens" userId="6fc03958433e8a43" providerId="LiveId" clId="{309794F8-99CF-4983-9CCF-D5B7BCCE1DF4}" dt="2023-01-23T18:28:25.024" v="1832" actId="478"/>
          <ac:spMkLst>
            <pc:docMk/>
            <pc:sldMk cId="3706076406" sldId="446"/>
            <ac:spMk id="6" creationId="{E5FAD1DB-0555-B443-A553-B80A62933DE2}"/>
          </ac:spMkLst>
        </pc:spChg>
        <pc:spChg chg="mod">
          <ac:chgData name="Chittaranjan Hens" userId="6fc03958433e8a43" providerId="LiveId" clId="{309794F8-99CF-4983-9CCF-D5B7BCCE1DF4}" dt="2023-01-23T18:30:14.162" v="1935" actId="27636"/>
          <ac:spMkLst>
            <pc:docMk/>
            <pc:sldMk cId="3706076406" sldId="446"/>
            <ac:spMk id="1029" creationId="{A67599F7-9947-F9D4-F831-F9EB1C23D5E7}"/>
          </ac:spMkLst>
        </pc:spChg>
        <pc:spChg chg="del">
          <ac:chgData name="Chittaranjan Hens" userId="6fc03958433e8a43" providerId="LiveId" clId="{309794F8-99CF-4983-9CCF-D5B7BCCE1DF4}" dt="2023-01-23T18:28:20.602" v="1831" actId="478"/>
          <ac:spMkLst>
            <pc:docMk/>
            <pc:sldMk cId="3706076406" sldId="446"/>
            <ac:spMk id="1030" creationId="{8AE9DB68-BDD4-AB03-6C46-1CCD2A5C1B3B}"/>
          </ac:spMkLst>
        </pc:spChg>
        <pc:graphicFrameChg chg="del">
          <ac:chgData name="Chittaranjan Hens" userId="6fc03958433e8a43" providerId="LiveId" clId="{309794F8-99CF-4983-9CCF-D5B7BCCE1DF4}" dt="2023-01-23T18:28:28.812" v="1833" actId="478"/>
          <ac:graphicFrameMkLst>
            <pc:docMk/>
            <pc:sldMk cId="3706076406" sldId="446"/>
            <ac:graphicFrameMk id="1026" creationId="{5418349B-6CCD-27A2-7132-83A9C88B04A6}"/>
          </ac:graphicFrameMkLst>
        </pc:graphicFrameChg>
        <pc:graphicFrameChg chg="del">
          <ac:chgData name="Chittaranjan Hens" userId="6fc03958433e8a43" providerId="LiveId" clId="{309794F8-99CF-4983-9CCF-D5B7BCCE1DF4}" dt="2023-01-23T18:28:28.812" v="1833" actId="478"/>
          <ac:graphicFrameMkLst>
            <pc:docMk/>
            <pc:sldMk cId="3706076406" sldId="446"/>
            <ac:graphicFrameMk id="1027" creationId="{6A7098A6-7D30-FD95-E02B-CD1703C8C8D4}"/>
          </ac:graphicFrameMkLst>
        </pc:graphicFrameChg>
        <pc:picChg chg="del">
          <ac:chgData name="Chittaranjan Hens" userId="6fc03958433e8a43" providerId="LiveId" clId="{309794F8-99CF-4983-9CCF-D5B7BCCE1DF4}" dt="2023-01-23T18:28:28.812" v="1833" actId="478"/>
          <ac:picMkLst>
            <pc:docMk/>
            <pc:sldMk cId="3706076406" sldId="446"/>
            <ac:picMk id="1031" creationId="{382499D9-1593-A322-4081-FA147775E1AB}"/>
          </ac:picMkLst>
        </pc:picChg>
      </pc:sldChg>
      <pc:sldChg chg="addSp delSp modSp add mod">
        <pc:chgData name="Chittaranjan Hens" userId="6fc03958433e8a43" providerId="LiveId" clId="{309794F8-99CF-4983-9CCF-D5B7BCCE1DF4}" dt="2023-01-25T08:49:25.018" v="2943" actId="27636"/>
        <pc:sldMkLst>
          <pc:docMk/>
          <pc:sldMk cId="281728120" sldId="447"/>
        </pc:sldMkLst>
        <pc:spChg chg="add mod">
          <ac:chgData name="Chittaranjan Hens" userId="6fc03958433e8a43" providerId="LiveId" clId="{309794F8-99CF-4983-9CCF-D5B7BCCE1DF4}" dt="2023-01-25T08:49:25.001" v="2942" actId="27636"/>
          <ac:spMkLst>
            <pc:docMk/>
            <pc:sldMk cId="281728120" sldId="447"/>
            <ac:spMk id="2050" creationId="{96ADE85E-0748-1816-5CF7-4F7843F31518}"/>
          </ac:spMkLst>
        </pc:spChg>
        <pc:spChg chg="add mod">
          <ac:chgData name="Chittaranjan Hens" userId="6fc03958433e8a43" providerId="LiveId" clId="{309794F8-99CF-4983-9CCF-D5B7BCCE1DF4}" dt="2023-01-25T08:49:25.018" v="2943" actId="27636"/>
          <ac:spMkLst>
            <pc:docMk/>
            <pc:sldMk cId="281728120" sldId="447"/>
            <ac:spMk id="2051" creationId="{5FF9E483-8207-0E2C-95EA-7565DADFD9CC}"/>
          </ac:spMkLst>
        </pc:spChg>
        <pc:spChg chg="add mod">
          <ac:chgData name="Chittaranjan Hens" userId="6fc03958433e8a43" providerId="LiveId" clId="{309794F8-99CF-4983-9CCF-D5B7BCCE1DF4}" dt="2023-01-25T08:49:24.844" v="2941" actId="27636"/>
          <ac:spMkLst>
            <pc:docMk/>
            <pc:sldMk cId="281728120" sldId="447"/>
            <ac:spMk id="2052" creationId="{23C1834E-DA7D-32BE-1701-7642BD9025F6}"/>
          </ac:spMkLst>
        </pc:spChg>
        <pc:graphicFrameChg chg="del mod replId">
          <ac:chgData name="Chittaranjan Hens" userId="6fc03958433e8a43" providerId="LiveId" clId="{309794F8-99CF-4983-9CCF-D5B7BCCE1DF4}" dt="2023-01-25T08:49:24.253" v="2938"/>
          <ac:graphicFrameMkLst>
            <pc:docMk/>
            <pc:sldMk cId="281728120" sldId="447"/>
            <ac:graphicFrameMk id="4" creationId="{96ADE85E-0748-1816-5CF7-4F7843F31518}"/>
          </ac:graphicFrameMkLst>
        </pc:graphicFrameChg>
        <pc:graphicFrameChg chg="del mod replId">
          <ac:chgData name="Chittaranjan Hens" userId="6fc03958433e8a43" providerId="LiveId" clId="{309794F8-99CF-4983-9CCF-D5B7BCCE1DF4}" dt="2023-01-25T08:49:24.253" v="2938"/>
          <ac:graphicFrameMkLst>
            <pc:docMk/>
            <pc:sldMk cId="281728120" sldId="447"/>
            <ac:graphicFrameMk id="7" creationId="{5FF9E483-8207-0E2C-95EA-7565DADFD9CC}"/>
          </ac:graphicFrameMkLst>
        </pc:graphicFrameChg>
        <pc:graphicFrameChg chg="del mod replId">
          <ac:chgData name="Chittaranjan Hens" userId="6fc03958433e8a43" providerId="LiveId" clId="{309794F8-99CF-4983-9CCF-D5B7BCCE1DF4}" dt="2023-01-25T08:49:24.253" v="2938"/>
          <ac:graphicFrameMkLst>
            <pc:docMk/>
            <pc:sldMk cId="281728120" sldId="447"/>
            <ac:graphicFrameMk id="9" creationId="{23C1834E-DA7D-32BE-1701-7642BD9025F6}"/>
          </ac:graphicFrameMkLst>
        </pc:graphicFrameChg>
      </pc:sldChg>
      <pc:sldChg chg="addSp delSp modSp add mod">
        <pc:chgData name="Chittaranjan Hens" userId="6fc03958433e8a43" providerId="LiveId" clId="{309794F8-99CF-4983-9CCF-D5B7BCCE1DF4}" dt="2023-01-25T08:49:25.367" v="2946" actId="27636"/>
        <pc:sldMkLst>
          <pc:docMk/>
          <pc:sldMk cId="1301453285" sldId="448"/>
        </pc:sldMkLst>
        <pc:spChg chg="add mod">
          <ac:chgData name="Chittaranjan Hens" userId="6fc03958433e8a43" providerId="LiveId" clId="{309794F8-99CF-4983-9CCF-D5B7BCCE1DF4}" dt="2023-01-25T08:49:25.197" v="2944" actId="27636"/>
          <ac:spMkLst>
            <pc:docMk/>
            <pc:sldMk cId="1301453285" sldId="448"/>
            <ac:spMk id="2050" creationId="{96ADE85E-0748-1816-5CF7-4F7843F31518}"/>
          </ac:spMkLst>
        </pc:spChg>
        <pc:spChg chg="add mod">
          <ac:chgData name="Chittaranjan Hens" userId="6fc03958433e8a43" providerId="LiveId" clId="{309794F8-99CF-4983-9CCF-D5B7BCCE1DF4}" dt="2023-01-25T08:49:25.216" v="2945" actId="27636"/>
          <ac:spMkLst>
            <pc:docMk/>
            <pc:sldMk cId="1301453285" sldId="448"/>
            <ac:spMk id="2051" creationId="{5FF9E483-8207-0E2C-95EA-7565DADFD9CC}"/>
          </ac:spMkLst>
        </pc:spChg>
        <pc:spChg chg="add mod">
          <ac:chgData name="Chittaranjan Hens" userId="6fc03958433e8a43" providerId="LiveId" clId="{309794F8-99CF-4983-9CCF-D5B7BCCE1DF4}" dt="2023-01-25T08:49:25.367" v="2946" actId="27636"/>
          <ac:spMkLst>
            <pc:docMk/>
            <pc:sldMk cId="1301453285" sldId="448"/>
            <ac:spMk id="2052" creationId="{23C1834E-DA7D-32BE-1701-7642BD9025F6}"/>
          </ac:spMkLst>
        </pc:spChg>
        <pc:graphicFrameChg chg="del mod replId">
          <ac:chgData name="Chittaranjan Hens" userId="6fc03958433e8a43" providerId="LiveId" clId="{309794F8-99CF-4983-9CCF-D5B7BCCE1DF4}" dt="2023-01-25T08:49:24.253" v="2938"/>
          <ac:graphicFrameMkLst>
            <pc:docMk/>
            <pc:sldMk cId="1301453285" sldId="448"/>
            <ac:graphicFrameMk id="3" creationId="{96ADE85E-0748-1816-5CF7-4F7843F31518}"/>
          </ac:graphicFrameMkLst>
        </pc:graphicFrameChg>
        <pc:graphicFrameChg chg="del mod replId">
          <ac:chgData name="Chittaranjan Hens" userId="6fc03958433e8a43" providerId="LiveId" clId="{309794F8-99CF-4983-9CCF-D5B7BCCE1DF4}" dt="2023-01-25T08:49:24.253" v="2938"/>
          <ac:graphicFrameMkLst>
            <pc:docMk/>
            <pc:sldMk cId="1301453285" sldId="448"/>
            <ac:graphicFrameMk id="7" creationId="{5FF9E483-8207-0E2C-95EA-7565DADFD9CC}"/>
          </ac:graphicFrameMkLst>
        </pc:graphicFrameChg>
        <pc:graphicFrameChg chg="del mod replId">
          <ac:chgData name="Chittaranjan Hens" userId="6fc03958433e8a43" providerId="LiveId" clId="{309794F8-99CF-4983-9CCF-D5B7BCCE1DF4}" dt="2023-01-25T08:49:24.253" v="2938"/>
          <ac:graphicFrameMkLst>
            <pc:docMk/>
            <pc:sldMk cId="1301453285" sldId="448"/>
            <ac:graphicFrameMk id="9" creationId="{23C1834E-DA7D-32BE-1701-7642BD9025F6}"/>
          </ac:graphicFrameMkLst>
        </pc:graphicFrameChg>
      </pc:sldChg>
      <pc:sldChg chg="addSp delSp modSp add mod">
        <pc:chgData name="Chittaranjan Hens" userId="6fc03958433e8a43" providerId="LiveId" clId="{309794F8-99CF-4983-9CCF-D5B7BCCE1DF4}" dt="2023-01-25T08:49:25.903" v="2951" actId="27636"/>
        <pc:sldMkLst>
          <pc:docMk/>
          <pc:sldMk cId="1466892033" sldId="449"/>
        </pc:sldMkLst>
        <pc:spChg chg="add mod">
          <ac:chgData name="Chittaranjan Hens" userId="6fc03958433e8a43" providerId="LiveId" clId="{309794F8-99CF-4983-9CCF-D5B7BCCE1DF4}" dt="2023-01-25T08:49:25.903" v="2951" actId="27636"/>
          <ac:spMkLst>
            <pc:docMk/>
            <pc:sldMk cId="1466892033" sldId="449"/>
            <ac:spMk id="6" creationId="{91388E02-63D6-7B84-8208-8074F629F4D5}"/>
          </ac:spMkLst>
        </pc:spChg>
        <pc:spChg chg="add mod">
          <ac:chgData name="Chittaranjan Hens" userId="6fc03958433e8a43" providerId="LiveId" clId="{309794F8-99CF-4983-9CCF-D5B7BCCE1DF4}" dt="2023-01-25T08:49:25.883" v="2950" actId="27636"/>
          <ac:spMkLst>
            <pc:docMk/>
            <pc:sldMk cId="1466892033" sldId="449"/>
            <ac:spMk id="2050" creationId="{96ADE85E-0748-1816-5CF7-4F7843F31518}"/>
          </ac:spMkLst>
        </pc:spChg>
        <pc:spChg chg="add mod">
          <ac:chgData name="Chittaranjan Hens" userId="6fc03958433e8a43" providerId="LiveId" clId="{309794F8-99CF-4983-9CCF-D5B7BCCE1DF4}" dt="2023-01-25T08:49:25.407" v="2947" actId="27636"/>
          <ac:spMkLst>
            <pc:docMk/>
            <pc:sldMk cId="1466892033" sldId="449"/>
            <ac:spMk id="2051" creationId="{5FF9E483-8207-0E2C-95EA-7565DADFD9CC}"/>
          </ac:spMkLst>
        </pc:spChg>
        <pc:spChg chg="add mod">
          <ac:chgData name="Chittaranjan Hens" userId="6fc03958433e8a43" providerId="LiveId" clId="{309794F8-99CF-4983-9CCF-D5B7BCCE1DF4}" dt="2023-01-25T08:49:25.737" v="2949" actId="27636"/>
          <ac:spMkLst>
            <pc:docMk/>
            <pc:sldMk cId="1466892033" sldId="449"/>
            <ac:spMk id="2052" creationId="{23C1834E-DA7D-32BE-1701-7642BD9025F6}"/>
          </ac:spMkLst>
        </pc:spChg>
        <pc:spChg chg="add mod">
          <ac:chgData name="Chittaranjan Hens" userId="6fc03958433e8a43" providerId="LiveId" clId="{309794F8-99CF-4983-9CCF-D5B7BCCE1DF4}" dt="2023-01-25T08:49:25.589" v="2948" actId="27636"/>
          <ac:spMkLst>
            <pc:docMk/>
            <pc:sldMk cId="1466892033" sldId="449"/>
            <ac:spMk id="2054" creationId="{E0478526-C213-C130-851D-DBC6BCF86A93}"/>
          </ac:spMkLst>
        </pc:spChg>
        <pc:graphicFrameChg chg="del mod replId">
          <ac:chgData name="Chittaranjan Hens" userId="6fc03958433e8a43" providerId="LiveId" clId="{309794F8-99CF-4983-9CCF-D5B7BCCE1DF4}" dt="2023-01-25T08:49:24.253" v="2938"/>
          <ac:graphicFrameMkLst>
            <pc:docMk/>
            <pc:sldMk cId="1466892033" sldId="449"/>
            <ac:graphicFrameMk id="4" creationId="{96ADE85E-0748-1816-5CF7-4F7843F31518}"/>
          </ac:graphicFrameMkLst>
        </pc:graphicFrameChg>
        <pc:graphicFrameChg chg="del mod replId">
          <ac:chgData name="Chittaranjan Hens" userId="6fc03958433e8a43" providerId="LiveId" clId="{309794F8-99CF-4983-9CCF-D5B7BCCE1DF4}" dt="2023-01-25T08:49:24.253" v="2938"/>
          <ac:graphicFrameMkLst>
            <pc:docMk/>
            <pc:sldMk cId="1466892033" sldId="449"/>
            <ac:graphicFrameMk id="8" creationId="{5FF9E483-8207-0E2C-95EA-7565DADFD9CC}"/>
          </ac:graphicFrameMkLst>
        </pc:graphicFrameChg>
        <pc:graphicFrameChg chg="del mod replId">
          <ac:chgData name="Chittaranjan Hens" userId="6fc03958433e8a43" providerId="LiveId" clId="{309794F8-99CF-4983-9CCF-D5B7BCCE1DF4}" dt="2023-01-25T08:49:24.253" v="2938"/>
          <ac:graphicFrameMkLst>
            <pc:docMk/>
            <pc:sldMk cId="1466892033" sldId="449"/>
            <ac:graphicFrameMk id="10" creationId="{23C1834E-DA7D-32BE-1701-7642BD9025F6}"/>
          </ac:graphicFrameMkLst>
        </pc:graphicFrameChg>
        <pc:graphicFrameChg chg="del mod replId">
          <ac:chgData name="Chittaranjan Hens" userId="6fc03958433e8a43" providerId="LiveId" clId="{309794F8-99CF-4983-9CCF-D5B7BCCE1DF4}" dt="2023-01-25T08:49:24.253" v="2938"/>
          <ac:graphicFrameMkLst>
            <pc:docMk/>
            <pc:sldMk cId="1466892033" sldId="449"/>
            <ac:graphicFrameMk id="12" creationId="{E0478526-C213-C130-851D-DBC6BCF86A93}"/>
          </ac:graphicFrameMkLst>
        </pc:graphicFrameChg>
        <pc:graphicFrameChg chg="del mod replId">
          <ac:chgData name="Chittaranjan Hens" userId="6fc03958433e8a43" providerId="LiveId" clId="{309794F8-99CF-4983-9CCF-D5B7BCCE1DF4}" dt="2023-01-25T08:49:24.253" v="2938"/>
          <ac:graphicFrameMkLst>
            <pc:docMk/>
            <pc:sldMk cId="1466892033" sldId="449"/>
            <ac:graphicFrameMk id="14" creationId="{91388E02-63D6-7B84-8208-8074F629F4D5}"/>
          </ac:graphicFrameMkLst>
        </pc:graphicFrameChg>
      </pc:sldChg>
      <pc:sldChg chg="add">
        <pc:chgData name="Chittaranjan Hens" userId="6fc03958433e8a43" providerId="LiveId" clId="{309794F8-99CF-4983-9CCF-D5B7BCCE1DF4}" dt="2023-01-23T05:29:28.921" v="1746"/>
        <pc:sldMkLst>
          <pc:docMk/>
          <pc:sldMk cId="662479611" sldId="450"/>
        </pc:sldMkLst>
      </pc:sldChg>
      <pc:sldChg chg="addSp delSp modSp add mod">
        <pc:chgData name="Chittaranjan Hens" userId="6fc03958433e8a43" providerId="LiveId" clId="{309794F8-99CF-4983-9CCF-D5B7BCCE1DF4}" dt="2023-01-25T08:49:26.031" v="2954" actId="27636"/>
        <pc:sldMkLst>
          <pc:docMk/>
          <pc:sldMk cId="3631773866" sldId="451"/>
        </pc:sldMkLst>
        <pc:spChg chg="add mod">
          <ac:chgData name="Chittaranjan Hens" userId="6fc03958433e8a43" providerId="LiveId" clId="{309794F8-99CF-4983-9CCF-D5B7BCCE1DF4}" dt="2023-01-25T08:49:26.031" v="2954" actId="27636"/>
          <ac:spMkLst>
            <pc:docMk/>
            <pc:sldMk cId="3631773866" sldId="451"/>
            <ac:spMk id="3074" creationId="{A7669175-8EC2-3A8D-35B3-533DDCAC65B5}"/>
          </ac:spMkLst>
        </pc:spChg>
        <pc:spChg chg="add mod">
          <ac:chgData name="Chittaranjan Hens" userId="6fc03958433e8a43" providerId="LiveId" clId="{309794F8-99CF-4983-9CCF-D5B7BCCE1DF4}" dt="2023-01-25T08:49:26.014" v="2953" actId="27636"/>
          <ac:spMkLst>
            <pc:docMk/>
            <pc:sldMk cId="3631773866" sldId="451"/>
            <ac:spMk id="3075" creationId="{8AF2FD4F-87E4-180A-928C-B7C314EC769C}"/>
          </ac:spMkLst>
        </pc:spChg>
        <pc:spChg chg="add mod">
          <ac:chgData name="Chittaranjan Hens" userId="6fc03958433e8a43" providerId="LiveId" clId="{309794F8-99CF-4983-9CCF-D5B7BCCE1DF4}" dt="2023-01-25T08:49:25.973" v="2952" actId="27636"/>
          <ac:spMkLst>
            <pc:docMk/>
            <pc:sldMk cId="3631773866" sldId="451"/>
            <ac:spMk id="3076" creationId="{06C0BC18-B09F-29DE-0611-E3FA07C0D6BC}"/>
          </ac:spMkLst>
        </pc:spChg>
        <pc:graphicFrameChg chg="del mod replId">
          <ac:chgData name="Chittaranjan Hens" userId="6fc03958433e8a43" providerId="LiveId" clId="{309794F8-99CF-4983-9CCF-D5B7BCCE1DF4}" dt="2023-01-25T08:49:24.253" v="2938"/>
          <ac:graphicFrameMkLst>
            <pc:docMk/>
            <pc:sldMk cId="3631773866" sldId="451"/>
            <ac:graphicFrameMk id="2" creationId="{A7669175-8EC2-3A8D-35B3-533DDCAC65B5}"/>
          </ac:graphicFrameMkLst>
        </pc:graphicFrameChg>
        <pc:graphicFrameChg chg="del mod replId">
          <ac:chgData name="Chittaranjan Hens" userId="6fc03958433e8a43" providerId="LiveId" clId="{309794F8-99CF-4983-9CCF-D5B7BCCE1DF4}" dt="2023-01-25T08:49:24.253" v="2938"/>
          <ac:graphicFrameMkLst>
            <pc:docMk/>
            <pc:sldMk cId="3631773866" sldId="451"/>
            <ac:graphicFrameMk id="6" creationId="{8AF2FD4F-87E4-180A-928C-B7C314EC769C}"/>
          </ac:graphicFrameMkLst>
        </pc:graphicFrameChg>
        <pc:graphicFrameChg chg="del mod replId">
          <ac:chgData name="Chittaranjan Hens" userId="6fc03958433e8a43" providerId="LiveId" clId="{309794F8-99CF-4983-9CCF-D5B7BCCE1DF4}" dt="2023-01-25T08:49:24.253" v="2938"/>
          <ac:graphicFrameMkLst>
            <pc:docMk/>
            <pc:sldMk cId="3631773866" sldId="451"/>
            <ac:graphicFrameMk id="8" creationId="{06C0BC18-B09F-29DE-0611-E3FA07C0D6BC}"/>
          </ac:graphicFrameMkLst>
        </pc:graphicFrameChg>
      </pc:sldChg>
      <pc:sldChg chg="addSp delSp modSp add mod">
        <pc:chgData name="Chittaranjan Hens" userId="6fc03958433e8a43" providerId="LiveId" clId="{309794F8-99CF-4983-9CCF-D5B7BCCE1DF4}" dt="2023-01-25T08:49:26.153" v="2958" actId="27636"/>
        <pc:sldMkLst>
          <pc:docMk/>
          <pc:sldMk cId="1198420360" sldId="452"/>
        </pc:sldMkLst>
        <pc:spChg chg="add mod">
          <ac:chgData name="Chittaranjan Hens" userId="6fc03958433e8a43" providerId="LiveId" clId="{309794F8-99CF-4983-9CCF-D5B7BCCE1DF4}" dt="2023-01-25T08:49:26.153" v="2958" actId="27636"/>
          <ac:spMkLst>
            <pc:docMk/>
            <pc:sldMk cId="1198420360" sldId="452"/>
            <ac:spMk id="3074" creationId="{A7669175-8EC2-3A8D-35B3-533DDCAC65B5}"/>
          </ac:spMkLst>
        </pc:spChg>
        <pc:spChg chg="add mod">
          <ac:chgData name="Chittaranjan Hens" userId="6fc03958433e8a43" providerId="LiveId" clId="{309794F8-99CF-4983-9CCF-D5B7BCCE1DF4}" dt="2023-01-25T08:49:26.088" v="2955" actId="27636"/>
          <ac:spMkLst>
            <pc:docMk/>
            <pc:sldMk cId="1198420360" sldId="452"/>
            <ac:spMk id="3075" creationId="{8AF2FD4F-87E4-180A-928C-B7C314EC769C}"/>
          </ac:spMkLst>
        </pc:spChg>
        <pc:spChg chg="add mod">
          <ac:chgData name="Chittaranjan Hens" userId="6fc03958433e8a43" providerId="LiveId" clId="{309794F8-99CF-4983-9CCF-D5B7BCCE1DF4}" dt="2023-01-25T08:49:26.136" v="2957" actId="27636"/>
          <ac:spMkLst>
            <pc:docMk/>
            <pc:sldMk cId="1198420360" sldId="452"/>
            <ac:spMk id="3076" creationId="{06C0BC18-B09F-29DE-0611-E3FA07C0D6BC}"/>
          </ac:spMkLst>
        </pc:spChg>
        <pc:spChg chg="add mod">
          <ac:chgData name="Chittaranjan Hens" userId="6fc03958433e8a43" providerId="LiveId" clId="{309794F8-99CF-4983-9CCF-D5B7BCCE1DF4}" dt="2023-01-25T08:49:26.117" v="2956" actId="27636"/>
          <ac:spMkLst>
            <pc:docMk/>
            <pc:sldMk cId="1198420360" sldId="452"/>
            <ac:spMk id="3077" creationId="{F45F5AB0-C5F6-E407-76A6-F61995337068}"/>
          </ac:spMkLst>
        </pc:spChg>
        <pc:graphicFrameChg chg="del mod replId">
          <ac:chgData name="Chittaranjan Hens" userId="6fc03958433e8a43" providerId="LiveId" clId="{309794F8-99CF-4983-9CCF-D5B7BCCE1DF4}" dt="2023-01-25T08:49:24.253" v="2938"/>
          <ac:graphicFrameMkLst>
            <pc:docMk/>
            <pc:sldMk cId="1198420360" sldId="452"/>
            <ac:graphicFrameMk id="2" creationId="{A7669175-8EC2-3A8D-35B3-533DDCAC65B5}"/>
          </ac:graphicFrameMkLst>
        </pc:graphicFrameChg>
        <pc:graphicFrameChg chg="del mod replId">
          <ac:chgData name="Chittaranjan Hens" userId="6fc03958433e8a43" providerId="LiveId" clId="{309794F8-99CF-4983-9CCF-D5B7BCCE1DF4}" dt="2023-01-25T08:49:24.253" v="2938"/>
          <ac:graphicFrameMkLst>
            <pc:docMk/>
            <pc:sldMk cId="1198420360" sldId="452"/>
            <ac:graphicFrameMk id="6" creationId="{8AF2FD4F-87E4-180A-928C-B7C314EC769C}"/>
          </ac:graphicFrameMkLst>
        </pc:graphicFrameChg>
        <pc:graphicFrameChg chg="del mod replId">
          <ac:chgData name="Chittaranjan Hens" userId="6fc03958433e8a43" providerId="LiveId" clId="{309794F8-99CF-4983-9CCF-D5B7BCCE1DF4}" dt="2023-01-25T08:49:24.253" v="2938"/>
          <ac:graphicFrameMkLst>
            <pc:docMk/>
            <pc:sldMk cId="1198420360" sldId="452"/>
            <ac:graphicFrameMk id="8" creationId="{06C0BC18-B09F-29DE-0611-E3FA07C0D6BC}"/>
          </ac:graphicFrameMkLst>
        </pc:graphicFrameChg>
        <pc:graphicFrameChg chg="del mod replId">
          <ac:chgData name="Chittaranjan Hens" userId="6fc03958433e8a43" providerId="LiveId" clId="{309794F8-99CF-4983-9CCF-D5B7BCCE1DF4}" dt="2023-01-25T08:49:24.253" v="2938"/>
          <ac:graphicFrameMkLst>
            <pc:docMk/>
            <pc:sldMk cId="1198420360" sldId="452"/>
            <ac:graphicFrameMk id="10" creationId="{F45F5AB0-C5F6-E407-76A6-F61995337068}"/>
          </ac:graphicFrameMkLst>
        </pc:graphicFrameChg>
      </pc:sldChg>
      <pc:sldChg chg="addSp delSp modSp add del mod setBg">
        <pc:chgData name="Chittaranjan Hens" userId="6fc03958433e8a43" providerId="LiveId" clId="{309794F8-99CF-4983-9CCF-D5B7BCCE1DF4}" dt="2023-01-24T19:48:18.757" v="2185" actId="2696"/>
        <pc:sldMkLst>
          <pc:docMk/>
          <pc:sldMk cId="1390366278" sldId="453"/>
        </pc:sldMkLst>
        <pc:spChg chg="add mod ord">
          <ac:chgData name="Chittaranjan Hens" userId="6fc03958433e8a43" providerId="LiveId" clId="{309794F8-99CF-4983-9CCF-D5B7BCCE1DF4}" dt="2023-01-23T18:25:35.781" v="1810" actId="20577"/>
          <ac:spMkLst>
            <pc:docMk/>
            <pc:sldMk cId="1390366278" sldId="453"/>
            <ac:spMk id="3" creationId="{B1B63EEA-3814-D2E4-8D74-017D82834591}"/>
          </ac:spMkLst>
        </pc:spChg>
        <pc:spChg chg="add del">
          <ac:chgData name="Chittaranjan Hens" userId="6fc03958433e8a43" providerId="LiveId" clId="{309794F8-99CF-4983-9CCF-D5B7BCCE1DF4}" dt="2023-01-23T18:24:04.616" v="1778" actId="26606"/>
          <ac:spMkLst>
            <pc:docMk/>
            <pc:sldMk cId="1390366278" sldId="453"/>
            <ac:spMk id="10" creationId="{23D09407-53BC-485E-B4CE-BC5E4FC4B25B}"/>
          </ac:spMkLst>
        </pc:spChg>
        <pc:spChg chg="add del">
          <ac:chgData name="Chittaranjan Hens" userId="6fc03958433e8a43" providerId="LiveId" clId="{309794F8-99CF-4983-9CCF-D5B7BCCE1DF4}" dt="2023-01-23T18:24:04.616" v="1778" actId="26606"/>
          <ac:spMkLst>
            <pc:docMk/>
            <pc:sldMk cId="1390366278" sldId="453"/>
            <ac:spMk id="12" creationId="{921DB988-49FC-4608-B0A2-E2F3A4019041}"/>
          </ac:spMkLst>
        </pc:spChg>
        <pc:spChg chg="add del">
          <ac:chgData name="Chittaranjan Hens" userId="6fc03958433e8a43" providerId="LiveId" clId="{309794F8-99CF-4983-9CCF-D5B7BCCE1DF4}" dt="2023-01-23T18:24:52.561" v="1795" actId="26606"/>
          <ac:spMkLst>
            <pc:docMk/>
            <pc:sldMk cId="1390366278" sldId="453"/>
            <ac:spMk id="16" creationId="{A7009A0A-BEF5-4EAC-AF15-E4F9F002E239}"/>
          </ac:spMkLst>
        </pc:spChg>
        <pc:spChg chg="add del">
          <ac:chgData name="Chittaranjan Hens" userId="6fc03958433e8a43" providerId="LiveId" clId="{309794F8-99CF-4983-9CCF-D5B7BCCE1DF4}" dt="2023-01-23T18:24:11.465" v="1780" actId="26606"/>
          <ac:spMkLst>
            <pc:docMk/>
            <pc:sldMk cId="1390366278" sldId="453"/>
            <ac:spMk id="26" creationId="{A4AC5506-6312-4701-8D3C-40187889A947}"/>
          </ac:spMkLst>
        </pc:spChg>
        <pc:spChg chg="add del">
          <ac:chgData name="Chittaranjan Hens" userId="6fc03958433e8a43" providerId="LiveId" clId="{309794F8-99CF-4983-9CCF-D5B7BCCE1DF4}" dt="2023-01-23T18:24:17.639" v="1782" actId="26606"/>
          <ac:spMkLst>
            <pc:docMk/>
            <pc:sldMk cId="1390366278" sldId="453"/>
            <ac:spMk id="28" creationId="{BCED4D40-4B67-4331-AC48-79B82B4A47D8}"/>
          </ac:spMkLst>
        </pc:spChg>
        <pc:spChg chg="add del">
          <ac:chgData name="Chittaranjan Hens" userId="6fc03958433e8a43" providerId="LiveId" clId="{309794F8-99CF-4983-9CCF-D5B7BCCE1DF4}" dt="2023-01-23T18:24:17.639" v="1782" actId="26606"/>
          <ac:spMkLst>
            <pc:docMk/>
            <pc:sldMk cId="1390366278" sldId="453"/>
            <ac:spMk id="29" creationId="{670CEDEF-4F34-412E-84EE-329C1E936AF5}"/>
          </ac:spMkLst>
        </pc:spChg>
        <pc:spChg chg="add del">
          <ac:chgData name="Chittaranjan Hens" userId="6fc03958433e8a43" providerId="LiveId" clId="{309794F8-99CF-4983-9CCF-D5B7BCCE1DF4}" dt="2023-01-23T18:24:20.249" v="1784" actId="26606"/>
          <ac:spMkLst>
            <pc:docMk/>
            <pc:sldMk cId="1390366278" sldId="453"/>
            <ac:spMk id="31" creationId="{EB270761-CC40-4F3F-A916-7E3BC3989348}"/>
          </ac:spMkLst>
        </pc:spChg>
        <pc:spChg chg="add del">
          <ac:chgData name="Chittaranjan Hens" userId="6fc03958433e8a43" providerId="LiveId" clId="{309794F8-99CF-4983-9CCF-D5B7BCCE1DF4}" dt="2023-01-23T18:24:20.249" v="1784" actId="26606"/>
          <ac:spMkLst>
            <pc:docMk/>
            <pc:sldMk cId="1390366278" sldId="453"/>
            <ac:spMk id="32" creationId="{A2555B16-BE1D-4C33-A27C-FF0671B6C94C}"/>
          </ac:spMkLst>
        </pc:spChg>
        <pc:spChg chg="add del">
          <ac:chgData name="Chittaranjan Hens" userId="6fc03958433e8a43" providerId="LiveId" clId="{309794F8-99CF-4983-9CCF-D5B7BCCE1DF4}" dt="2023-01-23T18:24:21.415" v="1786" actId="26606"/>
          <ac:spMkLst>
            <pc:docMk/>
            <pc:sldMk cId="1390366278" sldId="453"/>
            <ac:spMk id="34" creationId="{19D32F93-50AC-4C46-A5DB-291C60DDB7BD}"/>
          </ac:spMkLst>
        </pc:spChg>
        <pc:spChg chg="add del">
          <ac:chgData name="Chittaranjan Hens" userId="6fc03958433e8a43" providerId="LiveId" clId="{309794F8-99CF-4983-9CCF-D5B7BCCE1DF4}" dt="2023-01-23T18:24:21.415" v="1786" actId="26606"/>
          <ac:spMkLst>
            <pc:docMk/>
            <pc:sldMk cId="1390366278" sldId="453"/>
            <ac:spMk id="35" creationId="{827DC2C4-B485-428A-BF4A-472D2967F47F}"/>
          </ac:spMkLst>
        </pc:spChg>
        <pc:spChg chg="add del">
          <ac:chgData name="Chittaranjan Hens" userId="6fc03958433e8a43" providerId="LiveId" clId="{309794F8-99CF-4983-9CCF-D5B7BCCE1DF4}" dt="2023-01-23T18:24:21.415" v="1786" actId="26606"/>
          <ac:spMkLst>
            <pc:docMk/>
            <pc:sldMk cId="1390366278" sldId="453"/>
            <ac:spMk id="36" creationId="{EE04B5EB-F158-4507-90DD-BD23620C7CC9}"/>
          </ac:spMkLst>
        </pc:spChg>
        <pc:spChg chg="add del">
          <ac:chgData name="Chittaranjan Hens" userId="6fc03958433e8a43" providerId="LiveId" clId="{309794F8-99CF-4983-9CCF-D5B7BCCE1DF4}" dt="2023-01-23T18:24:22.425" v="1788" actId="26606"/>
          <ac:spMkLst>
            <pc:docMk/>
            <pc:sldMk cId="1390366278" sldId="453"/>
            <ac:spMk id="38" creationId="{53F29798-D584-4792-9B62-3F5F5C36D619}"/>
          </ac:spMkLst>
        </pc:spChg>
        <pc:spChg chg="add del">
          <ac:chgData name="Chittaranjan Hens" userId="6fc03958433e8a43" providerId="LiveId" clId="{309794F8-99CF-4983-9CCF-D5B7BCCE1DF4}" dt="2023-01-23T18:24:32.233" v="1790" actId="26606"/>
          <ac:spMkLst>
            <pc:docMk/>
            <pc:sldMk cId="1390366278" sldId="453"/>
            <ac:spMk id="40" creationId="{BCED4D40-4B67-4331-AC48-79B82B4A47D8}"/>
          </ac:spMkLst>
        </pc:spChg>
        <pc:spChg chg="add del">
          <ac:chgData name="Chittaranjan Hens" userId="6fc03958433e8a43" providerId="LiveId" clId="{309794F8-99CF-4983-9CCF-D5B7BCCE1DF4}" dt="2023-01-23T18:24:32.233" v="1790" actId="26606"/>
          <ac:spMkLst>
            <pc:docMk/>
            <pc:sldMk cId="1390366278" sldId="453"/>
            <ac:spMk id="41" creationId="{670CEDEF-4F34-412E-84EE-329C1E936AF5}"/>
          </ac:spMkLst>
        </pc:spChg>
        <pc:spChg chg="add del">
          <ac:chgData name="Chittaranjan Hens" userId="6fc03958433e8a43" providerId="LiveId" clId="{309794F8-99CF-4983-9CCF-D5B7BCCE1DF4}" dt="2023-01-23T18:24:52.561" v="1795" actId="26606"/>
          <ac:spMkLst>
            <pc:docMk/>
            <pc:sldMk cId="1390366278" sldId="453"/>
            <ac:spMk id="43" creationId="{A8384FB5-9ADC-4DDC-881B-597D56F5B15D}"/>
          </ac:spMkLst>
        </pc:spChg>
        <pc:spChg chg="add del">
          <ac:chgData name="Chittaranjan Hens" userId="6fc03958433e8a43" providerId="LiveId" clId="{309794F8-99CF-4983-9CCF-D5B7BCCE1DF4}" dt="2023-01-23T18:24:52.561" v="1795" actId="26606"/>
          <ac:spMkLst>
            <pc:docMk/>
            <pc:sldMk cId="1390366278" sldId="453"/>
            <ac:spMk id="44" creationId="{1199E1B1-A8C0-4FE8-A5A8-1CB41D69F857}"/>
          </ac:spMkLst>
        </pc:spChg>
        <pc:spChg chg="add del">
          <ac:chgData name="Chittaranjan Hens" userId="6fc03958433e8a43" providerId="LiveId" clId="{309794F8-99CF-4983-9CCF-D5B7BCCE1DF4}" dt="2023-01-23T18:24:52.561" v="1795" actId="26606"/>
          <ac:spMkLst>
            <pc:docMk/>
            <pc:sldMk cId="1390366278" sldId="453"/>
            <ac:spMk id="45" creationId="{84A8DE83-DE75-4B41-9DB4-A7EC0B0DEC0B}"/>
          </ac:spMkLst>
        </pc:spChg>
        <pc:spChg chg="add del">
          <ac:chgData name="Chittaranjan Hens" userId="6fc03958433e8a43" providerId="LiveId" clId="{309794F8-99CF-4983-9CCF-D5B7BCCE1DF4}" dt="2023-01-23T18:24:52.558" v="1794" actId="26606"/>
          <ac:spMkLst>
            <pc:docMk/>
            <pc:sldMk cId="1390366278" sldId="453"/>
            <ac:spMk id="52" creationId="{7F57BEA8-497D-4AA8-8A18-BDCD696B25FE}"/>
          </ac:spMkLst>
        </pc:spChg>
        <pc:spChg chg="add">
          <ac:chgData name="Chittaranjan Hens" userId="6fc03958433e8a43" providerId="LiveId" clId="{309794F8-99CF-4983-9CCF-D5B7BCCE1DF4}" dt="2023-01-23T18:24:52.561" v="1795" actId="26606"/>
          <ac:spMkLst>
            <pc:docMk/>
            <pc:sldMk cId="1390366278" sldId="453"/>
            <ac:spMk id="58" creationId="{C59AB4C8-9178-4F7A-8404-6890510B5917}"/>
          </ac:spMkLst>
        </pc:spChg>
        <pc:spChg chg="add">
          <ac:chgData name="Chittaranjan Hens" userId="6fc03958433e8a43" providerId="LiveId" clId="{309794F8-99CF-4983-9CCF-D5B7BCCE1DF4}" dt="2023-01-23T18:24:52.561" v="1795" actId="26606"/>
          <ac:spMkLst>
            <pc:docMk/>
            <pc:sldMk cId="1390366278" sldId="453"/>
            <ac:spMk id="59" creationId="{4CFDFB37-4BC7-42C6-915D-A6609139BFE7}"/>
          </ac:spMkLst>
        </pc:spChg>
        <pc:grpChg chg="add del">
          <ac:chgData name="Chittaranjan Hens" userId="6fc03958433e8a43" providerId="LiveId" clId="{309794F8-99CF-4983-9CCF-D5B7BCCE1DF4}" dt="2023-01-23T18:24:04.616" v="1778" actId="26606"/>
          <ac:grpSpMkLst>
            <pc:docMk/>
            <pc:sldMk cId="1390366278" sldId="453"/>
            <ac:grpSpMk id="14" creationId="{E9B930FD-8671-4C4C-ADCF-73AC1D0CD417}"/>
          </ac:grpSpMkLst>
        </pc:grpChg>
        <pc:grpChg chg="add del">
          <ac:chgData name="Chittaranjan Hens" userId="6fc03958433e8a43" providerId="LiveId" clId="{309794F8-99CF-4983-9CCF-D5B7BCCE1DF4}" dt="2023-01-23T18:24:04.616" v="1778" actId="26606"/>
          <ac:grpSpMkLst>
            <pc:docMk/>
            <pc:sldMk cId="1390366278" sldId="453"/>
            <ac:grpSpMk id="20" creationId="{383C2651-AE0C-4AE4-8725-E2F9414FE219}"/>
          </ac:grpSpMkLst>
        </pc:grpChg>
        <pc:picChg chg="del">
          <ac:chgData name="Chittaranjan Hens" userId="6fc03958433e8a43" providerId="LiveId" clId="{309794F8-99CF-4983-9CCF-D5B7BCCE1DF4}" dt="2023-01-23T18:21:47.328" v="1752" actId="478"/>
          <ac:picMkLst>
            <pc:docMk/>
            <pc:sldMk cId="1390366278" sldId="453"/>
            <ac:picMk id="2" creationId="{38CD2287-8C54-F57C-3418-8C6DE339C9CC}"/>
          </ac:picMkLst>
        </pc:picChg>
        <pc:picChg chg="add mod">
          <ac:chgData name="Chittaranjan Hens" userId="6fc03958433e8a43" providerId="LiveId" clId="{309794F8-99CF-4983-9CCF-D5B7BCCE1DF4}" dt="2023-01-23T18:24:52.561" v="1795" actId="26606"/>
          <ac:picMkLst>
            <pc:docMk/>
            <pc:sldMk cId="1390366278" sldId="453"/>
            <ac:picMk id="5" creationId="{14D6F7EF-A5BA-F16D-8468-0A2EEB908589}"/>
          </ac:picMkLst>
        </pc:picChg>
        <pc:cxnChg chg="add del">
          <ac:chgData name="Chittaranjan Hens" userId="6fc03958433e8a43" providerId="LiveId" clId="{309794F8-99CF-4983-9CCF-D5B7BCCE1DF4}" dt="2023-01-23T18:24:52.558" v="1794" actId="26606"/>
          <ac:cxnSpMkLst>
            <pc:docMk/>
            <pc:sldMk cId="1390366278" sldId="453"/>
            <ac:cxnSpMk id="50" creationId="{D2E961F1-4A28-4A5F-BBD4-6E400E5E6C75}"/>
          </ac:cxnSpMkLst>
        </pc:cxnChg>
        <pc:cxnChg chg="add del">
          <ac:chgData name="Chittaranjan Hens" userId="6fc03958433e8a43" providerId="LiveId" clId="{309794F8-99CF-4983-9CCF-D5B7BCCE1DF4}" dt="2023-01-23T18:24:52.558" v="1794" actId="26606"/>
          <ac:cxnSpMkLst>
            <pc:docMk/>
            <pc:sldMk cId="1390366278" sldId="453"/>
            <ac:cxnSpMk id="54" creationId="{A82415D3-DDE5-4D63-8CB3-23A5EC581B27}"/>
          </ac:cxnSpMkLst>
        </pc:cxnChg>
        <pc:cxnChg chg="add del">
          <ac:chgData name="Chittaranjan Hens" userId="6fc03958433e8a43" providerId="LiveId" clId="{309794F8-99CF-4983-9CCF-D5B7BCCE1DF4}" dt="2023-01-23T18:24:52.558" v="1794" actId="26606"/>
          <ac:cxnSpMkLst>
            <pc:docMk/>
            <pc:sldMk cId="1390366278" sldId="453"/>
            <ac:cxnSpMk id="56" creationId="{AD7193FB-6AE6-4B3B-8F89-56B55DD63B4D}"/>
          </ac:cxnSpMkLst>
        </pc:cxnChg>
      </pc:sldChg>
      <pc:sldChg chg="addSp delSp modSp add mod setBg delDesignElem">
        <pc:chgData name="Chittaranjan Hens" userId="6fc03958433e8a43" providerId="LiveId" clId="{309794F8-99CF-4983-9CCF-D5B7BCCE1DF4}" dt="2023-01-24T19:56:17.886" v="2350" actId="207"/>
        <pc:sldMkLst>
          <pc:docMk/>
          <pc:sldMk cId="3928615934" sldId="453"/>
        </pc:sldMkLst>
        <pc:spChg chg="mod">
          <ac:chgData name="Chittaranjan Hens" userId="6fc03958433e8a43" providerId="LiveId" clId="{309794F8-99CF-4983-9CCF-D5B7BCCE1DF4}" dt="2023-01-24T19:56:17.886" v="2350" actId="207"/>
          <ac:spMkLst>
            <pc:docMk/>
            <pc:sldMk cId="3928615934" sldId="453"/>
            <ac:spMk id="3" creationId="{B1B63EEA-3814-D2E4-8D74-017D82834591}"/>
          </ac:spMkLst>
        </pc:spChg>
        <pc:spChg chg="add del">
          <ac:chgData name="Chittaranjan Hens" userId="6fc03958433e8a43" providerId="LiveId" clId="{309794F8-99CF-4983-9CCF-D5B7BCCE1DF4}" dt="2023-01-24T19:50:02.799" v="2203" actId="26606"/>
          <ac:spMkLst>
            <pc:docMk/>
            <pc:sldMk cId="3928615934" sldId="453"/>
            <ac:spMk id="10" creationId="{7316481C-0A49-4796-812B-0D64F063B720}"/>
          </ac:spMkLst>
        </pc:spChg>
        <pc:spChg chg="add del">
          <ac:chgData name="Chittaranjan Hens" userId="6fc03958433e8a43" providerId="LiveId" clId="{309794F8-99CF-4983-9CCF-D5B7BCCE1DF4}" dt="2023-01-24T19:50:02.799" v="2203" actId="26606"/>
          <ac:spMkLst>
            <pc:docMk/>
            <pc:sldMk cId="3928615934" sldId="453"/>
            <ac:spMk id="12" creationId="{A5271697-90F1-4A23-8EF2-0179F2EAFACB}"/>
          </ac:spMkLst>
        </pc:spChg>
        <pc:spChg chg="add del">
          <ac:chgData name="Chittaranjan Hens" userId="6fc03958433e8a43" providerId="LiveId" clId="{309794F8-99CF-4983-9CCF-D5B7BCCE1DF4}" dt="2023-01-24T19:50:02.799" v="2203" actId="26606"/>
          <ac:spMkLst>
            <pc:docMk/>
            <pc:sldMk cId="3928615934" sldId="453"/>
            <ac:spMk id="36" creationId="{D9F5512A-48E1-4C07-B75E-3CCC517B6804}"/>
          </ac:spMkLst>
        </pc:spChg>
        <pc:spChg chg="del">
          <ac:chgData name="Chittaranjan Hens" userId="6fc03958433e8a43" providerId="LiveId" clId="{309794F8-99CF-4983-9CCF-D5B7BCCE1DF4}" dt="2023-01-24T19:48:24.918" v="2188"/>
          <ac:spMkLst>
            <pc:docMk/>
            <pc:sldMk cId="3928615934" sldId="453"/>
            <ac:spMk id="58" creationId="{C59AB4C8-9178-4F7A-8404-6890510B5917}"/>
          </ac:spMkLst>
        </pc:spChg>
        <pc:spChg chg="del">
          <ac:chgData name="Chittaranjan Hens" userId="6fc03958433e8a43" providerId="LiveId" clId="{309794F8-99CF-4983-9CCF-D5B7BCCE1DF4}" dt="2023-01-24T19:48:24.918" v="2188"/>
          <ac:spMkLst>
            <pc:docMk/>
            <pc:sldMk cId="3928615934" sldId="453"/>
            <ac:spMk id="59" creationId="{4CFDFB37-4BC7-42C6-915D-A6609139BFE7}"/>
          </ac:spMkLst>
        </pc:spChg>
        <pc:grpChg chg="add del">
          <ac:chgData name="Chittaranjan Hens" userId="6fc03958433e8a43" providerId="LiveId" clId="{309794F8-99CF-4983-9CCF-D5B7BCCE1DF4}" dt="2023-01-24T19:50:02.799" v="2203" actId="26606"/>
          <ac:grpSpMkLst>
            <pc:docMk/>
            <pc:sldMk cId="3928615934" sldId="453"/>
            <ac:grpSpMk id="14" creationId="{0924561D-756D-410B-973A-E68C2552C20C}"/>
          </ac:grpSpMkLst>
        </pc:grpChg>
        <pc:picChg chg="add mod ord">
          <ac:chgData name="Chittaranjan Hens" userId="6fc03958433e8a43" providerId="LiveId" clId="{309794F8-99CF-4983-9CCF-D5B7BCCE1DF4}" dt="2023-01-24T19:50:02.799" v="2203" actId="26606"/>
          <ac:picMkLst>
            <pc:docMk/>
            <pc:sldMk cId="3928615934" sldId="453"/>
            <ac:picMk id="2" creationId="{D149741A-07C9-0E99-C343-6EF1E464B59A}"/>
          </ac:picMkLst>
        </pc:picChg>
        <pc:picChg chg="mod">
          <ac:chgData name="Chittaranjan Hens" userId="6fc03958433e8a43" providerId="LiveId" clId="{309794F8-99CF-4983-9CCF-D5B7BCCE1DF4}" dt="2023-01-24T19:50:02.799" v="2203" actId="26606"/>
          <ac:picMkLst>
            <pc:docMk/>
            <pc:sldMk cId="3928615934" sldId="453"/>
            <ac:picMk id="5" creationId="{14D6F7EF-A5BA-F16D-8468-0A2EEB908589}"/>
          </ac:picMkLst>
        </pc:picChg>
      </pc:sldChg>
      <pc:sldChg chg="addSp delSp modSp add del mod setBg delDesignElem">
        <pc:chgData name="Chittaranjan Hens" userId="6fc03958433e8a43" providerId="LiveId" clId="{309794F8-99CF-4983-9CCF-D5B7BCCE1DF4}" dt="2023-01-24T19:48:18.757" v="2185" actId="2696"/>
        <pc:sldMkLst>
          <pc:docMk/>
          <pc:sldMk cId="2096295326" sldId="454"/>
        </pc:sldMkLst>
        <pc:spChg chg="mod">
          <ac:chgData name="Chittaranjan Hens" userId="6fc03958433e8a43" providerId="LiveId" clId="{309794F8-99CF-4983-9CCF-D5B7BCCE1DF4}" dt="2023-01-23T18:43:05.076" v="1958" actId="404"/>
          <ac:spMkLst>
            <pc:docMk/>
            <pc:sldMk cId="2096295326" sldId="454"/>
            <ac:spMk id="3" creationId="{B1B63EEA-3814-D2E4-8D74-017D82834591}"/>
          </ac:spMkLst>
        </pc:spChg>
        <pc:spChg chg="add del">
          <ac:chgData name="Chittaranjan Hens" userId="6fc03958433e8a43" providerId="LiveId" clId="{309794F8-99CF-4983-9CCF-D5B7BCCE1DF4}" dt="2023-01-23T18:30:44.594" v="1938" actId="26606"/>
          <ac:spMkLst>
            <pc:docMk/>
            <pc:sldMk cId="2096295326" sldId="454"/>
            <ac:spMk id="8" creationId="{C59AB4C8-9178-4F7A-8404-6890510B5917}"/>
          </ac:spMkLst>
        </pc:spChg>
        <pc:spChg chg="add del">
          <ac:chgData name="Chittaranjan Hens" userId="6fc03958433e8a43" providerId="LiveId" clId="{309794F8-99CF-4983-9CCF-D5B7BCCE1DF4}" dt="2023-01-23T18:30:44.594" v="1938" actId="26606"/>
          <ac:spMkLst>
            <pc:docMk/>
            <pc:sldMk cId="2096295326" sldId="454"/>
            <ac:spMk id="10" creationId="{4CFDFB37-4BC7-42C6-915D-A6609139BFE7}"/>
          </ac:spMkLst>
        </pc:spChg>
        <pc:spChg chg="add del">
          <ac:chgData name="Chittaranjan Hens" userId="6fc03958433e8a43" providerId="LiveId" clId="{309794F8-99CF-4983-9CCF-D5B7BCCE1DF4}" dt="2023-01-23T18:32:00.085" v="1952" actId="26606"/>
          <ac:spMkLst>
            <pc:docMk/>
            <pc:sldMk cId="2096295326" sldId="454"/>
            <ac:spMk id="12" creationId="{BCED4D40-4B67-4331-AC48-79B82B4A47D8}"/>
          </ac:spMkLst>
        </pc:spChg>
        <pc:spChg chg="add del">
          <ac:chgData name="Chittaranjan Hens" userId="6fc03958433e8a43" providerId="LiveId" clId="{309794F8-99CF-4983-9CCF-D5B7BCCE1DF4}" dt="2023-01-23T18:32:00.085" v="1952" actId="26606"/>
          <ac:spMkLst>
            <pc:docMk/>
            <pc:sldMk cId="2096295326" sldId="454"/>
            <ac:spMk id="13" creationId="{670CEDEF-4F34-412E-84EE-329C1E936AF5}"/>
          </ac:spMkLst>
        </pc:spChg>
        <pc:spChg chg="add del">
          <ac:chgData name="Chittaranjan Hens" userId="6fc03958433e8a43" providerId="LiveId" clId="{309794F8-99CF-4983-9CCF-D5B7BCCE1DF4}" dt="2023-01-23T18:31:52.697" v="1944" actId="26606"/>
          <ac:spMkLst>
            <pc:docMk/>
            <pc:sldMk cId="2096295326" sldId="454"/>
            <ac:spMk id="18" creationId="{70BDD0CE-06A4-404B-8A13-580229C1C923}"/>
          </ac:spMkLst>
        </pc:spChg>
        <pc:spChg chg="add del">
          <ac:chgData name="Chittaranjan Hens" userId="6fc03958433e8a43" providerId="LiveId" clId="{309794F8-99CF-4983-9CCF-D5B7BCCE1DF4}" dt="2023-01-23T18:31:52.697" v="1944" actId="26606"/>
          <ac:spMkLst>
            <pc:docMk/>
            <pc:sldMk cId="2096295326" sldId="454"/>
            <ac:spMk id="20" creationId="{EE9899FA-8881-472C-AA59-D08A89CA8AEF}"/>
          </ac:spMkLst>
        </pc:spChg>
        <pc:spChg chg="add del">
          <ac:chgData name="Chittaranjan Hens" userId="6fc03958433e8a43" providerId="LiveId" clId="{309794F8-99CF-4983-9CCF-D5B7BCCE1DF4}" dt="2023-01-23T18:31:52.697" v="1944" actId="26606"/>
          <ac:spMkLst>
            <pc:docMk/>
            <pc:sldMk cId="2096295326" sldId="454"/>
            <ac:spMk id="22" creationId="{080B7D90-3DF1-4514-B26D-616BE35553C9}"/>
          </ac:spMkLst>
        </pc:spChg>
        <pc:spChg chg="add del">
          <ac:chgData name="Chittaranjan Hens" userId="6fc03958433e8a43" providerId="LiveId" clId="{309794F8-99CF-4983-9CCF-D5B7BCCE1DF4}" dt="2023-01-23T18:31:54.483" v="1946" actId="26606"/>
          <ac:spMkLst>
            <pc:docMk/>
            <pc:sldMk cId="2096295326" sldId="454"/>
            <ac:spMk id="24" creationId="{99ED5833-B85B-4103-8A3B-CAB0308E6C15}"/>
          </ac:spMkLst>
        </pc:spChg>
        <pc:spChg chg="add del">
          <ac:chgData name="Chittaranjan Hens" userId="6fc03958433e8a43" providerId="LiveId" clId="{309794F8-99CF-4983-9CCF-D5B7BCCE1DF4}" dt="2023-01-23T18:31:55.600" v="1948" actId="26606"/>
          <ac:spMkLst>
            <pc:docMk/>
            <pc:sldMk cId="2096295326" sldId="454"/>
            <ac:spMk id="26" creationId="{C4879EFC-8E62-4E00-973C-C45EE9EC676D}"/>
          </ac:spMkLst>
        </pc:spChg>
        <pc:spChg chg="add del">
          <ac:chgData name="Chittaranjan Hens" userId="6fc03958433e8a43" providerId="LiveId" clId="{309794F8-99CF-4983-9CCF-D5B7BCCE1DF4}" dt="2023-01-23T18:31:55.600" v="1948" actId="26606"/>
          <ac:spMkLst>
            <pc:docMk/>
            <pc:sldMk cId="2096295326" sldId="454"/>
            <ac:spMk id="27" creationId="{D6A9C53F-5F90-40A5-8C85-5412D39C8C68}"/>
          </ac:spMkLst>
        </pc:spChg>
        <pc:spChg chg="add del">
          <ac:chgData name="Chittaranjan Hens" userId="6fc03958433e8a43" providerId="LiveId" clId="{309794F8-99CF-4983-9CCF-D5B7BCCE1DF4}" dt="2023-01-23T18:31:57.438" v="1950" actId="26606"/>
          <ac:spMkLst>
            <pc:docMk/>
            <pc:sldMk cId="2096295326" sldId="454"/>
            <ac:spMk id="29" creationId="{99ED5833-B85B-4103-8A3B-CAB0308E6C15}"/>
          </ac:spMkLst>
        </pc:spChg>
        <pc:spChg chg="add del">
          <ac:chgData name="Chittaranjan Hens" userId="6fc03958433e8a43" providerId="LiveId" clId="{309794F8-99CF-4983-9CCF-D5B7BCCE1DF4}" dt="2023-01-23T18:32:00.085" v="1952" actId="26606"/>
          <ac:spMkLst>
            <pc:docMk/>
            <pc:sldMk cId="2096295326" sldId="454"/>
            <ac:spMk id="31" creationId="{A87EA4E9-DFD6-45D4-965D-8A79984EF440}"/>
          </ac:spMkLst>
        </pc:spChg>
        <pc:spChg chg="del">
          <ac:chgData name="Chittaranjan Hens" userId="6fc03958433e8a43" providerId="LiveId" clId="{309794F8-99CF-4983-9CCF-D5B7BCCE1DF4}" dt="2023-01-23T18:25:07.631" v="1797"/>
          <ac:spMkLst>
            <pc:docMk/>
            <pc:sldMk cId="2096295326" sldId="454"/>
            <ac:spMk id="58" creationId="{C59AB4C8-9178-4F7A-8404-6890510B5917}"/>
          </ac:spMkLst>
        </pc:spChg>
        <pc:spChg chg="del">
          <ac:chgData name="Chittaranjan Hens" userId="6fc03958433e8a43" providerId="LiveId" clId="{309794F8-99CF-4983-9CCF-D5B7BCCE1DF4}" dt="2023-01-23T18:25:07.631" v="1797"/>
          <ac:spMkLst>
            <pc:docMk/>
            <pc:sldMk cId="2096295326" sldId="454"/>
            <ac:spMk id="59" creationId="{4CFDFB37-4BC7-42C6-915D-A6609139BFE7}"/>
          </ac:spMkLst>
        </pc:spChg>
        <pc:picChg chg="add mod">
          <ac:chgData name="Chittaranjan Hens" userId="6fc03958433e8a43" providerId="LiveId" clId="{309794F8-99CF-4983-9CCF-D5B7BCCE1DF4}" dt="2023-01-23T18:32:00.085" v="1952" actId="26606"/>
          <ac:picMkLst>
            <pc:docMk/>
            <pc:sldMk cId="2096295326" sldId="454"/>
            <ac:picMk id="2" creationId="{671399D3-C83F-C356-7983-E48AE0DEFEB3}"/>
          </ac:picMkLst>
        </pc:picChg>
        <pc:picChg chg="del">
          <ac:chgData name="Chittaranjan Hens" userId="6fc03958433e8a43" providerId="LiveId" clId="{309794F8-99CF-4983-9CCF-D5B7BCCE1DF4}" dt="2023-01-23T18:25:12.477" v="1798" actId="478"/>
          <ac:picMkLst>
            <pc:docMk/>
            <pc:sldMk cId="2096295326" sldId="454"/>
            <ac:picMk id="5" creationId="{14D6F7EF-A5BA-F16D-8468-0A2EEB908589}"/>
          </ac:picMkLst>
        </pc:picChg>
        <pc:picChg chg="add mod">
          <ac:chgData name="Chittaranjan Hens" userId="6fc03958433e8a43" providerId="LiveId" clId="{309794F8-99CF-4983-9CCF-D5B7BCCE1DF4}" dt="2023-01-23T18:32:19.058" v="1955" actId="1076"/>
          <ac:picMkLst>
            <pc:docMk/>
            <pc:sldMk cId="2096295326" sldId="454"/>
            <ac:picMk id="6" creationId="{88D30C67-4EDA-4A5F-6BB4-D7990BA2B7BA}"/>
          </ac:picMkLst>
        </pc:picChg>
      </pc:sldChg>
      <pc:sldChg chg="addSp delSp modSp add mod setBg delDesignElem">
        <pc:chgData name="Chittaranjan Hens" userId="6fc03958433e8a43" providerId="LiveId" clId="{309794F8-99CF-4983-9CCF-D5B7BCCE1DF4}" dt="2023-01-24T19:56:23.207" v="2351" actId="207"/>
        <pc:sldMkLst>
          <pc:docMk/>
          <pc:sldMk cId="3898846860" sldId="454"/>
        </pc:sldMkLst>
        <pc:spChg chg="del">
          <ac:chgData name="Chittaranjan Hens" userId="6fc03958433e8a43" providerId="LiveId" clId="{309794F8-99CF-4983-9CCF-D5B7BCCE1DF4}" dt="2023-01-24T19:51:07.707" v="2219" actId="478"/>
          <ac:spMkLst>
            <pc:docMk/>
            <pc:sldMk cId="3898846860" sldId="454"/>
            <ac:spMk id="3" creationId="{B1B63EEA-3814-D2E4-8D74-017D82834591}"/>
          </ac:spMkLst>
        </pc:spChg>
        <pc:spChg chg="add mod">
          <ac:chgData name="Chittaranjan Hens" userId="6fc03958433e8a43" providerId="LiveId" clId="{309794F8-99CF-4983-9CCF-D5B7BCCE1DF4}" dt="2023-01-24T19:56:23.207" v="2351" actId="207"/>
          <ac:spMkLst>
            <pc:docMk/>
            <pc:sldMk cId="3898846860" sldId="454"/>
            <ac:spMk id="4" creationId="{0CF332D4-7EB5-470D-A0D9-1311272CA63C}"/>
          </ac:spMkLst>
        </pc:spChg>
        <pc:spChg chg="del">
          <ac:chgData name="Chittaranjan Hens" userId="6fc03958433e8a43" providerId="LiveId" clId="{309794F8-99CF-4983-9CCF-D5B7BCCE1DF4}" dt="2023-01-24T19:48:24.918" v="2188"/>
          <ac:spMkLst>
            <pc:docMk/>
            <pc:sldMk cId="3898846860" sldId="454"/>
            <ac:spMk id="12" creationId="{BCED4D40-4B67-4331-AC48-79B82B4A47D8}"/>
          </ac:spMkLst>
        </pc:spChg>
        <pc:spChg chg="del">
          <ac:chgData name="Chittaranjan Hens" userId="6fc03958433e8a43" providerId="LiveId" clId="{309794F8-99CF-4983-9CCF-D5B7BCCE1DF4}" dt="2023-01-24T19:48:24.918" v="2188"/>
          <ac:spMkLst>
            <pc:docMk/>
            <pc:sldMk cId="3898846860" sldId="454"/>
            <ac:spMk id="13" creationId="{670CEDEF-4F34-412E-84EE-329C1E936AF5}"/>
          </ac:spMkLst>
        </pc:spChg>
        <pc:picChg chg="add mod ord">
          <ac:chgData name="Chittaranjan Hens" userId="6fc03958433e8a43" providerId="LiveId" clId="{309794F8-99CF-4983-9CCF-D5B7BCCE1DF4}" dt="2023-01-24T19:51:18.998" v="2222" actId="167"/>
          <ac:picMkLst>
            <pc:docMk/>
            <pc:sldMk cId="3898846860" sldId="454"/>
            <ac:picMk id="5" creationId="{A0620560-6422-52F4-211B-8A7DE3778153}"/>
          </ac:picMkLst>
        </pc:picChg>
      </pc:sldChg>
      <pc:sldChg chg="addSp delSp modSp add mod delAnim modAnim">
        <pc:chgData name="Chittaranjan Hens" userId="6fc03958433e8a43" providerId="LiveId" clId="{309794F8-99CF-4983-9CCF-D5B7BCCE1DF4}" dt="2023-01-25T08:49:24.633" v="2940" actId="27636"/>
        <pc:sldMkLst>
          <pc:docMk/>
          <pc:sldMk cId="1993423980" sldId="455"/>
        </pc:sldMkLst>
        <pc:spChg chg="add mod">
          <ac:chgData name="Chittaranjan Hens" userId="6fc03958433e8a43" providerId="LiveId" clId="{309794F8-99CF-4983-9CCF-D5B7BCCE1DF4}" dt="2023-01-25T08:49:24.559" v="2939" actId="27636"/>
          <ac:spMkLst>
            <pc:docMk/>
            <pc:sldMk cId="1993423980" sldId="455"/>
            <ac:spMk id="1026" creationId="{5418349B-6CCD-27A2-7132-83A9C88B04A6}"/>
          </ac:spMkLst>
        </pc:spChg>
        <pc:spChg chg="add mod">
          <ac:chgData name="Chittaranjan Hens" userId="6fc03958433e8a43" providerId="LiveId" clId="{309794F8-99CF-4983-9CCF-D5B7BCCE1DF4}" dt="2023-01-25T08:49:24.633" v="2940" actId="27636"/>
          <ac:spMkLst>
            <pc:docMk/>
            <pc:sldMk cId="1993423980" sldId="455"/>
            <ac:spMk id="1027" creationId="{6A7098A6-7D30-FD95-E02B-CD1703C8C8D4}"/>
          </ac:spMkLst>
        </pc:spChg>
        <pc:graphicFrameChg chg="del mod replId">
          <ac:chgData name="Chittaranjan Hens" userId="6fc03958433e8a43" providerId="LiveId" clId="{309794F8-99CF-4983-9CCF-D5B7BCCE1DF4}" dt="2023-01-25T08:49:24.253" v="2938"/>
          <ac:graphicFrameMkLst>
            <pc:docMk/>
            <pc:sldMk cId="1993423980" sldId="455"/>
            <ac:graphicFrameMk id="3" creationId="{5418349B-6CCD-27A2-7132-83A9C88B04A6}"/>
          </ac:graphicFrameMkLst>
        </pc:graphicFrameChg>
        <pc:graphicFrameChg chg="del mod replId">
          <ac:chgData name="Chittaranjan Hens" userId="6fc03958433e8a43" providerId="LiveId" clId="{309794F8-99CF-4983-9CCF-D5B7BCCE1DF4}" dt="2023-01-25T08:49:24.253" v="2938"/>
          <ac:graphicFrameMkLst>
            <pc:docMk/>
            <pc:sldMk cId="1993423980" sldId="455"/>
            <ac:graphicFrameMk id="7" creationId="{6A7098A6-7D30-FD95-E02B-CD1703C8C8D4}"/>
          </ac:graphicFrameMkLst>
        </pc:graphicFrameChg>
      </pc:sldChg>
      <pc:sldChg chg="addSp delSp modSp add mod delAnim modAnim">
        <pc:chgData name="Chittaranjan Hens" userId="6fc03958433e8a43" providerId="LiveId" clId="{309794F8-99CF-4983-9CCF-D5B7BCCE1DF4}" dt="2023-01-24T10:01:51.368" v="2125"/>
        <pc:sldMkLst>
          <pc:docMk/>
          <pc:sldMk cId="1476625480" sldId="456"/>
        </pc:sldMkLst>
        <pc:spChg chg="add del mod">
          <ac:chgData name="Chittaranjan Hens" userId="6fc03958433e8a43" providerId="LiveId" clId="{309794F8-99CF-4983-9CCF-D5B7BCCE1DF4}" dt="2023-01-24T09:53:34.213" v="2005" actId="478"/>
          <ac:spMkLst>
            <pc:docMk/>
            <pc:sldMk cId="1476625480" sldId="456"/>
            <ac:spMk id="3" creationId="{12499455-0625-C0FE-66F0-68298105282F}"/>
          </ac:spMkLst>
        </pc:spChg>
        <pc:spChg chg="add mod">
          <ac:chgData name="Chittaranjan Hens" userId="6fc03958433e8a43" providerId="LiveId" clId="{309794F8-99CF-4983-9CCF-D5B7BCCE1DF4}" dt="2023-01-24T09:59:18.433" v="2099" actId="2711"/>
          <ac:spMkLst>
            <pc:docMk/>
            <pc:sldMk cId="1476625480" sldId="456"/>
            <ac:spMk id="7" creationId="{55B8DA59-3337-404E-DA2F-B1D28B8AFE7A}"/>
          </ac:spMkLst>
        </pc:spChg>
        <pc:spChg chg="add mod">
          <ac:chgData name="Chittaranjan Hens" userId="6fc03958433e8a43" providerId="LiveId" clId="{309794F8-99CF-4983-9CCF-D5B7BCCE1DF4}" dt="2023-01-24T10:00:50.091" v="2119" actId="1076"/>
          <ac:spMkLst>
            <pc:docMk/>
            <pc:sldMk cId="1476625480" sldId="456"/>
            <ac:spMk id="10" creationId="{3B7B14BB-B9A4-652C-CD75-E94E0ACFE27D}"/>
          </ac:spMkLst>
        </pc:spChg>
        <pc:spChg chg="add del mod">
          <ac:chgData name="Chittaranjan Hens" userId="6fc03958433e8a43" providerId="LiveId" clId="{309794F8-99CF-4983-9CCF-D5B7BCCE1DF4}" dt="2023-01-24T09:55:16.885" v="2032" actId="478"/>
          <ac:spMkLst>
            <pc:docMk/>
            <pc:sldMk cId="1476625480" sldId="456"/>
            <ac:spMk id="15364" creationId="{5E4F72E5-FA0E-E845-58B8-5FC7663CD135}"/>
          </ac:spMkLst>
        </pc:spChg>
        <pc:picChg chg="del">
          <ac:chgData name="Chittaranjan Hens" userId="6fc03958433e8a43" providerId="LiveId" clId="{309794F8-99CF-4983-9CCF-D5B7BCCE1DF4}" dt="2023-01-24T09:53:25.300" v="2003" actId="478"/>
          <ac:picMkLst>
            <pc:docMk/>
            <pc:sldMk cId="1476625480" sldId="456"/>
            <ac:picMk id="4" creationId="{91828DB6-C0C5-38B4-46CE-8406575E5BEC}"/>
          </ac:picMkLst>
        </pc:picChg>
        <pc:picChg chg="add del mod">
          <ac:chgData name="Chittaranjan Hens" userId="6fc03958433e8a43" providerId="LiveId" clId="{309794F8-99CF-4983-9CCF-D5B7BCCE1DF4}" dt="2023-01-24T09:59:52.959" v="2103" actId="478"/>
          <ac:picMkLst>
            <pc:docMk/>
            <pc:sldMk cId="1476625480" sldId="456"/>
            <ac:picMk id="8" creationId="{BE1CE5CF-988F-F194-76FD-F27CB9C83D25}"/>
          </ac:picMkLst>
        </pc:picChg>
        <pc:picChg chg="add del">
          <ac:chgData name="Chittaranjan Hens" userId="6fc03958433e8a43" providerId="LiveId" clId="{309794F8-99CF-4983-9CCF-D5B7BCCE1DF4}" dt="2023-01-24T09:53:37.800" v="2006" actId="478"/>
          <ac:picMkLst>
            <pc:docMk/>
            <pc:sldMk cId="1476625480" sldId="456"/>
            <ac:picMk id="15365" creationId="{BB70CC81-CDEC-6468-70F6-B5A468C674BE}"/>
          </ac:picMkLst>
        </pc:picChg>
        <pc:picChg chg="add del">
          <ac:chgData name="Chittaranjan Hens" userId="6fc03958433e8a43" providerId="LiveId" clId="{309794F8-99CF-4983-9CCF-D5B7BCCE1DF4}" dt="2023-01-24T09:53:42.209" v="2007" actId="478"/>
          <ac:picMkLst>
            <pc:docMk/>
            <pc:sldMk cId="1476625480" sldId="456"/>
            <ac:picMk id="15366" creationId="{6359C088-DE50-7859-4D60-3CCAA704999F}"/>
          </ac:picMkLst>
        </pc:picChg>
      </pc:sldChg>
      <pc:sldChg chg="add del">
        <pc:chgData name="Chittaranjan Hens" userId="6fc03958433e8a43" providerId="LiveId" clId="{309794F8-99CF-4983-9CCF-D5B7BCCE1DF4}" dt="2023-01-23T18:28:30.838" v="1835"/>
        <pc:sldMkLst>
          <pc:docMk/>
          <pc:sldMk cId="2001045121" sldId="456"/>
        </pc:sldMkLst>
      </pc:sldChg>
      <pc:sldChg chg="delSp add del mod delAnim">
        <pc:chgData name="Chittaranjan Hens" userId="6fc03958433e8a43" providerId="LiveId" clId="{309794F8-99CF-4983-9CCF-D5B7BCCE1DF4}" dt="2023-01-24T10:03:31.927" v="2136" actId="47"/>
        <pc:sldMkLst>
          <pc:docMk/>
          <pc:sldMk cId="4171159373" sldId="457"/>
        </pc:sldMkLst>
        <pc:picChg chg="del">
          <ac:chgData name="Chittaranjan Hens" userId="6fc03958433e8a43" providerId="LiveId" clId="{309794F8-99CF-4983-9CCF-D5B7BCCE1DF4}" dt="2023-01-24T10:02:18.651" v="2127" actId="21"/>
          <ac:picMkLst>
            <pc:docMk/>
            <pc:sldMk cId="4171159373" sldId="457"/>
            <ac:picMk id="8" creationId="{BE1CE5CF-988F-F194-76FD-F27CB9C83D25}"/>
          </ac:picMkLst>
        </pc:picChg>
      </pc:sldChg>
      <pc:sldChg chg="addSp modSp add modAnim">
        <pc:chgData name="Chittaranjan Hens" userId="6fc03958433e8a43" providerId="LiveId" clId="{309794F8-99CF-4983-9CCF-D5B7BCCE1DF4}" dt="2023-01-24T10:02:31.411" v="2130"/>
        <pc:sldMkLst>
          <pc:docMk/>
          <pc:sldMk cId="2108324488" sldId="458"/>
        </pc:sldMkLst>
        <pc:picChg chg="add mod">
          <ac:chgData name="Chittaranjan Hens" userId="6fc03958433e8a43" providerId="LiveId" clId="{309794F8-99CF-4983-9CCF-D5B7BCCE1DF4}" dt="2023-01-24T10:02:24.301" v="2128"/>
          <ac:picMkLst>
            <pc:docMk/>
            <pc:sldMk cId="2108324488" sldId="458"/>
            <ac:picMk id="3" creationId="{01755713-4295-C11D-1D52-1786951E815E}"/>
          </ac:picMkLst>
        </pc:picChg>
      </pc:sldChg>
      <pc:sldChg chg="addSp delSp modSp add del mod">
        <pc:chgData name="Chittaranjan Hens" userId="6fc03958433e8a43" providerId="LiveId" clId="{309794F8-99CF-4983-9CCF-D5B7BCCE1DF4}" dt="2023-01-24T10:06:24.727" v="2164" actId="47"/>
        <pc:sldMkLst>
          <pc:docMk/>
          <pc:sldMk cId="792408679" sldId="459"/>
        </pc:sldMkLst>
        <pc:spChg chg="add del mod">
          <ac:chgData name="Chittaranjan Hens" userId="6fc03958433e8a43" providerId="LiveId" clId="{309794F8-99CF-4983-9CCF-D5B7BCCE1DF4}" dt="2023-01-24T10:05:14.345" v="2150" actId="478"/>
          <ac:spMkLst>
            <pc:docMk/>
            <pc:sldMk cId="792408679" sldId="459"/>
            <ac:spMk id="4" creationId="{EADAA6FC-1CC8-8CA7-15F2-2EC722F55066}"/>
          </ac:spMkLst>
        </pc:spChg>
        <pc:spChg chg="del">
          <ac:chgData name="Chittaranjan Hens" userId="6fc03958433e8a43" providerId="LiveId" clId="{309794F8-99CF-4983-9CCF-D5B7BCCE1DF4}" dt="2023-01-24T10:05:09.960" v="2149" actId="478"/>
          <ac:spMkLst>
            <pc:docMk/>
            <pc:sldMk cId="792408679" sldId="459"/>
            <ac:spMk id="7174" creationId="{59DF6C80-8439-BAB9-2BE8-D3F89DFDBF86}"/>
          </ac:spMkLst>
        </pc:spChg>
        <pc:graphicFrameChg chg="del">
          <ac:chgData name="Chittaranjan Hens" userId="6fc03958433e8a43" providerId="LiveId" clId="{309794F8-99CF-4983-9CCF-D5B7BCCE1DF4}" dt="2023-01-24T10:05:16.439" v="2151" actId="478"/>
          <ac:graphicFrameMkLst>
            <pc:docMk/>
            <pc:sldMk cId="792408679" sldId="459"/>
            <ac:graphicFrameMk id="7170" creationId="{49BB6D19-C2B4-E573-97DB-2847AF60103B}"/>
          </ac:graphicFrameMkLst>
        </pc:graphicFrameChg>
      </pc:sldChg>
      <pc:sldChg chg="addSp delSp modSp add del mod delAnim modAnim">
        <pc:chgData name="Chittaranjan Hens" userId="6fc03958433e8a43" providerId="LiveId" clId="{309794F8-99CF-4983-9CCF-D5B7BCCE1DF4}" dt="2023-01-24T10:04:52.987" v="2147" actId="47"/>
        <pc:sldMkLst>
          <pc:docMk/>
          <pc:sldMk cId="2723378154" sldId="459"/>
        </pc:sldMkLst>
        <pc:spChg chg="add mod">
          <ac:chgData name="Chittaranjan Hens" userId="6fc03958433e8a43" providerId="LiveId" clId="{309794F8-99CF-4983-9CCF-D5B7BCCE1DF4}" dt="2023-01-24T10:04:25.576" v="2146"/>
          <ac:spMkLst>
            <pc:docMk/>
            <pc:sldMk cId="2723378154" sldId="459"/>
            <ac:spMk id="2" creationId="{7BDB5EE1-968A-96E2-71D1-7434B62A6DC2}"/>
          </ac:spMkLst>
        </pc:spChg>
        <pc:spChg chg="del mod">
          <ac:chgData name="Chittaranjan Hens" userId="6fc03958433e8a43" providerId="LiveId" clId="{309794F8-99CF-4983-9CCF-D5B7BCCE1DF4}" dt="2023-01-24T10:03:46.398" v="2137"/>
          <ac:spMkLst>
            <pc:docMk/>
            <pc:sldMk cId="2723378154" sldId="459"/>
            <ac:spMk id="16388" creationId="{5B81B28D-BB63-5C7F-D14A-92F0B7F80F97}"/>
          </ac:spMkLst>
        </pc:spChg>
        <pc:picChg chg="del">
          <ac:chgData name="Chittaranjan Hens" userId="6fc03958433e8a43" providerId="LiveId" clId="{309794F8-99CF-4983-9CCF-D5B7BCCE1DF4}" dt="2023-01-24T10:03:01.554" v="2132" actId="478"/>
          <ac:picMkLst>
            <pc:docMk/>
            <pc:sldMk cId="2723378154" sldId="459"/>
            <ac:picMk id="3" creationId="{D866B1AD-A0BA-4447-4035-784B4AFF2E08}"/>
          </ac:picMkLst>
        </pc:picChg>
        <pc:picChg chg="del">
          <ac:chgData name="Chittaranjan Hens" userId="6fc03958433e8a43" providerId="LiveId" clId="{309794F8-99CF-4983-9CCF-D5B7BCCE1DF4}" dt="2023-01-24T10:03:04.884" v="2133" actId="478"/>
          <ac:picMkLst>
            <pc:docMk/>
            <pc:sldMk cId="2723378154" sldId="459"/>
            <ac:picMk id="16389" creationId="{85398DBF-CD2B-6ED7-6C89-EE31027BC42A}"/>
          </ac:picMkLst>
        </pc:picChg>
        <pc:picChg chg="del">
          <ac:chgData name="Chittaranjan Hens" userId="6fc03958433e8a43" providerId="LiveId" clId="{309794F8-99CF-4983-9CCF-D5B7BCCE1DF4}" dt="2023-01-24T10:03:04.884" v="2133" actId="478"/>
          <ac:picMkLst>
            <pc:docMk/>
            <pc:sldMk cId="2723378154" sldId="459"/>
            <ac:picMk id="16390" creationId="{A43CE7D8-7769-F657-0E31-055C2E52BA90}"/>
          </ac:picMkLst>
        </pc:picChg>
      </pc:sldChg>
      <pc:sldChg chg="modSp add mod ord modAnim">
        <pc:chgData name="Chittaranjan Hens" userId="6fc03958433e8a43" providerId="LiveId" clId="{309794F8-99CF-4983-9CCF-D5B7BCCE1DF4}" dt="2023-01-24T18:55:57.355" v="2184" actId="1076"/>
        <pc:sldMkLst>
          <pc:docMk/>
          <pc:sldMk cId="2453110422" sldId="460"/>
        </pc:sldMkLst>
        <pc:spChg chg="mod">
          <ac:chgData name="Chittaranjan Hens" userId="6fc03958433e8a43" providerId="LiveId" clId="{309794F8-99CF-4983-9CCF-D5B7BCCE1DF4}" dt="2023-01-24T10:05:23.732" v="2159" actId="20577"/>
          <ac:spMkLst>
            <pc:docMk/>
            <pc:sldMk cId="2453110422" sldId="460"/>
            <ac:spMk id="5" creationId="{42979068-EB7A-B16F-3F48-8770E9CDE772}"/>
          </ac:spMkLst>
        </pc:spChg>
        <pc:spChg chg="mod">
          <ac:chgData name="Chittaranjan Hens" userId="6fc03958433e8a43" providerId="LiveId" clId="{309794F8-99CF-4983-9CCF-D5B7BCCE1DF4}" dt="2023-01-24T18:55:57.355" v="2184" actId="1076"/>
          <ac:spMkLst>
            <pc:docMk/>
            <pc:sldMk cId="2453110422" sldId="460"/>
            <ac:spMk id="7" creationId="{55B8DA59-3337-404E-DA2F-B1D28B8AFE7A}"/>
          </ac:spMkLst>
        </pc:spChg>
      </pc:sldChg>
      <pc:sldChg chg="addSp delSp modSp add mod">
        <pc:chgData name="Chittaranjan Hens" userId="6fc03958433e8a43" providerId="LiveId" clId="{309794F8-99CF-4983-9CCF-D5B7BCCE1DF4}" dt="2023-01-25T08:49:30.382" v="3012" actId="27636"/>
        <pc:sldMkLst>
          <pc:docMk/>
          <pc:sldMk cId="2606878452" sldId="461"/>
        </pc:sldMkLst>
        <pc:spChg chg="add mod">
          <ac:chgData name="Chittaranjan Hens" userId="6fc03958433e8a43" providerId="LiveId" clId="{309794F8-99CF-4983-9CCF-D5B7BCCE1DF4}" dt="2023-01-25T08:49:30.352" v="3011" actId="27636"/>
          <ac:spMkLst>
            <pc:docMk/>
            <pc:sldMk cId="2606878452" sldId="461"/>
            <ac:spMk id="7170" creationId="{49BB6D19-C2B4-E573-97DB-2847AF60103B}"/>
          </ac:spMkLst>
        </pc:spChg>
        <pc:spChg chg="add mod">
          <ac:chgData name="Chittaranjan Hens" userId="6fc03958433e8a43" providerId="LiveId" clId="{309794F8-99CF-4983-9CCF-D5B7BCCE1DF4}" dt="2023-01-25T08:49:30.382" v="3012" actId="27636"/>
          <ac:spMkLst>
            <pc:docMk/>
            <pc:sldMk cId="2606878452" sldId="461"/>
            <ac:spMk id="7171" creationId="{B3C0C4C9-C99C-D3BC-4D50-BEA80BF6AD93}"/>
          </ac:spMkLst>
        </pc:spChg>
        <pc:graphicFrameChg chg="del mod replId">
          <ac:chgData name="Chittaranjan Hens" userId="6fc03958433e8a43" providerId="LiveId" clId="{309794F8-99CF-4983-9CCF-D5B7BCCE1DF4}" dt="2023-01-25T08:49:24.253" v="2938"/>
          <ac:graphicFrameMkLst>
            <pc:docMk/>
            <pc:sldMk cId="2606878452" sldId="461"/>
            <ac:graphicFrameMk id="3" creationId="{49BB6D19-C2B4-E573-97DB-2847AF60103B}"/>
          </ac:graphicFrameMkLst>
        </pc:graphicFrameChg>
        <pc:graphicFrameChg chg="del mod replId">
          <ac:chgData name="Chittaranjan Hens" userId="6fc03958433e8a43" providerId="LiveId" clId="{309794F8-99CF-4983-9CCF-D5B7BCCE1DF4}" dt="2023-01-25T08:49:24.253" v="2938"/>
          <ac:graphicFrameMkLst>
            <pc:docMk/>
            <pc:sldMk cId="2606878452" sldId="461"/>
            <ac:graphicFrameMk id="5" creationId="{B3C0C4C9-C99C-D3BC-4D50-BEA80BF6AD93}"/>
          </ac:graphicFrameMkLst>
        </pc:graphicFrameChg>
        <pc:picChg chg="mod">
          <ac:chgData name="Chittaranjan Hens" userId="6fc03958433e8a43" providerId="LiveId" clId="{309794F8-99CF-4983-9CCF-D5B7BCCE1DF4}" dt="2023-01-24T19:49:41.229" v="2199" actId="1076"/>
          <ac:picMkLst>
            <pc:docMk/>
            <pc:sldMk cId="2606878452" sldId="461"/>
            <ac:picMk id="2" creationId="{35BDBCD2-432B-1444-3675-C8C7B0FD529E}"/>
          </ac:picMkLst>
        </pc:picChg>
      </pc:sldChg>
      <pc:sldChg chg="addSp delSp modSp add mod setBg">
        <pc:chgData name="Chittaranjan Hens" userId="6fc03958433e8a43" providerId="LiveId" clId="{309794F8-99CF-4983-9CCF-D5B7BCCE1DF4}" dt="2023-01-24T20:19:07.726" v="2518" actId="1076"/>
        <pc:sldMkLst>
          <pc:docMk/>
          <pc:sldMk cId="1063074342" sldId="462"/>
        </pc:sldMkLst>
        <pc:spChg chg="mod">
          <ac:chgData name="Chittaranjan Hens" userId="6fc03958433e8a43" providerId="LiveId" clId="{309794F8-99CF-4983-9CCF-D5B7BCCE1DF4}" dt="2023-01-24T19:57:48.302" v="2365" actId="255"/>
          <ac:spMkLst>
            <pc:docMk/>
            <pc:sldMk cId="1063074342" sldId="462"/>
            <ac:spMk id="3" creationId="{B1B63EEA-3814-D2E4-8D74-017D82834591}"/>
          </ac:spMkLst>
        </pc:spChg>
        <pc:spChg chg="add mod">
          <ac:chgData name="Chittaranjan Hens" userId="6fc03958433e8a43" providerId="LiveId" clId="{309794F8-99CF-4983-9CCF-D5B7BCCE1DF4}" dt="2023-01-24T20:18:49.686" v="2514" actId="20577"/>
          <ac:spMkLst>
            <pc:docMk/>
            <pc:sldMk cId="1063074342" sldId="462"/>
            <ac:spMk id="7" creationId="{C388C20A-08FE-A6A7-9C25-A12FC4EAB3BF}"/>
          </ac:spMkLst>
        </pc:spChg>
        <pc:spChg chg="add del">
          <ac:chgData name="Chittaranjan Hens" userId="6fc03958433e8a43" providerId="LiveId" clId="{309794F8-99CF-4983-9CCF-D5B7BCCE1DF4}" dt="2023-01-24T19:51:38.331" v="2224" actId="26606"/>
          <ac:spMkLst>
            <pc:docMk/>
            <pc:sldMk cId="1063074342" sldId="462"/>
            <ac:spMk id="9" creationId="{C1DD1A8A-57D5-4A81-AD04-532B043C5611}"/>
          </ac:spMkLst>
        </pc:spChg>
        <pc:spChg chg="add del">
          <ac:chgData name="Chittaranjan Hens" userId="6fc03958433e8a43" providerId="LiveId" clId="{309794F8-99CF-4983-9CCF-D5B7BCCE1DF4}" dt="2023-01-24T19:51:38.331" v="2224" actId="26606"/>
          <ac:spMkLst>
            <pc:docMk/>
            <pc:sldMk cId="1063074342" sldId="462"/>
            <ac:spMk id="11" creationId="{007891EC-4501-44ED-A8C8-B11B6DB767AB}"/>
          </ac:spMkLst>
        </pc:spChg>
        <pc:picChg chg="del">
          <ac:chgData name="Chittaranjan Hens" userId="6fc03958433e8a43" providerId="LiveId" clId="{309794F8-99CF-4983-9CCF-D5B7BCCE1DF4}" dt="2023-01-24T19:48:31.773" v="2190" actId="478"/>
          <ac:picMkLst>
            <pc:docMk/>
            <pc:sldMk cId="1063074342" sldId="462"/>
            <ac:picMk id="2" creationId="{671399D3-C83F-C356-7983-E48AE0DEFEB3}"/>
          </ac:picMkLst>
        </pc:picChg>
        <pc:picChg chg="add mod ord">
          <ac:chgData name="Chittaranjan Hens" userId="6fc03958433e8a43" providerId="LiveId" clId="{309794F8-99CF-4983-9CCF-D5B7BCCE1DF4}" dt="2023-01-24T19:51:46.582" v="2226" actId="167"/>
          <ac:picMkLst>
            <pc:docMk/>
            <pc:sldMk cId="1063074342" sldId="462"/>
            <ac:picMk id="4" creationId="{BAC19C6E-1362-8D93-CD6A-1AD50E72579F}"/>
          </ac:picMkLst>
        </pc:picChg>
        <pc:picChg chg="add del">
          <ac:chgData name="Chittaranjan Hens" userId="6fc03958433e8a43" providerId="LiveId" clId="{309794F8-99CF-4983-9CCF-D5B7BCCE1DF4}" dt="2023-01-24T19:51:38.331" v="2224" actId="26606"/>
          <ac:picMkLst>
            <pc:docMk/>
            <pc:sldMk cId="1063074342" sldId="462"/>
            <ac:picMk id="5" creationId="{3F11B0C7-FFA4-AFE3-279F-A52F3B7A7C7B}"/>
          </ac:picMkLst>
        </pc:picChg>
        <pc:picChg chg="add del mod">
          <ac:chgData name="Chittaranjan Hens" userId="6fc03958433e8a43" providerId="LiveId" clId="{309794F8-99CF-4983-9CCF-D5B7BCCE1DF4}" dt="2023-01-24T20:19:05" v="2517" actId="478"/>
          <ac:picMkLst>
            <pc:docMk/>
            <pc:sldMk cId="1063074342" sldId="462"/>
            <ac:picMk id="5" creationId="{E8AAD99E-41C3-5184-26C0-9CAB83C5D3F2}"/>
          </ac:picMkLst>
        </pc:picChg>
        <pc:picChg chg="del mod">
          <ac:chgData name="Chittaranjan Hens" userId="6fc03958433e8a43" providerId="LiveId" clId="{309794F8-99CF-4983-9CCF-D5B7BCCE1DF4}" dt="2023-01-24T19:48:33.707" v="2192" actId="478"/>
          <ac:picMkLst>
            <pc:docMk/>
            <pc:sldMk cId="1063074342" sldId="462"/>
            <ac:picMk id="6" creationId="{88D30C67-4EDA-4A5F-6BB4-D7990BA2B7BA}"/>
          </ac:picMkLst>
        </pc:picChg>
        <pc:picChg chg="add mod">
          <ac:chgData name="Chittaranjan Hens" userId="6fc03958433e8a43" providerId="LiveId" clId="{309794F8-99CF-4983-9CCF-D5B7BCCE1DF4}" dt="2023-01-24T20:19:07.726" v="2518" actId="1076"/>
          <ac:picMkLst>
            <pc:docMk/>
            <pc:sldMk cId="1063074342" sldId="462"/>
            <ac:picMk id="10" creationId="{076E8FB1-1528-B2DB-2C44-5D019842FF7F}"/>
          </ac:picMkLst>
        </pc:picChg>
      </pc:sldChg>
      <pc:sldChg chg="add del">
        <pc:chgData name="Chittaranjan Hens" userId="6fc03958433e8a43" providerId="LiveId" clId="{309794F8-99CF-4983-9CCF-D5B7BCCE1DF4}" dt="2023-01-24T20:18:12.947" v="2463" actId="47"/>
        <pc:sldMkLst>
          <pc:docMk/>
          <pc:sldMk cId="3108516506" sldId="463"/>
        </pc:sldMkLst>
      </pc:sldChg>
      <pc:sldChg chg="addSp delSp modSp add mod modAnim">
        <pc:chgData name="Chittaranjan Hens" userId="6fc03958433e8a43" providerId="LiveId" clId="{309794F8-99CF-4983-9CCF-D5B7BCCE1DF4}" dt="2023-01-24T20:25:10.873" v="2621" actId="20577"/>
        <pc:sldMkLst>
          <pc:docMk/>
          <pc:sldMk cId="4024557567" sldId="464"/>
        </pc:sldMkLst>
        <pc:spChg chg="mod">
          <ac:chgData name="Chittaranjan Hens" userId="6fc03958433e8a43" providerId="LiveId" clId="{309794F8-99CF-4983-9CCF-D5B7BCCE1DF4}" dt="2023-01-24T20:23:41.642" v="2576" actId="14100"/>
          <ac:spMkLst>
            <pc:docMk/>
            <pc:sldMk cId="4024557567" sldId="464"/>
            <ac:spMk id="3" creationId="{B1B63EEA-3814-D2E4-8D74-017D82834591}"/>
          </ac:spMkLst>
        </pc:spChg>
        <pc:spChg chg="add del">
          <ac:chgData name="Chittaranjan Hens" userId="6fc03958433e8a43" providerId="LiveId" clId="{309794F8-99CF-4983-9CCF-D5B7BCCE1DF4}" dt="2023-01-24T20:15:46.238" v="2426" actId="22"/>
          <ac:spMkLst>
            <pc:docMk/>
            <pc:sldMk cId="4024557567" sldId="464"/>
            <ac:spMk id="5" creationId="{4332CA83-75DD-FB16-6B71-723FA69941FF}"/>
          </ac:spMkLst>
        </pc:spChg>
        <pc:spChg chg="del">
          <ac:chgData name="Chittaranjan Hens" userId="6fc03958433e8a43" providerId="LiveId" clId="{309794F8-99CF-4983-9CCF-D5B7BCCE1DF4}" dt="2023-01-24T20:15:20.918" v="2421" actId="478"/>
          <ac:spMkLst>
            <pc:docMk/>
            <pc:sldMk cId="4024557567" sldId="464"/>
            <ac:spMk id="7" creationId="{C388C20A-08FE-A6A7-9C25-A12FC4EAB3BF}"/>
          </ac:spMkLst>
        </pc:spChg>
        <pc:spChg chg="add mod">
          <ac:chgData name="Chittaranjan Hens" userId="6fc03958433e8a43" providerId="LiveId" clId="{309794F8-99CF-4983-9CCF-D5B7BCCE1DF4}" dt="2023-01-24T20:25:10.873" v="2621" actId="20577"/>
          <ac:spMkLst>
            <pc:docMk/>
            <pc:sldMk cId="4024557567" sldId="464"/>
            <ac:spMk id="8" creationId="{4AD801FA-1237-1486-4D38-6F3EAE5EE2D5}"/>
          </ac:spMkLst>
        </pc:spChg>
        <pc:spChg chg="add del mod">
          <ac:chgData name="Chittaranjan Hens" userId="6fc03958433e8a43" providerId="LiveId" clId="{309794F8-99CF-4983-9CCF-D5B7BCCE1DF4}" dt="2023-01-24T20:23:37.306" v="2575" actId="478"/>
          <ac:spMkLst>
            <pc:docMk/>
            <pc:sldMk cId="4024557567" sldId="464"/>
            <ac:spMk id="9" creationId="{8CB86C75-C537-5672-90C6-81A8C2069170}"/>
          </ac:spMkLst>
        </pc:spChg>
        <pc:picChg chg="del">
          <ac:chgData name="Chittaranjan Hens" userId="6fc03958433e8a43" providerId="LiveId" clId="{309794F8-99CF-4983-9CCF-D5B7BCCE1DF4}" dt="2023-01-24T20:15:22.600" v="2422" actId="478"/>
          <ac:picMkLst>
            <pc:docMk/>
            <pc:sldMk cId="4024557567" sldId="464"/>
            <ac:picMk id="10" creationId="{076E8FB1-1528-B2DB-2C44-5D019842FF7F}"/>
          </ac:picMkLst>
        </pc:picChg>
      </pc:sldChg>
      <pc:sldChg chg="modSp add mod">
        <pc:chgData name="Chittaranjan Hens" userId="6fc03958433e8a43" providerId="LiveId" clId="{309794F8-99CF-4983-9CCF-D5B7BCCE1DF4}" dt="2023-01-24T20:18:59.144" v="2516" actId="1076"/>
        <pc:sldMkLst>
          <pc:docMk/>
          <pc:sldMk cId="2325569822" sldId="465"/>
        </pc:sldMkLst>
        <pc:picChg chg="mod">
          <ac:chgData name="Chittaranjan Hens" userId="6fc03958433e8a43" providerId="LiveId" clId="{309794F8-99CF-4983-9CCF-D5B7BCCE1DF4}" dt="2023-01-24T20:18:59.144" v="2516" actId="1076"/>
          <ac:picMkLst>
            <pc:docMk/>
            <pc:sldMk cId="2325569822" sldId="465"/>
            <ac:picMk id="10" creationId="{076E8FB1-1528-B2DB-2C44-5D019842FF7F}"/>
          </ac:picMkLst>
        </pc:picChg>
      </pc:sldChg>
      <pc:sldChg chg="addSp delSp modSp add mod delAnim">
        <pc:chgData name="Chittaranjan Hens" userId="6fc03958433e8a43" providerId="LiveId" clId="{309794F8-99CF-4983-9CCF-D5B7BCCE1DF4}" dt="2023-01-24T20:27:26.916" v="2628" actId="313"/>
        <pc:sldMkLst>
          <pc:docMk/>
          <pc:sldMk cId="452374109" sldId="466"/>
        </pc:sldMkLst>
        <pc:spChg chg="add mod">
          <ac:chgData name="Chittaranjan Hens" userId="6fc03958433e8a43" providerId="LiveId" clId="{309794F8-99CF-4983-9CCF-D5B7BCCE1DF4}" dt="2023-01-24T20:27:26.916" v="2628" actId="313"/>
          <ac:spMkLst>
            <pc:docMk/>
            <pc:sldMk cId="452374109" sldId="466"/>
            <ac:spMk id="2" creationId="{8EFBF971-A446-CBB4-16FA-5E2E2C5903F0}"/>
          </ac:spMkLst>
        </pc:spChg>
        <pc:spChg chg="del">
          <ac:chgData name="Chittaranjan Hens" userId="6fc03958433e8a43" providerId="LiveId" clId="{309794F8-99CF-4983-9CCF-D5B7BCCE1DF4}" dt="2023-01-24T20:23:56.947" v="2578" actId="478"/>
          <ac:spMkLst>
            <pc:docMk/>
            <pc:sldMk cId="452374109" sldId="466"/>
            <ac:spMk id="3" creationId="{B1B63EEA-3814-D2E4-8D74-017D82834591}"/>
          </ac:spMkLst>
        </pc:spChg>
        <pc:spChg chg="del mod">
          <ac:chgData name="Chittaranjan Hens" userId="6fc03958433e8a43" providerId="LiveId" clId="{309794F8-99CF-4983-9CCF-D5B7BCCE1DF4}" dt="2023-01-24T20:26:07.721" v="2622" actId="478"/>
          <ac:spMkLst>
            <pc:docMk/>
            <pc:sldMk cId="452374109" sldId="466"/>
            <ac:spMk id="8" creationId="{4AD801FA-1237-1486-4D38-6F3EAE5EE2D5}"/>
          </ac:spMkLst>
        </pc:spChg>
        <pc:picChg chg="mod">
          <ac:chgData name="Chittaranjan Hens" userId="6fc03958433e8a43" providerId="LiveId" clId="{309794F8-99CF-4983-9CCF-D5B7BCCE1DF4}" dt="2023-01-24T20:24:01.434" v="2580" actId="1076"/>
          <ac:picMkLst>
            <pc:docMk/>
            <pc:sldMk cId="452374109" sldId="466"/>
            <ac:picMk id="4" creationId="{BAC19C6E-1362-8D93-CD6A-1AD50E72579F}"/>
          </ac:picMkLst>
        </pc:picChg>
        <pc:picChg chg="add mod">
          <ac:chgData name="Chittaranjan Hens" userId="6fc03958433e8a43" providerId="LiveId" clId="{309794F8-99CF-4983-9CCF-D5B7BCCE1DF4}" dt="2023-01-24T20:26:11.141" v="2624" actId="1076"/>
          <ac:picMkLst>
            <pc:docMk/>
            <pc:sldMk cId="452374109" sldId="466"/>
            <ac:picMk id="6" creationId="{A6F95F7C-59CF-6E25-83CE-D6AA0DC5829B}"/>
          </ac:picMkLst>
        </pc:picChg>
        <pc:picChg chg="add mod">
          <ac:chgData name="Chittaranjan Hens" userId="6fc03958433e8a43" providerId="LiveId" clId="{309794F8-99CF-4983-9CCF-D5B7BCCE1DF4}" dt="2023-01-24T20:26:48.945" v="2626" actId="1076"/>
          <ac:picMkLst>
            <pc:docMk/>
            <pc:sldMk cId="452374109" sldId="466"/>
            <ac:picMk id="9" creationId="{EE5F6FE1-0549-EBF2-2413-DB26F61B8D29}"/>
          </ac:picMkLst>
        </pc:picChg>
      </pc:sldChg>
      <pc:sldChg chg="addSp modSp add mod">
        <pc:chgData name="Chittaranjan Hens" userId="6fc03958433e8a43" providerId="LiveId" clId="{309794F8-99CF-4983-9CCF-D5B7BCCE1DF4}" dt="2023-01-24T20:28:01.393" v="2636" actId="14100"/>
        <pc:sldMkLst>
          <pc:docMk/>
          <pc:sldMk cId="1160093022" sldId="467"/>
        </pc:sldMkLst>
        <pc:spChg chg="mod">
          <ac:chgData name="Chittaranjan Hens" userId="6fc03958433e8a43" providerId="LiveId" clId="{309794F8-99CF-4983-9CCF-D5B7BCCE1DF4}" dt="2023-01-24T20:27:36.418" v="2629" actId="313"/>
          <ac:spMkLst>
            <pc:docMk/>
            <pc:sldMk cId="1160093022" sldId="467"/>
            <ac:spMk id="2" creationId="{8EFBF971-A446-CBB4-16FA-5E2E2C5903F0}"/>
          </ac:spMkLst>
        </pc:spChg>
        <pc:picChg chg="add mod">
          <ac:chgData name="Chittaranjan Hens" userId="6fc03958433e8a43" providerId="LiveId" clId="{309794F8-99CF-4983-9CCF-D5B7BCCE1DF4}" dt="2023-01-24T20:28:01.393" v="2636" actId="14100"/>
          <ac:picMkLst>
            <pc:docMk/>
            <pc:sldMk cId="1160093022" sldId="467"/>
            <ac:picMk id="5" creationId="{6E0431AD-3FE6-FA3F-23D2-05223327FC74}"/>
          </ac:picMkLst>
        </pc:picChg>
        <pc:picChg chg="mod">
          <ac:chgData name="Chittaranjan Hens" userId="6fc03958433e8a43" providerId="LiveId" clId="{309794F8-99CF-4983-9CCF-D5B7BCCE1DF4}" dt="2023-01-24T20:27:44.806" v="2631" actId="14100"/>
          <ac:picMkLst>
            <pc:docMk/>
            <pc:sldMk cId="1160093022" sldId="467"/>
            <ac:picMk id="9" creationId="{EE5F6FE1-0549-EBF2-2413-DB26F61B8D29}"/>
          </ac:picMkLst>
        </pc:picChg>
      </pc:sldChg>
      <pc:sldChg chg="addSp delSp modSp add mod">
        <pc:chgData name="Chittaranjan Hens" userId="6fc03958433e8a43" providerId="LiveId" clId="{309794F8-99CF-4983-9CCF-D5B7BCCE1DF4}" dt="2023-01-24T20:31:02.667" v="2663" actId="478"/>
        <pc:sldMkLst>
          <pc:docMk/>
          <pc:sldMk cId="1498014708" sldId="468"/>
        </pc:sldMkLst>
        <pc:spChg chg="mod">
          <ac:chgData name="Chittaranjan Hens" userId="6fc03958433e8a43" providerId="LiveId" clId="{309794F8-99CF-4983-9CCF-D5B7BCCE1DF4}" dt="2023-01-24T20:28:30.634" v="2648" actId="20577"/>
          <ac:spMkLst>
            <pc:docMk/>
            <pc:sldMk cId="1498014708" sldId="468"/>
            <ac:spMk id="2" creationId="{8EFBF971-A446-CBB4-16FA-5E2E2C5903F0}"/>
          </ac:spMkLst>
        </pc:spChg>
        <pc:picChg chg="del">
          <ac:chgData name="Chittaranjan Hens" userId="6fc03958433e8a43" providerId="LiveId" clId="{309794F8-99CF-4983-9CCF-D5B7BCCE1DF4}" dt="2023-01-24T20:28:12.707" v="2638" actId="478"/>
          <ac:picMkLst>
            <pc:docMk/>
            <pc:sldMk cId="1498014708" sldId="468"/>
            <ac:picMk id="5" creationId="{6E0431AD-3FE6-FA3F-23D2-05223327FC74}"/>
          </ac:picMkLst>
        </pc:picChg>
        <pc:picChg chg="del">
          <ac:chgData name="Chittaranjan Hens" userId="6fc03958433e8a43" providerId="LiveId" clId="{309794F8-99CF-4983-9CCF-D5B7BCCE1DF4}" dt="2023-01-24T20:28:12.707" v="2638" actId="478"/>
          <ac:picMkLst>
            <pc:docMk/>
            <pc:sldMk cId="1498014708" sldId="468"/>
            <ac:picMk id="6" creationId="{A6F95F7C-59CF-6E25-83CE-D6AA0DC5829B}"/>
          </ac:picMkLst>
        </pc:picChg>
        <pc:picChg chg="add mod">
          <ac:chgData name="Chittaranjan Hens" userId="6fc03958433e8a43" providerId="LiveId" clId="{309794F8-99CF-4983-9CCF-D5B7BCCE1DF4}" dt="2023-01-24T20:28:59.138" v="2652" actId="14100"/>
          <ac:picMkLst>
            <pc:docMk/>
            <pc:sldMk cId="1498014708" sldId="468"/>
            <ac:picMk id="7" creationId="{0BD61938-BC3E-5AFD-C1B0-63E0FE446E5A}"/>
          </ac:picMkLst>
        </pc:picChg>
        <pc:picChg chg="del">
          <ac:chgData name="Chittaranjan Hens" userId="6fc03958433e8a43" providerId="LiveId" clId="{309794F8-99CF-4983-9CCF-D5B7BCCE1DF4}" dt="2023-01-24T20:28:12.707" v="2638" actId="478"/>
          <ac:picMkLst>
            <pc:docMk/>
            <pc:sldMk cId="1498014708" sldId="468"/>
            <ac:picMk id="9" creationId="{EE5F6FE1-0549-EBF2-2413-DB26F61B8D29}"/>
          </ac:picMkLst>
        </pc:picChg>
        <pc:picChg chg="add del mod">
          <ac:chgData name="Chittaranjan Hens" userId="6fc03958433e8a43" providerId="LiveId" clId="{309794F8-99CF-4983-9CCF-D5B7BCCE1DF4}" dt="2023-01-24T20:31:02.667" v="2663" actId="478"/>
          <ac:picMkLst>
            <pc:docMk/>
            <pc:sldMk cId="1498014708" sldId="468"/>
            <ac:picMk id="10" creationId="{C3354012-69D7-CE57-9528-EEEAF5E35D4D}"/>
          </ac:picMkLst>
        </pc:picChg>
        <pc:picChg chg="add del mod">
          <ac:chgData name="Chittaranjan Hens" userId="6fc03958433e8a43" providerId="LiveId" clId="{309794F8-99CF-4983-9CCF-D5B7BCCE1DF4}" dt="2023-01-24T20:31:02.667" v="2663" actId="478"/>
          <ac:picMkLst>
            <pc:docMk/>
            <pc:sldMk cId="1498014708" sldId="468"/>
            <ac:picMk id="12" creationId="{C2C534FE-5A28-B011-E912-C7B20398AD4B}"/>
          </ac:picMkLst>
        </pc:picChg>
      </pc:sldChg>
      <pc:sldChg chg="add del">
        <pc:chgData name="Chittaranjan Hens" userId="6fc03958433e8a43" providerId="LiveId" clId="{309794F8-99CF-4983-9CCF-D5B7BCCE1DF4}" dt="2023-01-24T20:27:48.052" v="2633"/>
        <pc:sldMkLst>
          <pc:docMk/>
          <pc:sldMk cId="4263020196" sldId="468"/>
        </pc:sldMkLst>
      </pc:sldChg>
      <pc:sldChg chg="delSp add mod">
        <pc:chgData name="Chittaranjan Hens" userId="6fc03958433e8a43" providerId="LiveId" clId="{309794F8-99CF-4983-9CCF-D5B7BCCE1DF4}" dt="2023-01-24T20:31:13.855" v="2665" actId="478"/>
        <pc:sldMkLst>
          <pc:docMk/>
          <pc:sldMk cId="2423768226" sldId="469"/>
        </pc:sldMkLst>
        <pc:picChg chg="del">
          <ac:chgData name="Chittaranjan Hens" userId="6fc03958433e8a43" providerId="LiveId" clId="{309794F8-99CF-4983-9CCF-D5B7BCCE1DF4}" dt="2023-01-24T20:31:13.855" v="2665" actId="478"/>
          <ac:picMkLst>
            <pc:docMk/>
            <pc:sldMk cId="2423768226" sldId="469"/>
            <ac:picMk id="12" creationId="{C2C534FE-5A28-B011-E912-C7B20398AD4B}"/>
          </ac:picMkLst>
        </pc:picChg>
      </pc:sldChg>
      <pc:sldChg chg="addSp modSp add mod modAnim">
        <pc:chgData name="Chittaranjan Hens" userId="6fc03958433e8a43" providerId="LiveId" clId="{309794F8-99CF-4983-9CCF-D5B7BCCE1DF4}" dt="2023-01-24T20:32:35.790" v="2677" actId="1076"/>
        <pc:sldMkLst>
          <pc:docMk/>
          <pc:sldMk cId="1626102158" sldId="470"/>
        </pc:sldMkLst>
        <pc:picChg chg="add mod">
          <ac:chgData name="Chittaranjan Hens" userId="6fc03958433e8a43" providerId="LiveId" clId="{309794F8-99CF-4983-9CCF-D5B7BCCE1DF4}" dt="2023-01-24T20:32:35.790" v="2677" actId="1076"/>
          <ac:picMkLst>
            <pc:docMk/>
            <pc:sldMk cId="1626102158" sldId="470"/>
            <ac:picMk id="5" creationId="{63F953E1-C1E0-E71C-D6AC-A83AD09062FF}"/>
          </ac:picMkLst>
        </pc:picChg>
        <pc:picChg chg="mod">
          <ac:chgData name="Chittaranjan Hens" userId="6fc03958433e8a43" providerId="LiveId" clId="{309794F8-99CF-4983-9CCF-D5B7BCCE1DF4}" dt="2023-01-24T20:31:53.440" v="2672" actId="1035"/>
          <ac:picMkLst>
            <pc:docMk/>
            <pc:sldMk cId="1626102158" sldId="470"/>
            <ac:picMk id="10" creationId="{C3354012-69D7-CE57-9528-EEEAF5E35D4D}"/>
          </ac:picMkLst>
        </pc:picChg>
        <pc:picChg chg="mod">
          <ac:chgData name="Chittaranjan Hens" userId="6fc03958433e8a43" providerId="LiveId" clId="{309794F8-99CF-4983-9CCF-D5B7BCCE1DF4}" dt="2023-01-24T20:31:49.760" v="2668" actId="14100"/>
          <ac:picMkLst>
            <pc:docMk/>
            <pc:sldMk cId="1626102158" sldId="470"/>
            <ac:picMk id="12" creationId="{C2C534FE-5A28-B011-E912-C7B20398AD4B}"/>
          </ac:picMkLst>
        </pc:picChg>
      </pc:sldChg>
      <pc:sldChg chg="addSp delSp modSp add mod delAnim">
        <pc:chgData name="Chittaranjan Hens" userId="6fc03958433e8a43" providerId="LiveId" clId="{309794F8-99CF-4983-9CCF-D5B7BCCE1DF4}" dt="2023-01-24T20:34:27.940" v="2687" actId="22"/>
        <pc:sldMkLst>
          <pc:docMk/>
          <pc:sldMk cId="2207851321" sldId="471"/>
        </pc:sldMkLst>
        <pc:spChg chg="mod">
          <ac:chgData name="Chittaranjan Hens" userId="6fc03958433e8a43" providerId="LiveId" clId="{309794F8-99CF-4983-9CCF-D5B7BCCE1DF4}" dt="2023-01-24T20:34:16.742" v="2684" actId="1076"/>
          <ac:spMkLst>
            <pc:docMk/>
            <pc:sldMk cId="2207851321" sldId="471"/>
            <ac:spMk id="2" creationId="{8EFBF971-A446-CBB4-16FA-5E2E2C5903F0}"/>
          </ac:spMkLst>
        </pc:spChg>
        <pc:picChg chg="del">
          <ac:chgData name="Chittaranjan Hens" userId="6fc03958433e8a43" providerId="LiveId" clId="{309794F8-99CF-4983-9CCF-D5B7BCCE1DF4}" dt="2023-01-24T20:34:01.705" v="2679" actId="478"/>
          <ac:picMkLst>
            <pc:docMk/>
            <pc:sldMk cId="2207851321" sldId="471"/>
            <ac:picMk id="5" creationId="{63F953E1-C1E0-E71C-D6AC-A83AD09062FF}"/>
          </ac:picMkLst>
        </pc:picChg>
        <pc:picChg chg="add">
          <ac:chgData name="Chittaranjan Hens" userId="6fc03958433e8a43" providerId="LiveId" clId="{309794F8-99CF-4983-9CCF-D5B7BCCE1DF4}" dt="2023-01-24T20:34:27.940" v="2687" actId="22"/>
          <ac:picMkLst>
            <pc:docMk/>
            <pc:sldMk cId="2207851321" sldId="471"/>
            <ac:picMk id="6" creationId="{79F2D4A3-3352-716C-85E0-09B2FDEC28AB}"/>
          </ac:picMkLst>
        </pc:picChg>
        <pc:picChg chg="del">
          <ac:chgData name="Chittaranjan Hens" userId="6fc03958433e8a43" providerId="LiveId" clId="{309794F8-99CF-4983-9CCF-D5B7BCCE1DF4}" dt="2023-01-24T20:34:01.705" v="2679" actId="478"/>
          <ac:picMkLst>
            <pc:docMk/>
            <pc:sldMk cId="2207851321" sldId="471"/>
            <ac:picMk id="7" creationId="{0BD61938-BC3E-5AFD-C1B0-63E0FE446E5A}"/>
          </ac:picMkLst>
        </pc:picChg>
        <pc:picChg chg="del">
          <ac:chgData name="Chittaranjan Hens" userId="6fc03958433e8a43" providerId="LiveId" clId="{309794F8-99CF-4983-9CCF-D5B7BCCE1DF4}" dt="2023-01-24T20:34:01.705" v="2679" actId="478"/>
          <ac:picMkLst>
            <pc:docMk/>
            <pc:sldMk cId="2207851321" sldId="471"/>
            <ac:picMk id="10" creationId="{C3354012-69D7-CE57-9528-EEEAF5E35D4D}"/>
          </ac:picMkLst>
        </pc:picChg>
        <pc:picChg chg="del">
          <ac:chgData name="Chittaranjan Hens" userId="6fc03958433e8a43" providerId="LiveId" clId="{309794F8-99CF-4983-9CCF-D5B7BCCE1DF4}" dt="2023-01-24T20:34:01.705" v="2679" actId="478"/>
          <ac:picMkLst>
            <pc:docMk/>
            <pc:sldMk cId="2207851321" sldId="471"/>
            <ac:picMk id="12" creationId="{C2C534FE-5A28-B011-E912-C7B20398AD4B}"/>
          </ac:picMkLst>
        </pc:picChg>
      </pc:sldChg>
      <pc:sldChg chg="addSp delSp modSp add mod">
        <pc:chgData name="Chittaranjan Hens" userId="6fc03958433e8a43" providerId="LiveId" clId="{309794F8-99CF-4983-9CCF-D5B7BCCE1DF4}" dt="2023-01-24T20:36:23" v="2698" actId="14100"/>
        <pc:sldMkLst>
          <pc:docMk/>
          <pc:sldMk cId="111647214" sldId="472"/>
        </pc:sldMkLst>
        <pc:picChg chg="add del mod">
          <ac:chgData name="Chittaranjan Hens" userId="6fc03958433e8a43" providerId="LiveId" clId="{309794F8-99CF-4983-9CCF-D5B7BCCE1DF4}" dt="2023-01-24T20:36:10.031" v="2694" actId="478"/>
          <ac:picMkLst>
            <pc:docMk/>
            <pc:sldMk cId="111647214" sldId="472"/>
            <ac:picMk id="5" creationId="{E0B41970-379F-73B2-29E5-A8136C606894}"/>
          </ac:picMkLst>
        </pc:picChg>
        <pc:picChg chg="del">
          <ac:chgData name="Chittaranjan Hens" userId="6fc03958433e8a43" providerId="LiveId" clId="{309794F8-99CF-4983-9CCF-D5B7BCCE1DF4}" dt="2023-01-24T20:35:33.239" v="2689" actId="478"/>
          <ac:picMkLst>
            <pc:docMk/>
            <pc:sldMk cId="111647214" sldId="472"/>
            <ac:picMk id="6" creationId="{79F2D4A3-3352-716C-85E0-09B2FDEC28AB}"/>
          </ac:picMkLst>
        </pc:picChg>
        <pc:picChg chg="add mod">
          <ac:chgData name="Chittaranjan Hens" userId="6fc03958433e8a43" providerId="LiveId" clId="{309794F8-99CF-4983-9CCF-D5B7BCCE1DF4}" dt="2023-01-24T20:36:23" v="2698" actId="14100"/>
          <ac:picMkLst>
            <pc:docMk/>
            <pc:sldMk cId="111647214" sldId="472"/>
            <ac:picMk id="8" creationId="{A72860A6-FBFC-60A9-3A00-CCE003BED06E}"/>
          </ac:picMkLst>
        </pc:picChg>
      </pc:sldChg>
      <pc:sldChg chg="add del">
        <pc:chgData name="Chittaranjan Hens" userId="6fc03958433e8a43" providerId="LiveId" clId="{309794F8-99CF-4983-9CCF-D5B7BCCE1DF4}" dt="2023-01-24T20:34:20.985" v="2686"/>
        <pc:sldMkLst>
          <pc:docMk/>
          <pc:sldMk cId="1570235764" sldId="472"/>
        </pc:sldMkLst>
      </pc:sldChg>
      <pc:sldChg chg="delSp modSp add mod">
        <pc:chgData name="Chittaranjan Hens" userId="6fc03958433e8a43" providerId="LiveId" clId="{309794F8-99CF-4983-9CCF-D5B7BCCE1DF4}" dt="2023-01-24T20:36:42.565" v="2700" actId="478"/>
        <pc:sldMkLst>
          <pc:docMk/>
          <pc:sldMk cId="828867410" sldId="473"/>
        </pc:sldMkLst>
        <pc:picChg chg="del mod">
          <ac:chgData name="Chittaranjan Hens" userId="6fc03958433e8a43" providerId="LiveId" clId="{309794F8-99CF-4983-9CCF-D5B7BCCE1DF4}" dt="2023-01-24T20:36:42.565" v="2700" actId="478"/>
          <ac:picMkLst>
            <pc:docMk/>
            <pc:sldMk cId="828867410" sldId="473"/>
            <ac:picMk id="8" creationId="{A72860A6-FBFC-60A9-3A00-CCE003BED06E}"/>
          </ac:picMkLst>
        </pc:picChg>
      </pc:sldChg>
      <pc:sldChg chg="addSp delSp modSp add mod">
        <pc:chgData name="Chittaranjan Hens" userId="6fc03958433e8a43" providerId="LiveId" clId="{309794F8-99CF-4983-9CCF-D5B7BCCE1DF4}" dt="2023-01-24T20:38:05.393" v="2705" actId="732"/>
        <pc:sldMkLst>
          <pc:docMk/>
          <pc:sldMk cId="1387844827" sldId="474"/>
        </pc:sldMkLst>
        <pc:picChg chg="del">
          <ac:chgData name="Chittaranjan Hens" userId="6fc03958433e8a43" providerId="LiveId" clId="{309794F8-99CF-4983-9CCF-D5B7BCCE1DF4}" dt="2023-01-24T20:37:54.279" v="2702" actId="478"/>
          <ac:picMkLst>
            <pc:docMk/>
            <pc:sldMk cId="1387844827" sldId="474"/>
            <ac:picMk id="5" creationId="{E0B41970-379F-73B2-29E5-A8136C606894}"/>
          </ac:picMkLst>
        </pc:picChg>
        <pc:picChg chg="add mod modCrop">
          <ac:chgData name="Chittaranjan Hens" userId="6fc03958433e8a43" providerId="LiveId" clId="{309794F8-99CF-4983-9CCF-D5B7BCCE1DF4}" dt="2023-01-24T20:38:05.393" v="2705" actId="732"/>
          <ac:picMkLst>
            <pc:docMk/>
            <pc:sldMk cId="1387844827" sldId="474"/>
            <ac:picMk id="6" creationId="{57942462-6F5C-7B9E-F6D3-59F5F3C7B2E5}"/>
          </ac:picMkLst>
        </pc:picChg>
      </pc:sldChg>
      <pc:sldChg chg="delSp modSp add mod">
        <pc:chgData name="Chittaranjan Hens" userId="6fc03958433e8a43" providerId="LiveId" clId="{309794F8-99CF-4983-9CCF-D5B7BCCE1DF4}" dt="2023-01-24T20:39:00.025" v="2729" actId="20577"/>
        <pc:sldMkLst>
          <pc:docMk/>
          <pc:sldMk cId="3455243882" sldId="475"/>
        </pc:sldMkLst>
        <pc:spChg chg="mod">
          <ac:chgData name="Chittaranjan Hens" userId="6fc03958433e8a43" providerId="LiveId" clId="{309794F8-99CF-4983-9CCF-D5B7BCCE1DF4}" dt="2023-01-24T20:39:00.025" v="2729" actId="20577"/>
          <ac:spMkLst>
            <pc:docMk/>
            <pc:sldMk cId="3455243882" sldId="475"/>
            <ac:spMk id="2" creationId="{8EFBF971-A446-CBB4-16FA-5E2E2C5903F0}"/>
          </ac:spMkLst>
        </pc:spChg>
        <pc:picChg chg="del">
          <ac:chgData name="Chittaranjan Hens" userId="6fc03958433e8a43" providerId="LiveId" clId="{309794F8-99CF-4983-9CCF-D5B7BCCE1DF4}" dt="2023-01-24T20:38:43.107" v="2707" actId="478"/>
          <ac:picMkLst>
            <pc:docMk/>
            <pc:sldMk cId="3455243882" sldId="475"/>
            <ac:picMk id="6" creationId="{57942462-6F5C-7B9E-F6D3-59F5F3C7B2E5}"/>
          </ac:picMkLst>
        </pc:picChg>
      </pc:sldChg>
      <pc:sldChg chg="addSp delSp modSp add mod">
        <pc:chgData name="Chittaranjan Hens" userId="6fc03958433e8a43" providerId="LiveId" clId="{309794F8-99CF-4983-9CCF-D5B7BCCE1DF4}" dt="2023-01-24T20:40:11.202" v="2733" actId="1076"/>
        <pc:sldMkLst>
          <pc:docMk/>
          <pc:sldMk cId="969092816" sldId="476"/>
        </pc:sldMkLst>
        <pc:picChg chg="add mod">
          <ac:chgData name="Chittaranjan Hens" userId="6fc03958433e8a43" providerId="LiveId" clId="{309794F8-99CF-4983-9CCF-D5B7BCCE1DF4}" dt="2023-01-24T20:40:11.202" v="2733" actId="1076"/>
          <ac:picMkLst>
            <pc:docMk/>
            <pc:sldMk cId="969092816" sldId="476"/>
            <ac:picMk id="5" creationId="{CDDB2DBC-A861-F4C1-282C-0D2197A8DEC9}"/>
          </ac:picMkLst>
        </pc:picChg>
        <pc:picChg chg="del">
          <ac:chgData name="Chittaranjan Hens" userId="6fc03958433e8a43" providerId="LiveId" clId="{309794F8-99CF-4983-9CCF-D5B7BCCE1DF4}" dt="2023-01-24T20:39:06.394" v="2731" actId="478"/>
          <ac:picMkLst>
            <pc:docMk/>
            <pc:sldMk cId="969092816" sldId="476"/>
            <ac:picMk id="6" creationId="{57942462-6F5C-7B9E-F6D3-59F5F3C7B2E5}"/>
          </ac:picMkLst>
        </pc:picChg>
      </pc:sldChg>
      <pc:sldChg chg="addSp delSp modSp add mod">
        <pc:chgData name="Chittaranjan Hens" userId="6fc03958433e8a43" providerId="LiveId" clId="{309794F8-99CF-4983-9CCF-D5B7BCCE1DF4}" dt="2023-01-24T20:43:05.661" v="2768" actId="27309"/>
        <pc:sldMkLst>
          <pc:docMk/>
          <pc:sldMk cId="2060000503" sldId="477"/>
        </pc:sldMkLst>
        <pc:spChg chg="mod">
          <ac:chgData name="Chittaranjan Hens" userId="6fc03958433e8a43" providerId="LiveId" clId="{309794F8-99CF-4983-9CCF-D5B7BCCE1DF4}" dt="2023-01-24T20:42:59.695" v="2766" actId="20577"/>
          <ac:spMkLst>
            <pc:docMk/>
            <pc:sldMk cId="2060000503" sldId="477"/>
            <ac:spMk id="2" creationId="{8EFBF971-A446-CBB4-16FA-5E2E2C5903F0}"/>
          </ac:spMkLst>
        </pc:spChg>
        <pc:graphicFrameChg chg="add del modGraphic">
          <ac:chgData name="Chittaranjan Hens" userId="6fc03958433e8a43" providerId="LiveId" clId="{309794F8-99CF-4983-9CCF-D5B7BCCE1DF4}" dt="2023-01-24T20:43:05.661" v="2768" actId="27309"/>
          <ac:graphicFrameMkLst>
            <pc:docMk/>
            <pc:sldMk cId="2060000503" sldId="477"/>
            <ac:graphicFrameMk id="5" creationId="{3061D65C-3DA1-B678-4DC1-AA0008A7DE33}"/>
          </ac:graphicFrameMkLst>
        </pc:graphicFrameChg>
      </pc:sldChg>
      <pc:sldChg chg="add del">
        <pc:chgData name="Chittaranjan Hens" userId="6fc03958433e8a43" providerId="LiveId" clId="{309794F8-99CF-4983-9CCF-D5B7BCCE1DF4}" dt="2023-01-24T20:43:10.805" v="2770"/>
        <pc:sldMkLst>
          <pc:docMk/>
          <pc:sldMk cId="764630082" sldId="478"/>
        </pc:sldMkLst>
      </pc:sldChg>
      <pc:sldChg chg="addSp delSp modSp add mod modAnim">
        <pc:chgData name="Chittaranjan Hens" userId="6fc03958433e8a43" providerId="LiveId" clId="{309794F8-99CF-4983-9CCF-D5B7BCCE1DF4}" dt="2023-01-26T04:06:35.940" v="3628" actId="114"/>
        <pc:sldMkLst>
          <pc:docMk/>
          <pc:sldMk cId="3726892099" sldId="478"/>
        </pc:sldMkLst>
        <pc:spChg chg="add del mod">
          <ac:chgData name="Chittaranjan Hens" userId="6fc03958433e8a43" providerId="LiveId" clId="{309794F8-99CF-4983-9CCF-D5B7BCCE1DF4}" dt="2023-01-25T08:56:38.062" v="3103" actId="478"/>
          <ac:spMkLst>
            <pc:docMk/>
            <pc:sldMk cId="3726892099" sldId="478"/>
            <ac:spMk id="3" creationId="{D1CA89BA-66E4-4912-E17F-3FE581ECCA1A}"/>
          </ac:spMkLst>
        </pc:spChg>
        <pc:spChg chg="add mod topLvl">
          <ac:chgData name="Chittaranjan Hens" userId="6fc03958433e8a43" providerId="LiveId" clId="{309794F8-99CF-4983-9CCF-D5B7BCCE1DF4}" dt="2023-01-25T09:42:17.865" v="3418" actId="164"/>
          <ac:spMkLst>
            <pc:docMk/>
            <pc:sldMk cId="3726892099" sldId="478"/>
            <ac:spMk id="4" creationId="{27D9B91E-3238-1D64-FAF9-9285DBE31D3D}"/>
          </ac:spMkLst>
        </pc:spChg>
        <pc:spChg chg="add mod">
          <ac:chgData name="Chittaranjan Hens" userId="6fc03958433e8a43" providerId="LiveId" clId="{309794F8-99CF-4983-9CCF-D5B7BCCE1DF4}" dt="2023-01-26T04:06:35.940" v="3628" actId="114"/>
          <ac:spMkLst>
            <pc:docMk/>
            <pc:sldMk cId="3726892099" sldId="478"/>
            <ac:spMk id="5" creationId="{8F3F52BC-B8A0-6C01-7DE5-B23DD05D80AF}"/>
          </ac:spMkLst>
        </pc:spChg>
        <pc:spChg chg="add mod">
          <ac:chgData name="Chittaranjan Hens" userId="6fc03958433e8a43" providerId="LiveId" clId="{309794F8-99CF-4983-9CCF-D5B7BCCE1DF4}" dt="2023-01-26T04:06:28.839" v="3626" actId="1076"/>
          <ac:spMkLst>
            <pc:docMk/>
            <pc:sldMk cId="3726892099" sldId="478"/>
            <ac:spMk id="6" creationId="{B4E7B471-60ED-5B6A-A18D-43A580C1F8C4}"/>
          </ac:spMkLst>
        </pc:spChg>
        <pc:spChg chg="mod">
          <ac:chgData name="Chittaranjan Hens" userId="6fc03958433e8a43" providerId="LiveId" clId="{309794F8-99CF-4983-9CCF-D5B7BCCE1DF4}" dt="2023-01-25T09:45:00.481" v="3586" actId="20577"/>
          <ac:spMkLst>
            <pc:docMk/>
            <pc:sldMk cId="3726892099" sldId="478"/>
            <ac:spMk id="7" creationId="{00000000-0000-0000-0000-000000000000}"/>
          </ac:spMkLst>
        </pc:spChg>
        <pc:spChg chg="add mod topLvl">
          <ac:chgData name="Chittaranjan Hens" userId="6fc03958433e8a43" providerId="LiveId" clId="{309794F8-99CF-4983-9CCF-D5B7BCCE1DF4}" dt="2023-01-25T09:42:17.865" v="3418" actId="164"/>
          <ac:spMkLst>
            <pc:docMk/>
            <pc:sldMk cId="3726892099" sldId="478"/>
            <ac:spMk id="15" creationId="{8FC64A96-9A36-8A77-F22B-BECB5FE9AB5D}"/>
          </ac:spMkLst>
        </pc:spChg>
        <pc:spChg chg="add mod topLvl">
          <ac:chgData name="Chittaranjan Hens" userId="6fc03958433e8a43" providerId="LiveId" clId="{309794F8-99CF-4983-9CCF-D5B7BCCE1DF4}" dt="2023-01-25T09:42:17.865" v="3418" actId="164"/>
          <ac:spMkLst>
            <pc:docMk/>
            <pc:sldMk cId="3726892099" sldId="478"/>
            <ac:spMk id="16" creationId="{36E890BC-16B5-0E90-C3AF-738DF7F52F93}"/>
          </ac:spMkLst>
        </pc:spChg>
        <pc:spChg chg="add mod topLvl">
          <ac:chgData name="Chittaranjan Hens" userId="6fc03958433e8a43" providerId="LiveId" clId="{309794F8-99CF-4983-9CCF-D5B7BCCE1DF4}" dt="2023-01-25T09:42:17.865" v="3418" actId="164"/>
          <ac:spMkLst>
            <pc:docMk/>
            <pc:sldMk cId="3726892099" sldId="478"/>
            <ac:spMk id="17" creationId="{CE0AE110-DFF9-61DB-4A91-B3E6B8A2AF4A}"/>
          </ac:spMkLst>
        </pc:spChg>
        <pc:spChg chg="add mod topLvl">
          <ac:chgData name="Chittaranjan Hens" userId="6fc03958433e8a43" providerId="LiveId" clId="{309794F8-99CF-4983-9CCF-D5B7BCCE1DF4}" dt="2023-01-25T09:42:17.865" v="3418" actId="164"/>
          <ac:spMkLst>
            <pc:docMk/>
            <pc:sldMk cId="3726892099" sldId="478"/>
            <ac:spMk id="18" creationId="{EE727EC8-4E68-7A27-9A7E-A3CA908DC144}"/>
          </ac:spMkLst>
        </pc:spChg>
        <pc:spChg chg="mod">
          <ac:chgData name="Chittaranjan Hens" userId="6fc03958433e8a43" providerId="LiveId" clId="{309794F8-99CF-4983-9CCF-D5B7BCCE1DF4}" dt="2023-01-25T04:56:50.063" v="2794" actId="403"/>
          <ac:spMkLst>
            <pc:docMk/>
            <pc:sldMk cId="3726892099" sldId="478"/>
            <ac:spMk id="20" creationId="{00000000-0000-0000-0000-000000000000}"/>
          </ac:spMkLst>
        </pc:spChg>
        <pc:spChg chg="add mod topLvl">
          <ac:chgData name="Chittaranjan Hens" userId="6fc03958433e8a43" providerId="LiveId" clId="{309794F8-99CF-4983-9CCF-D5B7BCCE1DF4}" dt="2023-01-25T09:42:17.865" v="3418" actId="164"/>
          <ac:spMkLst>
            <pc:docMk/>
            <pc:sldMk cId="3726892099" sldId="478"/>
            <ac:spMk id="26" creationId="{88416811-7E2F-7B6B-46A7-9B42B149B2BB}"/>
          </ac:spMkLst>
        </pc:spChg>
        <pc:grpChg chg="add mod">
          <ac:chgData name="Chittaranjan Hens" userId="6fc03958433e8a43" providerId="LiveId" clId="{309794F8-99CF-4983-9CCF-D5B7BCCE1DF4}" dt="2023-01-25T09:41:07.261" v="3406" actId="164"/>
          <ac:grpSpMkLst>
            <pc:docMk/>
            <pc:sldMk cId="3726892099" sldId="478"/>
            <ac:grpSpMk id="27" creationId="{5E1B388E-56BC-4A8C-B87D-4D05E5E26B44}"/>
          </ac:grpSpMkLst>
        </pc:grpChg>
        <pc:grpChg chg="add mod">
          <ac:chgData name="Chittaranjan Hens" userId="6fc03958433e8a43" providerId="LiveId" clId="{309794F8-99CF-4983-9CCF-D5B7BCCE1DF4}" dt="2023-01-25T09:41:12.628" v="3408" actId="164"/>
          <ac:grpSpMkLst>
            <pc:docMk/>
            <pc:sldMk cId="3726892099" sldId="478"/>
            <ac:grpSpMk id="28" creationId="{AB94963C-6464-4A82-7216-80A3EF5C61C6}"/>
          </ac:grpSpMkLst>
        </pc:grpChg>
        <pc:grpChg chg="add del mod">
          <ac:chgData name="Chittaranjan Hens" userId="6fc03958433e8a43" providerId="LiveId" clId="{309794F8-99CF-4983-9CCF-D5B7BCCE1DF4}" dt="2023-01-25T09:41:37.288" v="3411" actId="165"/>
          <ac:grpSpMkLst>
            <pc:docMk/>
            <pc:sldMk cId="3726892099" sldId="478"/>
            <ac:grpSpMk id="29" creationId="{8A50F7A4-725B-3BE1-01B2-5E938DD5EAAA}"/>
          </ac:grpSpMkLst>
        </pc:grpChg>
        <pc:grpChg chg="add mod">
          <ac:chgData name="Chittaranjan Hens" userId="6fc03958433e8a43" providerId="LiveId" clId="{309794F8-99CF-4983-9CCF-D5B7BCCE1DF4}" dt="2023-01-25T09:41:55.873" v="3415" actId="1076"/>
          <ac:grpSpMkLst>
            <pc:docMk/>
            <pc:sldMk cId="3726892099" sldId="478"/>
            <ac:grpSpMk id="30" creationId="{F7FA09E4-035B-538C-9E3A-6E04CF9F7A5B}"/>
          </ac:grpSpMkLst>
        </pc:grpChg>
        <pc:grpChg chg="add mod">
          <ac:chgData name="Chittaranjan Hens" userId="6fc03958433e8a43" providerId="LiveId" clId="{309794F8-99CF-4983-9CCF-D5B7BCCE1DF4}" dt="2023-01-25T09:42:17.865" v="3418" actId="164"/>
          <ac:grpSpMkLst>
            <pc:docMk/>
            <pc:sldMk cId="3726892099" sldId="478"/>
            <ac:grpSpMk id="31" creationId="{84AA065C-4647-508C-EB41-9EC8945D71C2}"/>
          </ac:grpSpMkLst>
        </pc:grpChg>
        <pc:picChg chg="add mod ord">
          <ac:chgData name="Chittaranjan Hens" userId="6fc03958433e8a43" providerId="LiveId" clId="{309794F8-99CF-4983-9CCF-D5B7BCCE1DF4}" dt="2023-01-25T09:41:12.628" v="3408" actId="164"/>
          <ac:picMkLst>
            <pc:docMk/>
            <pc:sldMk cId="3726892099" sldId="478"/>
            <ac:picMk id="2" creationId="{D46632B5-BEDB-5424-58D9-B31AA1BB1767}"/>
          </ac:picMkLst>
        </pc:picChg>
        <pc:picChg chg="add mod">
          <ac:chgData name="Chittaranjan Hens" userId="6fc03958433e8a43" providerId="LiveId" clId="{309794F8-99CF-4983-9CCF-D5B7BCCE1DF4}" dt="2023-01-25T09:41:48.202" v="3413" actId="164"/>
          <ac:picMkLst>
            <pc:docMk/>
            <pc:sldMk cId="3726892099" sldId="478"/>
            <ac:picMk id="8" creationId="{407B18B2-A242-6D79-65B6-4E379FDFB831}"/>
          </ac:picMkLst>
        </pc:picChg>
        <pc:picChg chg="add mod ord topLvl">
          <ac:chgData name="Chittaranjan Hens" userId="6fc03958433e8a43" providerId="LiveId" clId="{309794F8-99CF-4983-9CCF-D5B7BCCE1DF4}" dt="2023-01-25T09:42:17.865" v="3418" actId="164"/>
          <ac:picMkLst>
            <pc:docMk/>
            <pc:sldMk cId="3726892099" sldId="478"/>
            <ac:picMk id="14" creationId="{8C010BA9-A519-3AC3-E53D-C52723A3A17A}"/>
          </ac:picMkLst>
        </pc:picChg>
        <pc:picChg chg="del mod">
          <ac:chgData name="Chittaranjan Hens" userId="6fc03958433e8a43" providerId="LiveId" clId="{309794F8-99CF-4983-9CCF-D5B7BCCE1DF4}" dt="2023-01-25T08:55:15.482" v="3100" actId="478"/>
          <ac:picMkLst>
            <pc:docMk/>
            <pc:sldMk cId="3726892099" sldId="478"/>
            <ac:picMk id="6146" creationId="{00000000-0000-0000-0000-000000000000}"/>
          </ac:picMkLst>
        </pc:picChg>
        <pc:picChg chg="del">
          <ac:chgData name="Chittaranjan Hens" userId="6fc03958433e8a43" providerId="LiveId" clId="{309794F8-99CF-4983-9CCF-D5B7BCCE1DF4}" dt="2023-01-25T08:57:49.176" v="3140" actId="478"/>
          <ac:picMkLst>
            <pc:docMk/>
            <pc:sldMk cId="3726892099" sldId="478"/>
            <ac:picMk id="6147" creationId="{00000000-0000-0000-0000-000000000000}"/>
          </ac:picMkLst>
        </pc:picChg>
        <pc:picChg chg="del mod">
          <ac:chgData name="Chittaranjan Hens" userId="6fc03958433e8a43" providerId="LiveId" clId="{309794F8-99CF-4983-9CCF-D5B7BCCE1DF4}" dt="2023-01-25T09:40:45.488" v="3401" actId="478"/>
          <ac:picMkLst>
            <pc:docMk/>
            <pc:sldMk cId="3726892099" sldId="478"/>
            <ac:picMk id="6148" creationId="{00000000-0000-0000-0000-000000000000}"/>
          </ac:picMkLst>
        </pc:picChg>
        <pc:picChg chg="del mod">
          <ac:chgData name="Chittaranjan Hens" userId="6fc03958433e8a43" providerId="LiveId" clId="{309794F8-99CF-4983-9CCF-D5B7BCCE1DF4}" dt="2023-01-25T09:40:47.168" v="3403" actId="478"/>
          <ac:picMkLst>
            <pc:docMk/>
            <pc:sldMk cId="3726892099" sldId="478"/>
            <ac:picMk id="6149" creationId="{00000000-0000-0000-0000-000000000000}"/>
          </ac:picMkLst>
        </pc:picChg>
        <pc:picChg chg="del mod">
          <ac:chgData name="Chittaranjan Hens" userId="6fc03958433e8a43" providerId="LiveId" clId="{309794F8-99CF-4983-9CCF-D5B7BCCE1DF4}" dt="2023-01-25T09:40:46.563" v="3402" actId="478"/>
          <ac:picMkLst>
            <pc:docMk/>
            <pc:sldMk cId="3726892099" sldId="478"/>
            <ac:picMk id="6150" creationId="{00000000-0000-0000-0000-000000000000}"/>
          </ac:picMkLst>
        </pc:picChg>
        <pc:picChg chg="del mod">
          <ac:chgData name="Chittaranjan Hens" userId="6fc03958433e8a43" providerId="LiveId" clId="{309794F8-99CF-4983-9CCF-D5B7BCCE1DF4}" dt="2023-01-25T09:27:43.587" v="3324" actId="478"/>
          <ac:picMkLst>
            <pc:docMk/>
            <pc:sldMk cId="3726892099" sldId="478"/>
            <ac:picMk id="6151" creationId="{00000000-0000-0000-0000-000000000000}"/>
          </ac:picMkLst>
        </pc:picChg>
        <pc:cxnChg chg="mod ord topLvl">
          <ac:chgData name="Chittaranjan Hens" userId="6fc03958433e8a43" providerId="LiveId" clId="{309794F8-99CF-4983-9CCF-D5B7BCCE1DF4}" dt="2023-01-25T09:42:17.865" v="3418" actId="164"/>
          <ac:cxnSpMkLst>
            <pc:docMk/>
            <pc:sldMk cId="3726892099" sldId="478"/>
            <ac:cxnSpMk id="10" creationId="{00000000-0000-0000-0000-000000000000}"/>
          </ac:cxnSpMkLst>
        </pc:cxnChg>
        <pc:cxnChg chg="add mod topLvl">
          <ac:chgData name="Chittaranjan Hens" userId="6fc03958433e8a43" providerId="LiveId" clId="{309794F8-99CF-4983-9CCF-D5B7BCCE1DF4}" dt="2023-01-25T09:42:03.838" v="3417" actId="1076"/>
          <ac:cxnSpMkLst>
            <pc:docMk/>
            <pc:sldMk cId="3726892099" sldId="478"/>
            <ac:cxnSpMk id="11" creationId="{77D058D1-F5E3-51B5-84A4-5380F56C8C3B}"/>
          </ac:cxnSpMkLst>
        </pc:cxnChg>
        <pc:cxnChg chg="add mod topLvl">
          <ac:chgData name="Chittaranjan Hens" userId="6fc03958433e8a43" providerId="LiveId" clId="{309794F8-99CF-4983-9CCF-D5B7BCCE1DF4}" dt="2023-01-25T09:42:17.865" v="3418" actId="164"/>
          <ac:cxnSpMkLst>
            <pc:docMk/>
            <pc:sldMk cId="3726892099" sldId="478"/>
            <ac:cxnSpMk id="19" creationId="{6043BF0B-02B5-853D-BAED-1B895BF30E23}"/>
          </ac:cxnSpMkLst>
        </pc:cxnChg>
        <pc:cxnChg chg="add mod topLvl">
          <ac:chgData name="Chittaranjan Hens" userId="6fc03958433e8a43" providerId="LiveId" clId="{309794F8-99CF-4983-9CCF-D5B7BCCE1DF4}" dt="2023-01-25T09:42:17.865" v="3418" actId="164"/>
          <ac:cxnSpMkLst>
            <pc:docMk/>
            <pc:sldMk cId="3726892099" sldId="478"/>
            <ac:cxnSpMk id="24" creationId="{FA2EEA0A-290E-A34C-A5C1-7DF690BAB3D1}"/>
          </ac:cxnSpMkLst>
        </pc:cxnChg>
      </pc:sldChg>
      <pc:sldChg chg="addSp delSp modSp add mod">
        <pc:chgData name="Chittaranjan Hens" userId="6fc03958433e8a43" providerId="LiveId" clId="{309794F8-99CF-4983-9CCF-D5B7BCCE1DF4}" dt="2023-01-25T08:37:52.868" v="2834" actId="27636"/>
        <pc:sldMkLst>
          <pc:docMk/>
          <pc:sldMk cId="1252726851" sldId="479"/>
        </pc:sldMkLst>
        <pc:spChg chg="add del mod">
          <ac:chgData name="Chittaranjan Hens" userId="6fc03958433e8a43" providerId="LiveId" clId="{309794F8-99CF-4983-9CCF-D5B7BCCE1DF4}" dt="2023-01-25T08:37:22.876" v="2800" actId="478"/>
          <ac:spMkLst>
            <pc:docMk/>
            <pc:sldMk cId="1252726851" sldId="479"/>
            <ac:spMk id="4" creationId="{570B7BAA-DA37-FA77-AA2B-D215A040C9E6}"/>
          </ac:spMkLst>
        </pc:spChg>
        <pc:spChg chg="add mod">
          <ac:chgData name="Chittaranjan Hens" userId="6fc03958433e8a43" providerId="LiveId" clId="{309794F8-99CF-4983-9CCF-D5B7BCCE1DF4}" dt="2023-01-25T08:37:31.487" v="2807" actId="478"/>
          <ac:spMkLst>
            <pc:docMk/>
            <pc:sldMk cId="1252726851" sldId="479"/>
            <ac:spMk id="6" creationId="{AB164218-6490-A10E-C6F6-99D3329D871D}"/>
          </ac:spMkLst>
        </pc:spChg>
        <pc:spChg chg="add mod">
          <ac:chgData name="Chittaranjan Hens" userId="6fc03958433e8a43" providerId="LiveId" clId="{309794F8-99CF-4983-9CCF-D5B7BCCE1DF4}" dt="2023-01-25T08:37:52.868" v="2834" actId="27636"/>
          <ac:spMkLst>
            <pc:docMk/>
            <pc:sldMk cId="1252726851" sldId="479"/>
            <ac:spMk id="7" creationId="{D418901D-8DB0-8BF0-E834-38C4F9EF0087}"/>
          </ac:spMkLst>
        </pc:spChg>
        <pc:spChg chg="del">
          <ac:chgData name="Chittaranjan Hens" userId="6fc03958433e8a43" providerId="LiveId" clId="{309794F8-99CF-4983-9CCF-D5B7BCCE1DF4}" dt="2023-01-25T08:37:31.487" v="2807" actId="478"/>
          <ac:spMkLst>
            <pc:docMk/>
            <pc:sldMk cId="1252726851" sldId="479"/>
            <ac:spMk id="7173" creationId="{55BE0E55-05D9-10B3-54A1-27B0B2AC6CE8}"/>
          </ac:spMkLst>
        </pc:spChg>
        <pc:spChg chg="del">
          <ac:chgData name="Chittaranjan Hens" userId="6fc03958433e8a43" providerId="LiveId" clId="{309794F8-99CF-4983-9CCF-D5B7BCCE1DF4}" dt="2023-01-25T08:37:12.376" v="2798" actId="478"/>
          <ac:spMkLst>
            <pc:docMk/>
            <pc:sldMk cId="1252726851" sldId="479"/>
            <ac:spMk id="7174" creationId="{59DF6C80-8439-BAB9-2BE8-D3F89DFDBF86}"/>
          </ac:spMkLst>
        </pc:spChg>
        <pc:spChg chg="del mod">
          <ac:chgData name="Chittaranjan Hens" userId="6fc03958433e8a43" providerId="LiveId" clId="{309794F8-99CF-4983-9CCF-D5B7BCCE1DF4}" dt="2023-01-25T08:37:29.190" v="2806" actId="478"/>
          <ac:spMkLst>
            <pc:docMk/>
            <pc:sldMk cId="1252726851" sldId="479"/>
            <ac:spMk id="7176" creationId="{F9B30A02-0A90-C477-63B3-E86AA5D198A8}"/>
          </ac:spMkLst>
        </pc:spChg>
        <pc:spChg chg="del">
          <ac:chgData name="Chittaranjan Hens" userId="6fc03958433e8a43" providerId="LiveId" clId="{309794F8-99CF-4983-9CCF-D5B7BCCE1DF4}" dt="2023-01-25T08:37:27.363" v="2805" actId="478"/>
          <ac:spMkLst>
            <pc:docMk/>
            <pc:sldMk cId="1252726851" sldId="479"/>
            <ac:spMk id="7177" creationId="{AF7709C0-768A-BAD2-B4BB-AE4535B6B56F}"/>
          </ac:spMkLst>
        </pc:spChg>
        <pc:graphicFrameChg chg="del">
          <ac:chgData name="Chittaranjan Hens" userId="6fc03958433e8a43" providerId="LiveId" clId="{309794F8-99CF-4983-9CCF-D5B7BCCE1DF4}" dt="2023-01-25T08:37:23.875" v="2801" actId="478"/>
          <ac:graphicFrameMkLst>
            <pc:docMk/>
            <pc:sldMk cId="1252726851" sldId="479"/>
            <ac:graphicFrameMk id="7170" creationId="{49BB6D19-C2B4-E573-97DB-2847AF60103B}"/>
          </ac:graphicFrameMkLst>
        </pc:graphicFrameChg>
        <pc:graphicFrameChg chg="del">
          <ac:chgData name="Chittaranjan Hens" userId="6fc03958433e8a43" providerId="LiveId" clId="{309794F8-99CF-4983-9CCF-D5B7BCCE1DF4}" dt="2023-01-25T08:37:24.824" v="2802" actId="478"/>
          <ac:graphicFrameMkLst>
            <pc:docMk/>
            <pc:sldMk cId="1252726851" sldId="479"/>
            <ac:graphicFrameMk id="7171" creationId="{B3C0C4C9-C99C-D3BC-4D50-BEA80BF6AD93}"/>
          </ac:graphicFrameMkLst>
        </pc:graphicFrameChg>
        <pc:picChg chg="del">
          <ac:chgData name="Chittaranjan Hens" userId="6fc03958433e8a43" providerId="LiveId" clId="{309794F8-99CF-4983-9CCF-D5B7BCCE1DF4}" dt="2023-01-25T08:37:21.451" v="2799" actId="478"/>
          <ac:picMkLst>
            <pc:docMk/>
            <pc:sldMk cId="1252726851" sldId="479"/>
            <ac:picMk id="2" creationId="{35BDBCD2-432B-1444-3675-C8C7B0FD529E}"/>
          </ac:picMkLst>
        </pc:picChg>
        <pc:picChg chg="del">
          <ac:chgData name="Chittaranjan Hens" userId="6fc03958433e8a43" providerId="LiveId" clId="{309794F8-99CF-4983-9CCF-D5B7BCCE1DF4}" dt="2023-01-25T08:37:25.462" v="2803" actId="478"/>
          <ac:picMkLst>
            <pc:docMk/>
            <pc:sldMk cId="1252726851" sldId="479"/>
            <ac:picMk id="7175" creationId="{7E543329-4252-9001-E550-CF1D7A556424}"/>
          </ac:picMkLst>
        </pc:picChg>
      </pc:sldChg>
      <pc:sldChg chg="addSp delSp modSp add mod ord addAnim delAnim modAnim">
        <pc:chgData name="Chittaranjan Hens" userId="6fc03958433e8a43" providerId="LiveId" clId="{309794F8-99CF-4983-9CCF-D5B7BCCE1DF4}" dt="2023-01-26T03:58:28.201" v="3611"/>
        <pc:sldMkLst>
          <pc:docMk/>
          <pc:sldMk cId="903028763" sldId="480"/>
        </pc:sldMkLst>
        <pc:spChg chg="add del mod">
          <ac:chgData name="Chittaranjan Hens" userId="6fc03958433e8a43" providerId="LiveId" clId="{309794F8-99CF-4983-9CCF-D5B7BCCE1DF4}" dt="2023-01-25T08:48:11.397" v="2845" actId="478"/>
          <ac:spMkLst>
            <pc:docMk/>
            <pc:sldMk cId="903028763" sldId="480"/>
            <ac:spMk id="3" creationId="{28E69658-A672-1AC6-A3B3-62AD936487E2}"/>
          </ac:spMkLst>
        </pc:spChg>
        <pc:spChg chg="add mod">
          <ac:chgData name="Chittaranjan Hens" userId="6fc03958433e8a43" providerId="LiveId" clId="{309794F8-99CF-4983-9CCF-D5B7BCCE1DF4}" dt="2023-01-25T08:51:34.271" v="3041" actId="1076"/>
          <ac:spMkLst>
            <pc:docMk/>
            <pc:sldMk cId="903028763" sldId="480"/>
            <ac:spMk id="4" creationId="{BF0A5A60-2D94-0F8B-3F19-C1E7531D5474}"/>
          </ac:spMkLst>
        </pc:spChg>
        <pc:spChg chg="add del mod">
          <ac:chgData name="Chittaranjan Hens" userId="6fc03958433e8a43" providerId="LiveId" clId="{309794F8-99CF-4983-9CCF-D5B7BCCE1DF4}" dt="2023-01-25T08:51:52.919" v="3046" actId="478"/>
          <ac:spMkLst>
            <pc:docMk/>
            <pc:sldMk cId="903028763" sldId="480"/>
            <ac:spMk id="5" creationId="{4E156AFB-29C0-3EE5-0542-02E4D4230EC9}"/>
          </ac:spMkLst>
        </pc:spChg>
        <pc:spChg chg="add del mod">
          <ac:chgData name="Chittaranjan Hens" userId="6fc03958433e8a43" providerId="LiveId" clId="{309794F8-99CF-4983-9CCF-D5B7BCCE1DF4}" dt="2023-01-25T09:03:30.438" v="3221" actId="478"/>
          <ac:spMkLst>
            <pc:docMk/>
            <pc:sldMk cId="903028763" sldId="480"/>
            <ac:spMk id="6" creationId="{E9DAE0C5-EA0B-B4A5-FBF4-FD348A5940CF}"/>
          </ac:spMkLst>
        </pc:spChg>
        <pc:spChg chg="del">
          <ac:chgData name="Chittaranjan Hens" userId="6fc03958433e8a43" providerId="LiveId" clId="{309794F8-99CF-4983-9CCF-D5B7BCCE1DF4}" dt="2023-01-25T08:48:07.275" v="2844" actId="478"/>
          <ac:spMkLst>
            <pc:docMk/>
            <pc:sldMk cId="903028763" sldId="480"/>
            <ac:spMk id="7" creationId="{00000000-0000-0000-0000-000000000000}"/>
          </ac:spMkLst>
        </pc:spChg>
        <pc:spChg chg="mod">
          <ac:chgData name="Chittaranjan Hens" userId="6fc03958433e8a43" providerId="LiveId" clId="{309794F8-99CF-4983-9CCF-D5B7BCCE1DF4}" dt="2023-01-25T08:50:12.589" v="3022" actId="1076"/>
          <ac:spMkLst>
            <pc:docMk/>
            <pc:sldMk cId="903028763" sldId="480"/>
            <ac:spMk id="9" creationId="{92C19891-4719-971D-6703-01BB35FEF824}"/>
          </ac:spMkLst>
        </pc:spChg>
        <pc:spChg chg="mod">
          <ac:chgData name="Chittaranjan Hens" userId="6fc03958433e8a43" providerId="LiveId" clId="{309794F8-99CF-4983-9CCF-D5B7BCCE1DF4}" dt="2023-01-25T08:50:12.589" v="3022" actId="1076"/>
          <ac:spMkLst>
            <pc:docMk/>
            <pc:sldMk cId="903028763" sldId="480"/>
            <ac:spMk id="12" creationId="{EC545804-20A2-4EAB-AAF1-E22EAB9E76F6}"/>
          </ac:spMkLst>
        </pc:spChg>
        <pc:spChg chg="mod">
          <ac:chgData name="Chittaranjan Hens" userId="6fc03958433e8a43" providerId="LiveId" clId="{309794F8-99CF-4983-9CCF-D5B7BCCE1DF4}" dt="2023-01-25T08:50:12.589" v="3022" actId="1076"/>
          <ac:spMkLst>
            <pc:docMk/>
            <pc:sldMk cId="903028763" sldId="480"/>
            <ac:spMk id="14" creationId="{12F1A5CB-F6EC-53D6-2CDA-0901CF8E6391}"/>
          </ac:spMkLst>
        </pc:spChg>
        <pc:spChg chg="mod">
          <ac:chgData name="Chittaranjan Hens" userId="6fc03958433e8a43" providerId="LiveId" clId="{309794F8-99CF-4983-9CCF-D5B7BCCE1DF4}" dt="2023-01-25T08:50:12.589" v="3022" actId="1076"/>
          <ac:spMkLst>
            <pc:docMk/>
            <pc:sldMk cId="903028763" sldId="480"/>
            <ac:spMk id="15" creationId="{C91CFEDA-9ECF-4DF4-61A1-A1C471F1EB5A}"/>
          </ac:spMkLst>
        </pc:spChg>
        <pc:spChg chg="mod">
          <ac:chgData name="Chittaranjan Hens" userId="6fc03958433e8a43" providerId="LiveId" clId="{309794F8-99CF-4983-9CCF-D5B7BCCE1DF4}" dt="2023-01-25T08:50:12.589" v="3022" actId="1076"/>
          <ac:spMkLst>
            <pc:docMk/>
            <pc:sldMk cId="903028763" sldId="480"/>
            <ac:spMk id="16" creationId="{3A8ACABC-F932-9865-A913-E00ADA0BD0A1}"/>
          </ac:spMkLst>
        </pc:spChg>
        <pc:spChg chg="mod">
          <ac:chgData name="Chittaranjan Hens" userId="6fc03958433e8a43" providerId="LiveId" clId="{309794F8-99CF-4983-9CCF-D5B7BCCE1DF4}" dt="2023-01-25T08:50:12.589" v="3022" actId="1076"/>
          <ac:spMkLst>
            <pc:docMk/>
            <pc:sldMk cId="903028763" sldId="480"/>
            <ac:spMk id="19" creationId="{E4322AB9-B5B3-10F7-88E9-1182338D3889}"/>
          </ac:spMkLst>
        </pc:spChg>
        <pc:spChg chg="mod">
          <ac:chgData name="Chittaranjan Hens" userId="6fc03958433e8a43" providerId="LiveId" clId="{309794F8-99CF-4983-9CCF-D5B7BCCE1DF4}" dt="2023-01-25T08:50:12.589" v="3022" actId="1076"/>
          <ac:spMkLst>
            <pc:docMk/>
            <pc:sldMk cId="903028763" sldId="480"/>
            <ac:spMk id="21" creationId="{4B21A54D-A3AF-76E6-FF0E-76819964CD42}"/>
          </ac:spMkLst>
        </pc:spChg>
        <pc:spChg chg="mod">
          <ac:chgData name="Chittaranjan Hens" userId="6fc03958433e8a43" providerId="LiveId" clId="{309794F8-99CF-4983-9CCF-D5B7BCCE1DF4}" dt="2023-01-25T08:50:12.589" v="3022" actId="1076"/>
          <ac:spMkLst>
            <pc:docMk/>
            <pc:sldMk cId="903028763" sldId="480"/>
            <ac:spMk id="22" creationId="{9C66D821-1F7D-1350-0901-9F51E69AA738}"/>
          </ac:spMkLst>
        </pc:spChg>
        <pc:spChg chg="mod">
          <ac:chgData name="Chittaranjan Hens" userId="6fc03958433e8a43" providerId="LiveId" clId="{309794F8-99CF-4983-9CCF-D5B7BCCE1DF4}" dt="2023-01-25T08:50:12.589" v="3022" actId="1076"/>
          <ac:spMkLst>
            <pc:docMk/>
            <pc:sldMk cId="903028763" sldId="480"/>
            <ac:spMk id="23" creationId="{7139EA54-4309-A3D3-DBCD-0F828EEEC5B9}"/>
          </ac:spMkLst>
        </pc:spChg>
        <pc:spChg chg="mod">
          <ac:chgData name="Chittaranjan Hens" userId="6fc03958433e8a43" providerId="LiveId" clId="{309794F8-99CF-4983-9CCF-D5B7BCCE1DF4}" dt="2023-01-25T08:50:12.589" v="3022" actId="1076"/>
          <ac:spMkLst>
            <pc:docMk/>
            <pc:sldMk cId="903028763" sldId="480"/>
            <ac:spMk id="24" creationId="{4E7B7FAB-4DB6-22F4-DA51-2B5DB690B8FC}"/>
          </ac:spMkLst>
        </pc:spChg>
        <pc:spChg chg="mod">
          <ac:chgData name="Chittaranjan Hens" userId="6fc03958433e8a43" providerId="LiveId" clId="{309794F8-99CF-4983-9CCF-D5B7BCCE1DF4}" dt="2023-01-25T08:50:12.589" v="3022" actId="1076"/>
          <ac:spMkLst>
            <pc:docMk/>
            <pc:sldMk cId="903028763" sldId="480"/>
            <ac:spMk id="25" creationId="{48F4461D-F09A-30F3-0F50-E3A26B87097D}"/>
          </ac:spMkLst>
        </pc:spChg>
        <pc:spChg chg="mod">
          <ac:chgData name="Chittaranjan Hens" userId="6fc03958433e8a43" providerId="LiveId" clId="{309794F8-99CF-4983-9CCF-D5B7BCCE1DF4}" dt="2023-01-25T08:50:12.589" v="3022" actId="1076"/>
          <ac:spMkLst>
            <pc:docMk/>
            <pc:sldMk cId="903028763" sldId="480"/>
            <ac:spMk id="27" creationId="{0D360E65-3D00-4F6B-4E39-D934EFB317CF}"/>
          </ac:spMkLst>
        </pc:spChg>
        <pc:spChg chg="mod">
          <ac:chgData name="Chittaranjan Hens" userId="6fc03958433e8a43" providerId="LiveId" clId="{309794F8-99CF-4983-9CCF-D5B7BCCE1DF4}" dt="2023-01-25T08:50:12.589" v="3022" actId="1076"/>
          <ac:spMkLst>
            <pc:docMk/>
            <pc:sldMk cId="903028763" sldId="480"/>
            <ac:spMk id="28" creationId="{5E58329E-5F22-116E-8272-8AB7FEF17977}"/>
          </ac:spMkLst>
        </pc:spChg>
        <pc:spChg chg="mod">
          <ac:chgData name="Chittaranjan Hens" userId="6fc03958433e8a43" providerId="LiveId" clId="{309794F8-99CF-4983-9CCF-D5B7BCCE1DF4}" dt="2023-01-25T08:50:12.589" v="3022" actId="1076"/>
          <ac:spMkLst>
            <pc:docMk/>
            <pc:sldMk cId="903028763" sldId="480"/>
            <ac:spMk id="29" creationId="{FD9AB830-E171-316C-700C-5600C9457121}"/>
          </ac:spMkLst>
        </pc:spChg>
        <pc:spChg chg="mod">
          <ac:chgData name="Chittaranjan Hens" userId="6fc03958433e8a43" providerId="LiveId" clId="{309794F8-99CF-4983-9CCF-D5B7BCCE1DF4}" dt="2023-01-25T08:50:12.589" v="3022" actId="1076"/>
          <ac:spMkLst>
            <pc:docMk/>
            <pc:sldMk cId="903028763" sldId="480"/>
            <ac:spMk id="30" creationId="{2EA5DEEF-0FBE-07C3-F4C4-740CA6461A13}"/>
          </ac:spMkLst>
        </pc:spChg>
        <pc:spChg chg="mod">
          <ac:chgData name="Chittaranjan Hens" userId="6fc03958433e8a43" providerId="LiveId" clId="{309794F8-99CF-4983-9CCF-D5B7BCCE1DF4}" dt="2023-01-25T08:50:12.589" v="3022" actId="1076"/>
          <ac:spMkLst>
            <pc:docMk/>
            <pc:sldMk cId="903028763" sldId="480"/>
            <ac:spMk id="31" creationId="{7B4E4B8F-DFC1-2187-2E51-67BDD092D480}"/>
          </ac:spMkLst>
        </pc:spChg>
        <pc:spChg chg="mod">
          <ac:chgData name="Chittaranjan Hens" userId="6fc03958433e8a43" providerId="LiveId" clId="{309794F8-99CF-4983-9CCF-D5B7BCCE1DF4}" dt="2023-01-25T08:50:12.589" v="3022" actId="1076"/>
          <ac:spMkLst>
            <pc:docMk/>
            <pc:sldMk cId="903028763" sldId="480"/>
            <ac:spMk id="32" creationId="{36CF6594-62B3-4955-822E-1193D702076F}"/>
          </ac:spMkLst>
        </pc:spChg>
        <pc:spChg chg="mod">
          <ac:chgData name="Chittaranjan Hens" userId="6fc03958433e8a43" providerId="LiveId" clId="{309794F8-99CF-4983-9CCF-D5B7BCCE1DF4}" dt="2023-01-25T08:50:12.589" v="3022" actId="1076"/>
          <ac:spMkLst>
            <pc:docMk/>
            <pc:sldMk cId="903028763" sldId="480"/>
            <ac:spMk id="33" creationId="{F05B7D76-A092-072D-C47D-C7D0262660E2}"/>
          </ac:spMkLst>
        </pc:spChg>
        <pc:spChg chg="mod">
          <ac:chgData name="Chittaranjan Hens" userId="6fc03958433e8a43" providerId="LiveId" clId="{309794F8-99CF-4983-9CCF-D5B7BCCE1DF4}" dt="2023-01-25T08:50:12.589" v="3022" actId="1076"/>
          <ac:spMkLst>
            <pc:docMk/>
            <pc:sldMk cId="903028763" sldId="480"/>
            <ac:spMk id="34" creationId="{79BA5C50-EFFF-8645-CD88-8E9063D3E696}"/>
          </ac:spMkLst>
        </pc:spChg>
        <pc:spChg chg="add mod">
          <ac:chgData name="Chittaranjan Hens" userId="6fc03958433e8a43" providerId="LiveId" clId="{309794F8-99CF-4983-9CCF-D5B7BCCE1DF4}" dt="2023-01-25T08:50:12.589" v="3022" actId="1076"/>
          <ac:spMkLst>
            <pc:docMk/>
            <pc:sldMk cId="903028763" sldId="480"/>
            <ac:spMk id="35" creationId="{59BD8F87-4EC1-4A3A-FA9B-17C99F376E18}"/>
          </ac:spMkLst>
        </pc:spChg>
        <pc:spChg chg="mod">
          <ac:chgData name="Chittaranjan Hens" userId="6fc03958433e8a43" providerId="LiveId" clId="{309794F8-99CF-4983-9CCF-D5B7BCCE1DF4}" dt="2023-01-25T08:50:12.589" v="3022" actId="1076"/>
          <ac:spMkLst>
            <pc:docMk/>
            <pc:sldMk cId="903028763" sldId="480"/>
            <ac:spMk id="36" creationId="{D29A250E-BA16-940E-DC4A-8BDF1240CD2B}"/>
          </ac:spMkLst>
        </pc:spChg>
        <pc:spChg chg="mod">
          <ac:chgData name="Chittaranjan Hens" userId="6fc03958433e8a43" providerId="LiveId" clId="{309794F8-99CF-4983-9CCF-D5B7BCCE1DF4}" dt="2023-01-25T08:50:12.589" v="3022" actId="1076"/>
          <ac:spMkLst>
            <pc:docMk/>
            <pc:sldMk cId="903028763" sldId="480"/>
            <ac:spMk id="37" creationId="{57A5847A-333A-DDCC-FE47-A7B6B25498D1}"/>
          </ac:spMkLst>
        </pc:spChg>
        <pc:spChg chg="mod">
          <ac:chgData name="Chittaranjan Hens" userId="6fc03958433e8a43" providerId="LiveId" clId="{309794F8-99CF-4983-9CCF-D5B7BCCE1DF4}" dt="2023-01-25T08:50:12.589" v="3022" actId="1076"/>
          <ac:spMkLst>
            <pc:docMk/>
            <pc:sldMk cId="903028763" sldId="480"/>
            <ac:spMk id="38" creationId="{E5AE6255-9A7D-6C26-403C-89165DF50796}"/>
          </ac:spMkLst>
        </pc:spChg>
        <pc:spChg chg="mod">
          <ac:chgData name="Chittaranjan Hens" userId="6fc03958433e8a43" providerId="LiveId" clId="{309794F8-99CF-4983-9CCF-D5B7BCCE1DF4}" dt="2023-01-25T08:50:12.589" v="3022" actId="1076"/>
          <ac:spMkLst>
            <pc:docMk/>
            <pc:sldMk cId="903028763" sldId="480"/>
            <ac:spMk id="39" creationId="{6D88681A-6BAF-35FA-085C-D520D649AE45}"/>
          </ac:spMkLst>
        </pc:spChg>
        <pc:spChg chg="mod">
          <ac:chgData name="Chittaranjan Hens" userId="6fc03958433e8a43" providerId="LiveId" clId="{309794F8-99CF-4983-9CCF-D5B7BCCE1DF4}" dt="2023-01-25T08:50:12.589" v="3022" actId="1076"/>
          <ac:spMkLst>
            <pc:docMk/>
            <pc:sldMk cId="903028763" sldId="480"/>
            <ac:spMk id="40" creationId="{60193F2B-9965-1A6E-28C4-6AD256D6ED87}"/>
          </ac:spMkLst>
        </pc:spChg>
        <pc:spChg chg="mod">
          <ac:chgData name="Chittaranjan Hens" userId="6fc03958433e8a43" providerId="LiveId" clId="{309794F8-99CF-4983-9CCF-D5B7BCCE1DF4}" dt="2023-01-25T08:50:12.589" v="3022" actId="1076"/>
          <ac:spMkLst>
            <pc:docMk/>
            <pc:sldMk cId="903028763" sldId="480"/>
            <ac:spMk id="41" creationId="{0872692F-DE1E-8BB2-366F-5A1D8E7E4825}"/>
          </ac:spMkLst>
        </pc:spChg>
        <pc:spChg chg="mod">
          <ac:chgData name="Chittaranjan Hens" userId="6fc03958433e8a43" providerId="LiveId" clId="{309794F8-99CF-4983-9CCF-D5B7BCCE1DF4}" dt="2023-01-25T08:50:12.589" v="3022" actId="1076"/>
          <ac:spMkLst>
            <pc:docMk/>
            <pc:sldMk cId="903028763" sldId="480"/>
            <ac:spMk id="42" creationId="{1A319F4A-793C-F8B1-7B52-82B3109ED9F9}"/>
          </ac:spMkLst>
        </pc:spChg>
        <pc:spChg chg="mod">
          <ac:chgData name="Chittaranjan Hens" userId="6fc03958433e8a43" providerId="LiveId" clId="{309794F8-99CF-4983-9CCF-D5B7BCCE1DF4}" dt="2023-01-25T08:50:12.589" v="3022" actId="1076"/>
          <ac:spMkLst>
            <pc:docMk/>
            <pc:sldMk cId="903028763" sldId="480"/>
            <ac:spMk id="43" creationId="{EF9D5311-81D9-E41A-F6AA-AAA15E781EE0}"/>
          </ac:spMkLst>
        </pc:spChg>
        <pc:spChg chg="mod">
          <ac:chgData name="Chittaranjan Hens" userId="6fc03958433e8a43" providerId="LiveId" clId="{309794F8-99CF-4983-9CCF-D5B7BCCE1DF4}" dt="2023-01-25T08:50:12.589" v="3022" actId="1076"/>
          <ac:spMkLst>
            <pc:docMk/>
            <pc:sldMk cId="903028763" sldId="480"/>
            <ac:spMk id="44" creationId="{CDBBE5D7-E1B7-D2A8-93DC-1B0C8D39CF75}"/>
          </ac:spMkLst>
        </pc:spChg>
        <pc:spChg chg="mod">
          <ac:chgData name="Chittaranjan Hens" userId="6fc03958433e8a43" providerId="LiveId" clId="{309794F8-99CF-4983-9CCF-D5B7BCCE1DF4}" dt="2023-01-25T08:50:12.589" v="3022" actId="1076"/>
          <ac:spMkLst>
            <pc:docMk/>
            <pc:sldMk cId="903028763" sldId="480"/>
            <ac:spMk id="45" creationId="{D1F8EDD0-2AB0-9EC5-1A1A-E8287A8654F9}"/>
          </ac:spMkLst>
        </pc:spChg>
        <pc:spChg chg="mod">
          <ac:chgData name="Chittaranjan Hens" userId="6fc03958433e8a43" providerId="LiveId" clId="{309794F8-99CF-4983-9CCF-D5B7BCCE1DF4}" dt="2023-01-25T08:50:12.589" v="3022" actId="1076"/>
          <ac:spMkLst>
            <pc:docMk/>
            <pc:sldMk cId="903028763" sldId="480"/>
            <ac:spMk id="46" creationId="{DBA8BE01-4E00-2546-7E20-E9E51DB0CDCB}"/>
          </ac:spMkLst>
        </pc:spChg>
        <pc:spChg chg="mod">
          <ac:chgData name="Chittaranjan Hens" userId="6fc03958433e8a43" providerId="LiveId" clId="{309794F8-99CF-4983-9CCF-D5B7BCCE1DF4}" dt="2023-01-25T08:50:12.589" v="3022" actId="1076"/>
          <ac:spMkLst>
            <pc:docMk/>
            <pc:sldMk cId="903028763" sldId="480"/>
            <ac:spMk id="47" creationId="{2D35B041-D429-A60C-9A42-751CF0B3F439}"/>
          </ac:spMkLst>
        </pc:spChg>
        <pc:spChg chg="mod">
          <ac:chgData name="Chittaranjan Hens" userId="6fc03958433e8a43" providerId="LiveId" clId="{309794F8-99CF-4983-9CCF-D5B7BCCE1DF4}" dt="2023-01-25T08:50:12.589" v="3022" actId="1076"/>
          <ac:spMkLst>
            <pc:docMk/>
            <pc:sldMk cId="903028763" sldId="480"/>
            <ac:spMk id="48" creationId="{89F0BC13-A676-CEDE-5495-91AEF04001CF}"/>
          </ac:spMkLst>
        </pc:spChg>
        <pc:spChg chg="mod">
          <ac:chgData name="Chittaranjan Hens" userId="6fc03958433e8a43" providerId="LiveId" clId="{309794F8-99CF-4983-9CCF-D5B7BCCE1DF4}" dt="2023-01-25T08:50:12.589" v="3022" actId="1076"/>
          <ac:spMkLst>
            <pc:docMk/>
            <pc:sldMk cId="903028763" sldId="480"/>
            <ac:spMk id="55" creationId="{B215F2EE-C338-BAC1-E3FD-0B7615CBCD66}"/>
          </ac:spMkLst>
        </pc:spChg>
        <pc:spChg chg="mod">
          <ac:chgData name="Chittaranjan Hens" userId="6fc03958433e8a43" providerId="LiveId" clId="{309794F8-99CF-4983-9CCF-D5B7BCCE1DF4}" dt="2023-01-25T08:50:12.589" v="3022" actId="1076"/>
          <ac:spMkLst>
            <pc:docMk/>
            <pc:sldMk cId="903028763" sldId="480"/>
            <ac:spMk id="56" creationId="{144B122F-A9A1-BDD7-6121-F1F8F0AF0EBE}"/>
          </ac:spMkLst>
        </pc:spChg>
        <pc:spChg chg="mod">
          <ac:chgData name="Chittaranjan Hens" userId="6fc03958433e8a43" providerId="LiveId" clId="{309794F8-99CF-4983-9CCF-D5B7BCCE1DF4}" dt="2023-01-25T08:50:12.589" v="3022" actId="1076"/>
          <ac:spMkLst>
            <pc:docMk/>
            <pc:sldMk cId="903028763" sldId="480"/>
            <ac:spMk id="57" creationId="{35ABBE14-BE55-C3C0-012B-FAC379E824B8}"/>
          </ac:spMkLst>
        </pc:spChg>
        <pc:spChg chg="mod">
          <ac:chgData name="Chittaranjan Hens" userId="6fc03958433e8a43" providerId="LiveId" clId="{309794F8-99CF-4983-9CCF-D5B7BCCE1DF4}" dt="2023-01-25T08:50:12.589" v="3022" actId="1076"/>
          <ac:spMkLst>
            <pc:docMk/>
            <pc:sldMk cId="903028763" sldId="480"/>
            <ac:spMk id="58" creationId="{9843846B-1506-2EF0-2ED4-172DEEA3309B}"/>
          </ac:spMkLst>
        </pc:spChg>
        <pc:spChg chg="mod">
          <ac:chgData name="Chittaranjan Hens" userId="6fc03958433e8a43" providerId="LiveId" clId="{309794F8-99CF-4983-9CCF-D5B7BCCE1DF4}" dt="2023-01-25T08:50:12.589" v="3022" actId="1076"/>
          <ac:spMkLst>
            <pc:docMk/>
            <pc:sldMk cId="903028763" sldId="480"/>
            <ac:spMk id="59" creationId="{D40F1ECD-C1F6-2D94-5024-099D915491C1}"/>
          </ac:spMkLst>
        </pc:spChg>
        <pc:spChg chg="mod">
          <ac:chgData name="Chittaranjan Hens" userId="6fc03958433e8a43" providerId="LiveId" clId="{309794F8-99CF-4983-9CCF-D5B7BCCE1DF4}" dt="2023-01-25T08:50:12.589" v="3022" actId="1076"/>
          <ac:spMkLst>
            <pc:docMk/>
            <pc:sldMk cId="903028763" sldId="480"/>
            <ac:spMk id="60" creationId="{5EF0D377-2255-8EBA-0EA8-103FB96BB00F}"/>
          </ac:spMkLst>
        </pc:spChg>
        <pc:spChg chg="mod">
          <ac:chgData name="Chittaranjan Hens" userId="6fc03958433e8a43" providerId="LiveId" clId="{309794F8-99CF-4983-9CCF-D5B7BCCE1DF4}" dt="2023-01-25T08:50:12.589" v="3022" actId="1076"/>
          <ac:spMkLst>
            <pc:docMk/>
            <pc:sldMk cId="903028763" sldId="480"/>
            <ac:spMk id="61" creationId="{DA0E0C6B-2109-750C-3F19-4F22C7E632F4}"/>
          </ac:spMkLst>
        </pc:spChg>
        <pc:spChg chg="mod">
          <ac:chgData name="Chittaranjan Hens" userId="6fc03958433e8a43" providerId="LiveId" clId="{309794F8-99CF-4983-9CCF-D5B7BCCE1DF4}" dt="2023-01-25T08:50:12.589" v="3022" actId="1076"/>
          <ac:spMkLst>
            <pc:docMk/>
            <pc:sldMk cId="903028763" sldId="480"/>
            <ac:spMk id="62" creationId="{7E157421-D6D5-8532-8622-08BA71582E91}"/>
          </ac:spMkLst>
        </pc:spChg>
        <pc:spChg chg="mod">
          <ac:chgData name="Chittaranjan Hens" userId="6fc03958433e8a43" providerId="LiveId" clId="{309794F8-99CF-4983-9CCF-D5B7BCCE1DF4}" dt="2023-01-25T08:50:12.589" v="3022" actId="1076"/>
          <ac:spMkLst>
            <pc:docMk/>
            <pc:sldMk cId="903028763" sldId="480"/>
            <ac:spMk id="63" creationId="{0CDDF990-F13E-C83F-1368-D39E83759E9E}"/>
          </ac:spMkLst>
        </pc:spChg>
        <pc:spChg chg="mod">
          <ac:chgData name="Chittaranjan Hens" userId="6fc03958433e8a43" providerId="LiveId" clId="{309794F8-99CF-4983-9CCF-D5B7BCCE1DF4}" dt="2023-01-25T08:50:12.589" v="3022" actId="1076"/>
          <ac:spMkLst>
            <pc:docMk/>
            <pc:sldMk cId="903028763" sldId="480"/>
            <ac:spMk id="6144" creationId="{FE09D0D0-C94B-514F-9603-51EC76A9F52C}"/>
          </ac:spMkLst>
        </pc:spChg>
        <pc:spChg chg="mod">
          <ac:chgData name="Chittaranjan Hens" userId="6fc03958433e8a43" providerId="LiveId" clId="{309794F8-99CF-4983-9CCF-D5B7BCCE1DF4}" dt="2023-01-25T08:50:12.589" v="3022" actId="1076"/>
          <ac:spMkLst>
            <pc:docMk/>
            <pc:sldMk cId="903028763" sldId="480"/>
            <ac:spMk id="6145" creationId="{0F649FE9-E8E7-9FB9-D8E7-94A4531B41CE}"/>
          </ac:spMkLst>
        </pc:spChg>
        <pc:spChg chg="mod">
          <ac:chgData name="Chittaranjan Hens" userId="6fc03958433e8a43" providerId="LiveId" clId="{309794F8-99CF-4983-9CCF-D5B7BCCE1DF4}" dt="2023-01-25T08:50:12.589" v="3022" actId="1076"/>
          <ac:spMkLst>
            <pc:docMk/>
            <pc:sldMk cId="903028763" sldId="480"/>
            <ac:spMk id="6152" creationId="{A0B3720C-5BAA-F7E4-2E10-9069852C2AA0}"/>
          </ac:spMkLst>
        </pc:spChg>
        <pc:spChg chg="mod">
          <ac:chgData name="Chittaranjan Hens" userId="6fc03958433e8a43" providerId="LiveId" clId="{309794F8-99CF-4983-9CCF-D5B7BCCE1DF4}" dt="2023-01-25T08:50:12.589" v="3022" actId="1076"/>
          <ac:spMkLst>
            <pc:docMk/>
            <pc:sldMk cId="903028763" sldId="480"/>
            <ac:spMk id="6153" creationId="{04D594E9-70A9-6394-696A-0965CC69BE17}"/>
          </ac:spMkLst>
        </pc:spChg>
        <pc:spChg chg="mod">
          <ac:chgData name="Chittaranjan Hens" userId="6fc03958433e8a43" providerId="LiveId" clId="{309794F8-99CF-4983-9CCF-D5B7BCCE1DF4}" dt="2023-01-25T08:50:12.589" v="3022" actId="1076"/>
          <ac:spMkLst>
            <pc:docMk/>
            <pc:sldMk cId="903028763" sldId="480"/>
            <ac:spMk id="6154" creationId="{7D84CED6-DEA4-F8B3-8B82-6B146175F4C1}"/>
          </ac:spMkLst>
        </pc:spChg>
        <pc:spChg chg="add del mod">
          <ac:chgData name="Chittaranjan Hens" userId="6fc03958433e8a43" providerId="LiveId" clId="{309794F8-99CF-4983-9CCF-D5B7BCCE1DF4}" dt="2023-01-25T09:03:36.452" v="3222" actId="478"/>
          <ac:spMkLst>
            <pc:docMk/>
            <pc:sldMk cId="903028763" sldId="480"/>
            <ac:spMk id="6155" creationId="{BB4A131F-18D1-2407-EECB-95F365B5F7DA}"/>
          </ac:spMkLst>
        </pc:spChg>
        <pc:spChg chg="add del mod">
          <ac:chgData name="Chittaranjan Hens" userId="6fc03958433e8a43" providerId="LiveId" clId="{309794F8-99CF-4983-9CCF-D5B7BCCE1DF4}" dt="2023-01-26T03:58:02.623" v="3608" actId="478"/>
          <ac:spMkLst>
            <pc:docMk/>
            <pc:sldMk cId="903028763" sldId="480"/>
            <ac:spMk id="6156" creationId="{CD5541B4-54A8-B9F7-5D91-7FC48738A5E7}"/>
          </ac:spMkLst>
        </pc:spChg>
        <pc:spChg chg="add del mod">
          <ac:chgData name="Chittaranjan Hens" userId="6fc03958433e8a43" providerId="LiveId" clId="{309794F8-99CF-4983-9CCF-D5B7BCCE1DF4}" dt="2023-01-26T03:58:09.373" v="3610" actId="478"/>
          <ac:spMkLst>
            <pc:docMk/>
            <pc:sldMk cId="903028763" sldId="480"/>
            <ac:spMk id="6157" creationId="{3EA4BE20-D3BB-A775-BAD5-25485D484F4B}"/>
          </ac:spMkLst>
        </pc:spChg>
        <pc:spChg chg="add del mod">
          <ac:chgData name="Chittaranjan Hens" userId="6fc03958433e8a43" providerId="LiveId" clId="{309794F8-99CF-4983-9CCF-D5B7BCCE1DF4}" dt="2023-01-26T03:58:06.604" v="3609" actId="478"/>
          <ac:spMkLst>
            <pc:docMk/>
            <pc:sldMk cId="903028763" sldId="480"/>
            <ac:spMk id="6158" creationId="{795C5B30-BE7C-B433-56A7-5AC0B564C28D}"/>
          </ac:spMkLst>
        </pc:spChg>
        <pc:spChg chg="add del mod">
          <ac:chgData name="Chittaranjan Hens" userId="6fc03958433e8a43" providerId="LiveId" clId="{309794F8-99CF-4983-9CCF-D5B7BCCE1DF4}" dt="2023-01-25T08:51:52.001" v="3045" actId="478"/>
          <ac:spMkLst>
            <pc:docMk/>
            <pc:sldMk cId="903028763" sldId="480"/>
            <ac:spMk id="6159" creationId="{97B8DEAD-099F-D729-45C6-971584F81837}"/>
          </ac:spMkLst>
        </pc:spChg>
        <pc:spChg chg="add mod">
          <ac:chgData name="Chittaranjan Hens" userId="6fc03958433e8a43" providerId="LiveId" clId="{309794F8-99CF-4983-9CCF-D5B7BCCE1DF4}" dt="2023-01-25T09:04:47.407" v="3249"/>
          <ac:spMkLst>
            <pc:docMk/>
            <pc:sldMk cId="903028763" sldId="480"/>
            <ac:spMk id="6173" creationId="{8BDE13F3-F813-EE54-7809-DE62A61ACE64}"/>
          </ac:spMkLst>
        </pc:spChg>
        <pc:spChg chg="add mod">
          <ac:chgData name="Chittaranjan Hens" userId="6fc03958433e8a43" providerId="LiveId" clId="{309794F8-99CF-4983-9CCF-D5B7BCCE1DF4}" dt="2023-01-25T09:06:27.897" v="3263" actId="113"/>
          <ac:spMkLst>
            <pc:docMk/>
            <pc:sldMk cId="903028763" sldId="480"/>
            <ac:spMk id="6174" creationId="{E47F359B-6927-EFF0-CE58-3CF2D820D65A}"/>
          </ac:spMkLst>
        </pc:spChg>
        <pc:spChg chg="add del mod">
          <ac:chgData name="Chittaranjan Hens" userId="6fc03958433e8a43" providerId="LiveId" clId="{309794F8-99CF-4983-9CCF-D5B7BCCE1DF4}" dt="2023-01-25T09:05:07.762" v="3251" actId="478"/>
          <ac:spMkLst>
            <pc:docMk/>
            <pc:sldMk cId="903028763" sldId="480"/>
            <ac:spMk id="6175" creationId="{DA5CD701-72E7-221B-90D3-D4E96E6787EB}"/>
          </ac:spMkLst>
        </pc:spChg>
        <pc:spChg chg="mod">
          <ac:chgData name="Chittaranjan Hens" userId="6fc03958433e8a43" providerId="LiveId" clId="{309794F8-99CF-4983-9CCF-D5B7BCCE1DF4}" dt="2023-01-25T09:04:47.407" v="3249"/>
          <ac:spMkLst>
            <pc:docMk/>
            <pc:sldMk cId="903028763" sldId="480"/>
            <ac:spMk id="6178" creationId="{B8B0A766-EB1F-E39E-2EE9-D9DD11428050}"/>
          </ac:spMkLst>
        </pc:spChg>
        <pc:grpChg chg="add del mod">
          <ac:chgData name="Chittaranjan Hens" userId="6fc03958433e8a43" providerId="LiveId" clId="{309794F8-99CF-4983-9CCF-D5B7BCCE1DF4}" dt="2023-01-25T08:50:32.457" v="3024" actId="478"/>
          <ac:grpSpMkLst>
            <pc:docMk/>
            <pc:sldMk cId="903028763" sldId="480"/>
            <ac:grpSpMk id="8" creationId="{E392DF33-C328-21B0-5EDE-53CF7992913A}"/>
          </ac:grpSpMkLst>
        </pc:grpChg>
        <pc:grpChg chg="mod">
          <ac:chgData name="Chittaranjan Hens" userId="6fc03958433e8a43" providerId="LiveId" clId="{309794F8-99CF-4983-9CCF-D5B7BCCE1DF4}" dt="2023-01-25T08:50:12.589" v="3022" actId="1076"/>
          <ac:grpSpMkLst>
            <pc:docMk/>
            <pc:sldMk cId="903028763" sldId="480"/>
            <ac:grpSpMk id="11" creationId="{B03257B2-E5E8-4983-9883-5C1C95677417}"/>
          </ac:grpSpMkLst>
        </pc:grpChg>
        <pc:grpChg chg="mod">
          <ac:chgData name="Chittaranjan Hens" userId="6fc03958433e8a43" providerId="LiveId" clId="{309794F8-99CF-4983-9CCF-D5B7BCCE1DF4}" dt="2023-01-25T08:50:12.589" v="3022" actId="1076"/>
          <ac:grpSpMkLst>
            <pc:docMk/>
            <pc:sldMk cId="903028763" sldId="480"/>
            <ac:grpSpMk id="13" creationId="{F0E80398-8913-A724-41A4-3B2895FDF680}"/>
          </ac:grpSpMkLst>
        </pc:grpChg>
        <pc:grpChg chg="mod">
          <ac:chgData name="Chittaranjan Hens" userId="6fc03958433e8a43" providerId="LiveId" clId="{309794F8-99CF-4983-9CCF-D5B7BCCE1DF4}" dt="2023-01-25T08:50:12.589" v="3022" actId="1076"/>
          <ac:grpSpMkLst>
            <pc:docMk/>
            <pc:sldMk cId="903028763" sldId="480"/>
            <ac:grpSpMk id="17" creationId="{CF9DF651-4DAF-07A9-ED07-F20C0722934D}"/>
          </ac:grpSpMkLst>
        </pc:grpChg>
        <pc:grpChg chg="mod">
          <ac:chgData name="Chittaranjan Hens" userId="6fc03958433e8a43" providerId="LiveId" clId="{309794F8-99CF-4983-9CCF-D5B7BCCE1DF4}" dt="2023-01-25T08:50:12.589" v="3022" actId="1076"/>
          <ac:grpSpMkLst>
            <pc:docMk/>
            <pc:sldMk cId="903028763" sldId="480"/>
            <ac:grpSpMk id="18" creationId="{4364C4FE-C2AC-5C3A-C9EA-0C8E7181AD78}"/>
          </ac:grpSpMkLst>
        </pc:grpChg>
        <pc:grpChg chg="mod">
          <ac:chgData name="Chittaranjan Hens" userId="6fc03958433e8a43" providerId="LiveId" clId="{309794F8-99CF-4983-9CCF-D5B7BCCE1DF4}" dt="2023-01-25T08:50:12.589" v="3022" actId="1076"/>
          <ac:grpSpMkLst>
            <pc:docMk/>
            <pc:sldMk cId="903028763" sldId="480"/>
            <ac:grpSpMk id="26" creationId="{A5144374-81F5-1D2B-2100-EA36CF131071}"/>
          </ac:grpSpMkLst>
        </pc:grpChg>
        <pc:grpChg chg="mod">
          <ac:chgData name="Chittaranjan Hens" userId="6fc03958433e8a43" providerId="LiveId" clId="{309794F8-99CF-4983-9CCF-D5B7BCCE1DF4}" dt="2023-01-25T08:50:12.589" v="3022" actId="1076"/>
          <ac:grpSpMkLst>
            <pc:docMk/>
            <pc:sldMk cId="903028763" sldId="480"/>
            <ac:grpSpMk id="49" creationId="{3C6A10B5-20C4-8CAA-D1E8-AC8214DA51A4}"/>
          </ac:grpSpMkLst>
        </pc:grpChg>
        <pc:grpChg chg="mod">
          <ac:chgData name="Chittaranjan Hens" userId="6fc03958433e8a43" providerId="LiveId" clId="{309794F8-99CF-4983-9CCF-D5B7BCCE1DF4}" dt="2023-01-25T08:50:12.589" v="3022" actId="1076"/>
          <ac:grpSpMkLst>
            <pc:docMk/>
            <pc:sldMk cId="903028763" sldId="480"/>
            <ac:grpSpMk id="50" creationId="{1BEBF231-E434-446C-40A5-1C9D7C8D3F98}"/>
          </ac:grpSpMkLst>
        </pc:grpChg>
        <pc:grpChg chg="mod">
          <ac:chgData name="Chittaranjan Hens" userId="6fc03958433e8a43" providerId="LiveId" clId="{309794F8-99CF-4983-9CCF-D5B7BCCE1DF4}" dt="2023-01-25T08:50:12.589" v="3022" actId="1076"/>
          <ac:grpSpMkLst>
            <pc:docMk/>
            <pc:sldMk cId="903028763" sldId="480"/>
            <ac:grpSpMk id="51" creationId="{1EA974D3-250A-8CF1-7BB4-C7B3349E8782}"/>
          </ac:grpSpMkLst>
        </pc:grpChg>
        <pc:grpChg chg="mod">
          <ac:chgData name="Chittaranjan Hens" userId="6fc03958433e8a43" providerId="LiveId" clId="{309794F8-99CF-4983-9CCF-D5B7BCCE1DF4}" dt="2023-01-25T08:50:12.589" v="3022" actId="1076"/>
          <ac:grpSpMkLst>
            <pc:docMk/>
            <pc:sldMk cId="903028763" sldId="480"/>
            <ac:grpSpMk id="52" creationId="{DEB1D1A9-BAC3-000B-9541-B70EA101E29E}"/>
          </ac:grpSpMkLst>
        </pc:grpChg>
        <pc:grpChg chg="mod">
          <ac:chgData name="Chittaranjan Hens" userId="6fc03958433e8a43" providerId="LiveId" clId="{309794F8-99CF-4983-9CCF-D5B7BCCE1DF4}" dt="2023-01-25T08:50:12.589" v="3022" actId="1076"/>
          <ac:grpSpMkLst>
            <pc:docMk/>
            <pc:sldMk cId="903028763" sldId="480"/>
            <ac:grpSpMk id="53" creationId="{DE10B68F-D17E-7A2D-D0CE-88A99F1C1C36}"/>
          </ac:grpSpMkLst>
        </pc:grpChg>
        <pc:grpChg chg="mod">
          <ac:chgData name="Chittaranjan Hens" userId="6fc03958433e8a43" providerId="LiveId" clId="{309794F8-99CF-4983-9CCF-D5B7BCCE1DF4}" dt="2023-01-25T08:50:12.589" v="3022" actId="1076"/>
          <ac:grpSpMkLst>
            <pc:docMk/>
            <pc:sldMk cId="903028763" sldId="480"/>
            <ac:grpSpMk id="54" creationId="{8728D006-A188-7D11-FB8F-66B057DBDEFA}"/>
          </ac:grpSpMkLst>
        </pc:grpChg>
        <pc:grpChg chg="add mod">
          <ac:chgData name="Chittaranjan Hens" userId="6fc03958433e8a43" providerId="LiveId" clId="{309794F8-99CF-4983-9CCF-D5B7BCCE1DF4}" dt="2023-01-25T09:04:47.407" v="3249"/>
          <ac:grpSpMkLst>
            <pc:docMk/>
            <pc:sldMk cId="903028763" sldId="480"/>
            <ac:grpSpMk id="6176" creationId="{156DD987-0D3E-F38A-19E4-F52D5582C23E}"/>
          </ac:grpSpMkLst>
        </pc:grpChg>
        <pc:graphicFrameChg chg="add del mod replId">
          <ac:chgData name="Chittaranjan Hens" userId="6fc03958433e8a43" providerId="LiveId" clId="{309794F8-99CF-4983-9CCF-D5B7BCCE1DF4}" dt="2023-01-25T08:49:24.253" v="2938"/>
          <ac:graphicFrameMkLst>
            <pc:docMk/>
            <pc:sldMk cId="903028763" sldId="480"/>
            <ac:graphicFrameMk id="6160" creationId="{E9DAE0C5-EA0B-B4A5-FBF4-FD348A5940CF}"/>
          </ac:graphicFrameMkLst>
        </pc:graphicFrameChg>
        <pc:graphicFrameChg chg="del mod replId">
          <ac:chgData name="Chittaranjan Hens" userId="6fc03958433e8a43" providerId="LiveId" clId="{309794F8-99CF-4983-9CCF-D5B7BCCE1DF4}" dt="2023-01-25T08:49:24.253" v="2938"/>
          <ac:graphicFrameMkLst>
            <pc:docMk/>
            <pc:sldMk cId="903028763" sldId="480"/>
            <ac:graphicFrameMk id="6162" creationId="{59BD8F87-4EC1-4A3A-FA9B-17C99F376E18}"/>
          </ac:graphicFrameMkLst>
        </pc:graphicFrameChg>
        <pc:graphicFrameChg chg="add del mod replId">
          <ac:chgData name="Chittaranjan Hens" userId="6fc03958433e8a43" providerId="LiveId" clId="{309794F8-99CF-4983-9CCF-D5B7BCCE1DF4}" dt="2023-01-25T08:49:24.253" v="2938"/>
          <ac:graphicFrameMkLst>
            <pc:docMk/>
            <pc:sldMk cId="903028763" sldId="480"/>
            <ac:graphicFrameMk id="6164" creationId="{BB4A131F-18D1-2407-EECB-95F365B5F7DA}"/>
          </ac:graphicFrameMkLst>
        </pc:graphicFrameChg>
        <pc:graphicFrameChg chg="add del mod replId">
          <ac:chgData name="Chittaranjan Hens" userId="6fc03958433e8a43" providerId="LiveId" clId="{309794F8-99CF-4983-9CCF-D5B7BCCE1DF4}" dt="2023-01-25T08:49:24.253" v="2938"/>
          <ac:graphicFrameMkLst>
            <pc:docMk/>
            <pc:sldMk cId="903028763" sldId="480"/>
            <ac:graphicFrameMk id="6166" creationId="{CD5541B4-54A8-B9F7-5D91-7FC48738A5E7}"/>
          </ac:graphicFrameMkLst>
        </pc:graphicFrameChg>
        <pc:graphicFrameChg chg="add del mod replId">
          <ac:chgData name="Chittaranjan Hens" userId="6fc03958433e8a43" providerId="LiveId" clId="{309794F8-99CF-4983-9CCF-D5B7BCCE1DF4}" dt="2023-01-25T08:49:24.253" v="2938"/>
          <ac:graphicFrameMkLst>
            <pc:docMk/>
            <pc:sldMk cId="903028763" sldId="480"/>
            <ac:graphicFrameMk id="6168" creationId="{3EA4BE20-D3BB-A775-BAD5-25485D484F4B}"/>
          </ac:graphicFrameMkLst>
        </pc:graphicFrameChg>
        <pc:graphicFrameChg chg="add del mod replId">
          <ac:chgData name="Chittaranjan Hens" userId="6fc03958433e8a43" providerId="LiveId" clId="{309794F8-99CF-4983-9CCF-D5B7BCCE1DF4}" dt="2023-01-25T08:49:24.253" v="2938"/>
          <ac:graphicFrameMkLst>
            <pc:docMk/>
            <pc:sldMk cId="903028763" sldId="480"/>
            <ac:graphicFrameMk id="6170" creationId="{795C5B30-BE7C-B433-56A7-5AC0B564C28D}"/>
          </ac:graphicFrameMkLst>
        </pc:graphicFrameChg>
        <pc:picChg chg="del">
          <ac:chgData name="Chittaranjan Hens" userId="6fc03958433e8a43" providerId="LiveId" clId="{309794F8-99CF-4983-9CCF-D5B7BCCE1DF4}" dt="2023-01-25T08:48:07.275" v="2844" actId="478"/>
          <ac:picMkLst>
            <pc:docMk/>
            <pc:sldMk cId="903028763" sldId="480"/>
            <ac:picMk id="6146" creationId="{00000000-0000-0000-0000-000000000000}"/>
          </ac:picMkLst>
        </pc:picChg>
        <pc:picChg chg="del">
          <ac:chgData name="Chittaranjan Hens" userId="6fc03958433e8a43" providerId="LiveId" clId="{309794F8-99CF-4983-9CCF-D5B7BCCE1DF4}" dt="2023-01-25T08:48:07.275" v="2844" actId="478"/>
          <ac:picMkLst>
            <pc:docMk/>
            <pc:sldMk cId="903028763" sldId="480"/>
            <ac:picMk id="6147" creationId="{00000000-0000-0000-0000-000000000000}"/>
          </ac:picMkLst>
        </pc:picChg>
        <pc:picChg chg="del">
          <ac:chgData name="Chittaranjan Hens" userId="6fc03958433e8a43" providerId="LiveId" clId="{309794F8-99CF-4983-9CCF-D5B7BCCE1DF4}" dt="2023-01-25T08:48:07.275" v="2844" actId="478"/>
          <ac:picMkLst>
            <pc:docMk/>
            <pc:sldMk cId="903028763" sldId="480"/>
            <ac:picMk id="6148" creationId="{00000000-0000-0000-0000-000000000000}"/>
          </ac:picMkLst>
        </pc:picChg>
        <pc:picChg chg="del">
          <ac:chgData name="Chittaranjan Hens" userId="6fc03958433e8a43" providerId="LiveId" clId="{309794F8-99CF-4983-9CCF-D5B7BCCE1DF4}" dt="2023-01-25T08:48:14.537" v="2847" actId="478"/>
          <ac:picMkLst>
            <pc:docMk/>
            <pc:sldMk cId="903028763" sldId="480"/>
            <ac:picMk id="6149" creationId="{00000000-0000-0000-0000-000000000000}"/>
          </ac:picMkLst>
        </pc:picChg>
        <pc:picChg chg="del">
          <ac:chgData name="Chittaranjan Hens" userId="6fc03958433e8a43" providerId="LiveId" clId="{309794F8-99CF-4983-9CCF-D5B7BCCE1DF4}" dt="2023-01-25T08:48:13.788" v="2846" actId="478"/>
          <ac:picMkLst>
            <pc:docMk/>
            <pc:sldMk cId="903028763" sldId="480"/>
            <ac:picMk id="6150" creationId="{00000000-0000-0000-0000-000000000000}"/>
          </ac:picMkLst>
        </pc:picChg>
        <pc:picChg chg="del">
          <ac:chgData name="Chittaranjan Hens" userId="6fc03958433e8a43" providerId="LiveId" clId="{309794F8-99CF-4983-9CCF-D5B7BCCE1DF4}" dt="2023-01-25T08:48:07.275" v="2844" actId="478"/>
          <ac:picMkLst>
            <pc:docMk/>
            <pc:sldMk cId="903028763" sldId="480"/>
            <ac:picMk id="6151" creationId="{00000000-0000-0000-0000-000000000000}"/>
          </ac:picMkLst>
        </pc:picChg>
        <pc:picChg chg="add del mod">
          <ac:chgData name="Chittaranjan Hens" userId="6fc03958433e8a43" providerId="LiveId" clId="{309794F8-99CF-4983-9CCF-D5B7BCCE1DF4}" dt="2023-01-25T09:03:27.911" v="3220" actId="478"/>
          <ac:picMkLst>
            <pc:docMk/>
            <pc:sldMk cId="903028763" sldId="480"/>
            <ac:picMk id="6172" creationId="{D1443A5C-1C86-FF45-BE23-103214CC36D8}"/>
          </ac:picMkLst>
        </pc:picChg>
        <pc:picChg chg="mod">
          <ac:chgData name="Chittaranjan Hens" userId="6fc03958433e8a43" providerId="LiveId" clId="{309794F8-99CF-4983-9CCF-D5B7BCCE1DF4}" dt="2023-01-25T09:04:47.407" v="3249"/>
          <ac:picMkLst>
            <pc:docMk/>
            <pc:sldMk cId="903028763" sldId="480"/>
            <ac:picMk id="6177" creationId="{BC379EC0-D5AF-C0E7-1C81-08C74D03FAE6}"/>
          </ac:picMkLst>
        </pc:picChg>
        <pc:cxnChg chg="del">
          <ac:chgData name="Chittaranjan Hens" userId="6fc03958433e8a43" providerId="LiveId" clId="{309794F8-99CF-4983-9CCF-D5B7BCCE1DF4}" dt="2023-01-25T08:48:15.297" v="2848" actId="478"/>
          <ac:cxnSpMkLst>
            <pc:docMk/>
            <pc:sldMk cId="903028763" sldId="480"/>
            <ac:cxnSpMk id="10" creationId="{00000000-0000-0000-0000-000000000000}"/>
          </ac:cxnSpMkLst>
        </pc:cxnChg>
      </pc:sldChg>
      <pc:sldChg chg="addSp delSp modSp add mod delAnim modAnim">
        <pc:chgData name="Chittaranjan Hens" userId="6fc03958433e8a43" providerId="LiveId" clId="{309794F8-99CF-4983-9CCF-D5B7BCCE1DF4}" dt="2023-01-26T03:57:31.996" v="3606" actId="14100"/>
        <pc:sldMkLst>
          <pc:docMk/>
          <pc:sldMk cId="1804185450" sldId="481"/>
        </pc:sldMkLst>
        <pc:spChg chg="add del mod">
          <ac:chgData name="Chittaranjan Hens" userId="6fc03958433e8a43" providerId="LiveId" clId="{309794F8-99CF-4983-9CCF-D5B7BCCE1DF4}" dt="2023-01-25T08:53:48.730" v="3075" actId="478"/>
          <ac:spMkLst>
            <pc:docMk/>
            <pc:sldMk cId="1804185450" sldId="481"/>
            <ac:spMk id="3" creationId="{A5372ECC-145D-7E2E-CB70-9D260931FFD3}"/>
          </ac:spMkLst>
        </pc:spChg>
        <pc:spChg chg="add del mod">
          <ac:chgData name="Chittaranjan Hens" userId="6fc03958433e8a43" providerId="LiveId" clId="{309794F8-99CF-4983-9CCF-D5B7BCCE1DF4}" dt="2023-01-25T08:54:51.467" v="3090" actId="478"/>
          <ac:spMkLst>
            <pc:docMk/>
            <pc:sldMk cId="1804185450" sldId="481"/>
            <ac:spMk id="5" creationId="{F0BD3F36-D993-A8D6-E829-E02320E23709}"/>
          </ac:spMkLst>
        </pc:spChg>
        <pc:spChg chg="mod">
          <ac:chgData name="Chittaranjan Hens" userId="6fc03958433e8a43" providerId="LiveId" clId="{309794F8-99CF-4983-9CCF-D5B7BCCE1DF4}" dt="2023-01-25T09:00:04.699" v="3199" actId="20577"/>
          <ac:spMkLst>
            <pc:docMk/>
            <pc:sldMk cId="1804185450" sldId="481"/>
            <ac:spMk id="6" creationId="{E9DAE0C5-EA0B-B4A5-FBF4-FD348A5940CF}"/>
          </ac:spMkLst>
        </pc:spChg>
        <pc:spChg chg="add del mod">
          <ac:chgData name="Chittaranjan Hens" userId="6fc03958433e8a43" providerId="LiveId" clId="{309794F8-99CF-4983-9CCF-D5B7BCCE1DF4}" dt="2023-01-25T08:54:47.682" v="3089" actId="478"/>
          <ac:spMkLst>
            <pc:docMk/>
            <pc:sldMk cId="1804185450" sldId="481"/>
            <ac:spMk id="7" creationId="{229EE98D-194B-30DA-3D43-6C4A94D36F4F}"/>
          </ac:spMkLst>
        </pc:spChg>
        <pc:spChg chg="add mod">
          <ac:chgData name="Chittaranjan Hens" userId="6fc03958433e8a43" providerId="LiveId" clId="{309794F8-99CF-4983-9CCF-D5B7BCCE1DF4}" dt="2023-01-25T09:13:54.526" v="3321" actId="113"/>
          <ac:spMkLst>
            <pc:docMk/>
            <pc:sldMk cId="1804185450" sldId="481"/>
            <ac:spMk id="8" creationId="{28A7BC29-A3B2-5F1D-6D59-1F5186D255BF}"/>
          </ac:spMkLst>
        </pc:spChg>
        <pc:spChg chg="add mod">
          <ac:chgData name="Chittaranjan Hens" userId="6fc03958433e8a43" providerId="LiveId" clId="{309794F8-99CF-4983-9CCF-D5B7BCCE1DF4}" dt="2023-01-25T09:14:00.243" v="3323" actId="113"/>
          <ac:spMkLst>
            <pc:docMk/>
            <pc:sldMk cId="1804185450" sldId="481"/>
            <ac:spMk id="9" creationId="{CCC3805E-DA3E-5141-B167-52CB9D9C212B}"/>
          </ac:spMkLst>
        </pc:spChg>
        <pc:spChg chg="add mod">
          <ac:chgData name="Chittaranjan Hens" userId="6fc03958433e8a43" providerId="LiveId" clId="{309794F8-99CF-4983-9CCF-D5B7BCCE1DF4}" dt="2023-01-25T09:06:35.824" v="3266" actId="1076"/>
          <ac:spMkLst>
            <pc:docMk/>
            <pc:sldMk cId="1804185450" sldId="481"/>
            <ac:spMk id="10" creationId="{F1AA2F35-9B5D-BDBC-126D-250A82ED05BB}"/>
          </ac:spMkLst>
        </pc:spChg>
        <pc:spChg chg="add mod">
          <ac:chgData name="Chittaranjan Hens" userId="6fc03958433e8a43" providerId="LiveId" clId="{309794F8-99CF-4983-9CCF-D5B7BCCE1DF4}" dt="2023-01-25T09:02:19.689" v="3216" actId="164"/>
          <ac:spMkLst>
            <pc:docMk/>
            <pc:sldMk cId="1804185450" sldId="481"/>
            <ac:spMk id="25" creationId="{9039844D-6D4F-DD1B-D06A-9C8E241E5A6C}"/>
          </ac:spMkLst>
        </pc:spChg>
        <pc:spChg chg="add mod">
          <ac:chgData name="Chittaranjan Hens" userId="6fc03958433e8a43" providerId="LiveId" clId="{309794F8-99CF-4983-9CCF-D5B7BCCE1DF4}" dt="2023-01-25T09:08:29.987" v="3292" actId="20577"/>
          <ac:spMkLst>
            <pc:docMk/>
            <pc:sldMk cId="1804185450" sldId="481"/>
            <ac:spMk id="27" creationId="{2493E728-2AAB-8928-942F-8486C64027A7}"/>
          </ac:spMkLst>
        </pc:spChg>
        <pc:spChg chg="add mod">
          <ac:chgData name="Chittaranjan Hens" userId="6fc03958433e8a43" providerId="LiveId" clId="{309794F8-99CF-4983-9CCF-D5B7BCCE1DF4}" dt="2023-01-26T03:57:31.996" v="3606" actId="14100"/>
          <ac:spMkLst>
            <pc:docMk/>
            <pc:sldMk cId="1804185450" sldId="481"/>
            <ac:spMk id="28" creationId="{8A3F56A6-52A4-AC98-50C8-EDC0BB0639E7}"/>
          </ac:spMkLst>
        </pc:spChg>
        <pc:spChg chg="add mod">
          <ac:chgData name="Chittaranjan Hens" userId="6fc03958433e8a43" providerId="LiveId" clId="{309794F8-99CF-4983-9CCF-D5B7BCCE1DF4}" dt="2023-01-25T09:09:27.592" v="3303" actId="20577"/>
          <ac:spMkLst>
            <pc:docMk/>
            <pc:sldMk cId="1804185450" sldId="481"/>
            <ac:spMk id="29" creationId="{C71664A5-E108-AC53-3F6C-E85B45739EFE}"/>
          </ac:spMkLst>
        </pc:spChg>
        <pc:spChg chg="mod">
          <ac:chgData name="Chittaranjan Hens" userId="6fc03958433e8a43" providerId="LiveId" clId="{309794F8-99CF-4983-9CCF-D5B7BCCE1DF4}" dt="2023-01-25T09:13:45.184" v="3318" actId="1076"/>
          <ac:spMkLst>
            <pc:docMk/>
            <pc:sldMk cId="1804185450" sldId="481"/>
            <ac:spMk id="6155" creationId="{BB4A131F-18D1-2407-EECB-95F365B5F7DA}"/>
          </ac:spMkLst>
        </pc:spChg>
        <pc:spChg chg="del">
          <ac:chgData name="Chittaranjan Hens" userId="6fc03958433e8a43" providerId="LiveId" clId="{309794F8-99CF-4983-9CCF-D5B7BCCE1DF4}" dt="2023-01-25T08:53:00.470" v="3063" actId="478"/>
          <ac:spMkLst>
            <pc:docMk/>
            <pc:sldMk cId="1804185450" sldId="481"/>
            <ac:spMk id="6156" creationId="{CD5541B4-54A8-B9F7-5D91-7FC48738A5E7}"/>
          </ac:spMkLst>
        </pc:spChg>
        <pc:spChg chg="del">
          <ac:chgData name="Chittaranjan Hens" userId="6fc03958433e8a43" providerId="LiveId" clId="{309794F8-99CF-4983-9CCF-D5B7BCCE1DF4}" dt="2023-01-25T08:53:00.470" v="3063" actId="478"/>
          <ac:spMkLst>
            <pc:docMk/>
            <pc:sldMk cId="1804185450" sldId="481"/>
            <ac:spMk id="6157" creationId="{3EA4BE20-D3BB-A775-BAD5-25485D484F4B}"/>
          </ac:spMkLst>
        </pc:spChg>
        <pc:spChg chg="mod">
          <ac:chgData name="Chittaranjan Hens" userId="6fc03958433e8a43" providerId="LiveId" clId="{309794F8-99CF-4983-9CCF-D5B7BCCE1DF4}" dt="2023-01-25T09:13:51.664" v="3320" actId="113"/>
          <ac:spMkLst>
            <pc:docMk/>
            <pc:sldMk cId="1804185450" sldId="481"/>
            <ac:spMk id="6158" creationId="{795C5B30-BE7C-B433-56A7-5AC0B564C28D}"/>
          </ac:spMkLst>
        </pc:spChg>
        <pc:grpChg chg="add mod">
          <ac:chgData name="Chittaranjan Hens" userId="6fc03958433e8a43" providerId="LiveId" clId="{309794F8-99CF-4983-9CCF-D5B7BCCE1DF4}" dt="2023-01-25T09:04:32.275" v="3248" actId="1076"/>
          <ac:grpSpMkLst>
            <pc:docMk/>
            <pc:sldMk cId="1804185450" sldId="481"/>
            <ac:grpSpMk id="26" creationId="{0C914B07-F592-174E-0A74-1E4E5456F6C5}"/>
          </ac:grpSpMkLst>
        </pc:grpChg>
        <pc:graphicFrameChg chg="add del mod replId">
          <ac:chgData name="Chittaranjan Hens" userId="6fc03958433e8a43" providerId="LiveId" clId="{309794F8-99CF-4983-9CCF-D5B7BCCE1DF4}" dt="2023-01-25T08:53:39.674" v="3073"/>
          <ac:graphicFrameMkLst>
            <pc:docMk/>
            <pc:sldMk cId="1804185450" sldId="481"/>
            <ac:graphicFrameMk id="11" creationId="{A5372ECC-145D-7E2E-CB70-9D260931FFD3}"/>
          </ac:graphicFrameMkLst>
        </pc:graphicFrameChg>
        <pc:graphicFrameChg chg="add del mod replId">
          <ac:chgData name="Chittaranjan Hens" userId="6fc03958433e8a43" providerId="LiveId" clId="{309794F8-99CF-4983-9CCF-D5B7BCCE1DF4}" dt="2023-01-25T08:53:39.674" v="3073"/>
          <ac:graphicFrameMkLst>
            <pc:docMk/>
            <pc:sldMk cId="1804185450" sldId="481"/>
            <ac:graphicFrameMk id="13" creationId="{F0BD3F36-D993-A8D6-E829-E02320E23709}"/>
          </ac:graphicFrameMkLst>
        </pc:graphicFrameChg>
        <pc:graphicFrameChg chg="add del mod replId">
          <ac:chgData name="Chittaranjan Hens" userId="6fc03958433e8a43" providerId="LiveId" clId="{309794F8-99CF-4983-9CCF-D5B7BCCE1DF4}" dt="2023-01-25T08:53:39.674" v="3073"/>
          <ac:graphicFrameMkLst>
            <pc:docMk/>
            <pc:sldMk cId="1804185450" sldId="481"/>
            <ac:graphicFrameMk id="15" creationId="{229EE98D-194B-30DA-3D43-6C4A94D36F4F}"/>
          </ac:graphicFrameMkLst>
        </pc:graphicFrameChg>
        <pc:graphicFrameChg chg="add del mod replId">
          <ac:chgData name="Chittaranjan Hens" userId="6fc03958433e8a43" providerId="LiveId" clId="{309794F8-99CF-4983-9CCF-D5B7BCCE1DF4}" dt="2023-01-25T08:53:39.674" v="3073"/>
          <ac:graphicFrameMkLst>
            <pc:docMk/>
            <pc:sldMk cId="1804185450" sldId="481"/>
            <ac:graphicFrameMk id="17" creationId="{28A7BC29-A3B2-5F1D-6D59-1F5186D255BF}"/>
          </ac:graphicFrameMkLst>
        </pc:graphicFrameChg>
        <pc:graphicFrameChg chg="add del mod replId">
          <ac:chgData name="Chittaranjan Hens" userId="6fc03958433e8a43" providerId="LiveId" clId="{309794F8-99CF-4983-9CCF-D5B7BCCE1DF4}" dt="2023-01-25T08:53:39.674" v="3073"/>
          <ac:graphicFrameMkLst>
            <pc:docMk/>
            <pc:sldMk cId="1804185450" sldId="481"/>
            <ac:graphicFrameMk id="19" creationId="{CCC3805E-DA3E-5141-B167-52CB9D9C212B}"/>
          </ac:graphicFrameMkLst>
        </pc:graphicFrameChg>
        <pc:graphicFrameChg chg="add del mod replId">
          <ac:chgData name="Chittaranjan Hens" userId="6fc03958433e8a43" providerId="LiveId" clId="{309794F8-99CF-4983-9CCF-D5B7BCCE1DF4}" dt="2023-01-25T08:53:39.674" v="3073"/>
          <ac:graphicFrameMkLst>
            <pc:docMk/>
            <pc:sldMk cId="1804185450" sldId="481"/>
            <ac:graphicFrameMk id="22" creationId="{F1AA2F35-9B5D-BDBC-126D-250A82ED05BB}"/>
          </ac:graphicFrameMkLst>
        </pc:graphicFrameChg>
        <pc:picChg chg="mod">
          <ac:chgData name="Chittaranjan Hens" userId="6fc03958433e8a43" providerId="LiveId" clId="{309794F8-99CF-4983-9CCF-D5B7BCCE1DF4}" dt="2023-01-25T09:07:43.557" v="3278" actId="1076"/>
          <ac:picMkLst>
            <pc:docMk/>
            <pc:sldMk cId="1804185450" sldId="481"/>
            <ac:picMk id="2" creationId="{D46632B5-BEDB-5424-58D9-B31AA1BB1767}"/>
          </ac:picMkLst>
        </pc:picChg>
        <pc:picChg chg="mod">
          <ac:chgData name="Chittaranjan Hens" userId="6fc03958433e8a43" providerId="LiveId" clId="{309794F8-99CF-4983-9CCF-D5B7BCCE1DF4}" dt="2023-01-25T09:02:19.689" v="3216" actId="164"/>
          <ac:picMkLst>
            <pc:docMk/>
            <pc:sldMk cId="1804185450" sldId="481"/>
            <ac:picMk id="6172" creationId="{D1443A5C-1C86-FF45-BE23-103214CC36D8}"/>
          </ac:picMkLst>
        </pc:picChg>
      </pc:sldChg>
      <pc:sldChg chg="add del">
        <pc:chgData name="Chittaranjan Hens" userId="6fc03958433e8a43" providerId="LiveId" clId="{309794F8-99CF-4983-9CCF-D5B7BCCE1DF4}" dt="2023-01-25T08:48:50.710" v="2852"/>
        <pc:sldMkLst>
          <pc:docMk/>
          <pc:sldMk cId="3360002119" sldId="481"/>
        </pc:sldMkLst>
      </pc:sldChg>
      <pc:sldChg chg="add">
        <pc:chgData name="Chittaranjan Hens" userId="6fc03958433e8a43" providerId="LiveId" clId="{309794F8-99CF-4983-9CCF-D5B7BCCE1DF4}" dt="2023-01-26T03:57:46.912" v="3607"/>
        <pc:sldMkLst>
          <pc:docMk/>
          <pc:sldMk cId="275163279" sldId="482"/>
        </pc:sldMkLst>
      </pc:sldChg>
      <pc:sldChg chg="add del">
        <pc:chgData name="Chittaranjan Hens" userId="6fc03958433e8a43" providerId="LiveId" clId="{309794F8-99CF-4983-9CCF-D5B7BCCE1DF4}" dt="2023-01-25T08:47:56.746" v="2842"/>
        <pc:sldMkLst>
          <pc:docMk/>
          <pc:sldMk cId="0" sldId="636"/>
        </pc:sldMkLst>
      </pc:sldChg>
      <pc:sldChg chg="add del">
        <pc:chgData name="Chittaranjan Hens" userId="6fc03958433e8a43" providerId="LiveId" clId="{309794F8-99CF-4983-9CCF-D5B7BCCE1DF4}" dt="2023-01-25T08:47:56.746" v="2842"/>
        <pc:sldMkLst>
          <pc:docMk/>
          <pc:sldMk cId="0" sldId="637"/>
        </pc:sldMkLst>
      </pc:sldChg>
      <pc:sldChg chg="add del">
        <pc:chgData name="Chittaranjan Hens" userId="6fc03958433e8a43" providerId="LiveId" clId="{309794F8-99CF-4983-9CCF-D5B7BCCE1DF4}" dt="2023-01-25T08:47:56.746" v="2842"/>
        <pc:sldMkLst>
          <pc:docMk/>
          <pc:sldMk cId="0" sldId="638"/>
        </pc:sldMkLst>
      </pc:sldChg>
      <pc:sldChg chg="add del">
        <pc:chgData name="Chittaranjan Hens" userId="6fc03958433e8a43" providerId="LiveId" clId="{309794F8-99CF-4983-9CCF-D5B7BCCE1DF4}" dt="2023-01-25T08:47:56.746" v="2842"/>
        <pc:sldMkLst>
          <pc:docMk/>
          <pc:sldMk cId="0" sldId="639"/>
        </pc:sldMkLst>
      </pc:sldChg>
      <pc:sldChg chg="add del">
        <pc:chgData name="Chittaranjan Hens" userId="6fc03958433e8a43" providerId="LiveId" clId="{309794F8-99CF-4983-9CCF-D5B7BCCE1DF4}" dt="2023-01-25T08:47:56.746" v="2842"/>
        <pc:sldMkLst>
          <pc:docMk/>
          <pc:sldMk cId="0" sldId="640"/>
        </pc:sldMkLst>
      </pc:sldChg>
      <pc:sldChg chg="add del">
        <pc:chgData name="Chittaranjan Hens" userId="6fc03958433e8a43" providerId="LiveId" clId="{309794F8-99CF-4983-9CCF-D5B7BCCE1DF4}" dt="2023-01-25T08:47:56.746" v="2842"/>
        <pc:sldMkLst>
          <pc:docMk/>
          <pc:sldMk cId="0" sldId="64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3FD574-AE2A-4A1A-A679-6DEEAE2EF300}" type="datetimeFigureOut">
              <a:rPr lang="en-IN" smtClean="0"/>
              <a:t>18-01-2026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20B0FD-EAEC-42C8-8DE4-1A7E53DBBB9B}" type="slidenum">
              <a:rPr lang="en-IN" smtClean="0"/>
              <a:t>‹#›</a:t>
            </a:fld>
            <a:endParaRPr lang="en-IN"/>
          </a:p>
        </p:txBody>
      </p:sp>
    </p:spTree>
    <p:extLst>
      <p:ext uri="{BB962C8B-B14F-4D97-AF65-F5344CB8AC3E}">
        <p14:creationId xmlns:p14="http://schemas.microsoft.com/office/powerpoint/2010/main" val="429445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en.wikipedia.org/wiki/Proportionality_(mathematics)"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2C06A480-9107-4DF0-80D8-AF340781E08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a:extLst>
              <a:ext uri="{FF2B5EF4-FFF2-40B4-BE49-F238E27FC236}">
                <a16:creationId xmlns:a16="http://schemas.microsoft.com/office/drawing/2014/main" id="{A5C7FF5D-0885-4BC6-B513-8F540F32078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000000"/>
                </a:solidFill>
                <a:latin typeface="Arial" panose="020B0604020202020204" pitchFamily="34" charset="0"/>
              </a:rPr>
              <a:t>Contrary to the bacteria model, living condition for animals significantly vary during the year. Some species are fertile just for particular season of year, not every existing animal reproduce etc. For this reason, the system might be better described by a discrete difference equation than a continuous differential equation. </a:t>
            </a:r>
          </a:p>
          <a:p>
            <a:endParaRPr lang="en-IN" altLang="en-US"/>
          </a:p>
        </p:txBody>
      </p:sp>
      <p:sp>
        <p:nvSpPr>
          <p:cNvPr id="4" name="Slide Number Placeholder 3">
            <a:extLst>
              <a:ext uri="{FF2B5EF4-FFF2-40B4-BE49-F238E27FC236}">
                <a16:creationId xmlns:a16="http://schemas.microsoft.com/office/drawing/2014/main" id="{7859CFE6-641A-4AB5-B1C9-CD02C1CCB09B}"/>
              </a:ext>
            </a:extLst>
          </p:cNvPr>
          <p:cNvSpPr>
            <a:spLocks noGrp="1"/>
          </p:cNvSpPr>
          <p:nvPr>
            <p:ph type="sldNum" sz="quarter" idx="5"/>
          </p:nvPr>
        </p:nvSpPr>
        <p:spPr/>
        <p:txBody>
          <a:bodyPr/>
          <a:lstStyle/>
          <a:p>
            <a:pPr>
              <a:defRPr/>
            </a:pPr>
            <a:fld id="{C96926FD-6BD9-4BC2-9BD6-ACBD0DCB23B4}" type="slidenum">
              <a:rPr lang="en-IN" smtClean="0"/>
              <a:pPr>
                <a:defRPr/>
              </a:pPr>
              <a:t>4</a:t>
            </a:fld>
            <a:endParaRPr lang="en-I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C5B5BCAF-E60B-4390-AC0F-A9BAEA7B1AA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a:extLst>
              <a:ext uri="{FF2B5EF4-FFF2-40B4-BE49-F238E27FC236}">
                <a16:creationId xmlns:a16="http://schemas.microsoft.com/office/drawing/2014/main" id="{B2423A43-C656-498F-8A1C-DE5E17FBDED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IN" altLang="en-US" b="1" i="1"/>
              <a:t>reproduction</a:t>
            </a:r>
            <a:r>
              <a:rPr lang="en-IN" altLang="en-US" b="1"/>
              <a:t>  :   </a:t>
            </a:r>
            <a:r>
              <a:rPr lang="en-IN" altLang="en-US"/>
              <a:t>where the population will increase at a rate </a:t>
            </a:r>
            <a:r>
              <a:rPr lang="en-IN" altLang="en-US">
                <a:hlinkClick r:id="rId3" tooltip="Proportionality (mathematics)"/>
              </a:rPr>
              <a:t>proportional</a:t>
            </a:r>
            <a:r>
              <a:rPr lang="en-IN" altLang="en-US"/>
              <a:t> to the current population when the population size is small.</a:t>
            </a:r>
          </a:p>
          <a:p>
            <a:r>
              <a:rPr lang="en-IN" altLang="en-US" b="1" i="1"/>
              <a:t>starvation</a:t>
            </a:r>
            <a:r>
              <a:rPr lang="en-IN" altLang="en-US" b="1"/>
              <a:t> (density-dependent mortality)   :   </a:t>
            </a:r>
            <a:r>
              <a:rPr lang="en-IN" altLang="en-US"/>
              <a:t>where the growth rate will decrease at a rate proportional to the value obtained by taking the theoretical "carrying capacity" of the environment less the current population.</a:t>
            </a:r>
          </a:p>
          <a:p>
            <a:r>
              <a:rPr lang="en-IN" altLang="en-US" i="1"/>
              <a:t>x</a:t>
            </a:r>
            <a:r>
              <a:rPr lang="en-IN" altLang="en-US" i="1" baseline="-25000"/>
              <a:t>n</a:t>
            </a:r>
            <a:r>
              <a:rPr lang="en-IN" altLang="en-US"/>
              <a:t> is a number between zero and one that represents the ratio of existing population to the maximum possible population.</a:t>
            </a:r>
          </a:p>
        </p:txBody>
      </p:sp>
      <p:sp>
        <p:nvSpPr>
          <p:cNvPr id="4" name="Slide Number Placeholder 3">
            <a:extLst>
              <a:ext uri="{FF2B5EF4-FFF2-40B4-BE49-F238E27FC236}">
                <a16:creationId xmlns:a16="http://schemas.microsoft.com/office/drawing/2014/main" id="{7C88BAAE-891A-4353-A7D9-31F6523AFEB4}"/>
              </a:ext>
            </a:extLst>
          </p:cNvPr>
          <p:cNvSpPr>
            <a:spLocks noGrp="1"/>
          </p:cNvSpPr>
          <p:nvPr>
            <p:ph type="sldNum" sz="quarter" idx="5"/>
          </p:nvPr>
        </p:nvSpPr>
        <p:spPr/>
        <p:txBody>
          <a:bodyPr/>
          <a:lstStyle/>
          <a:p>
            <a:pPr>
              <a:defRPr/>
            </a:pPr>
            <a:fld id="{8297A243-1CE3-4B0A-B62E-C31B3EFF1238}" type="slidenum">
              <a:rPr lang="en-IN" smtClean="0"/>
              <a:pPr>
                <a:defRPr/>
              </a:pPr>
              <a:t>6</a:t>
            </a:fld>
            <a:endParaRPr lang="en-I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2B8E2907-F067-470B-91AE-5766A1D5FC0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a:extLst>
              <a:ext uri="{FF2B5EF4-FFF2-40B4-BE49-F238E27FC236}">
                <a16:creationId xmlns:a16="http://schemas.microsoft.com/office/drawing/2014/main" id="{F371B8F3-0144-4B07-8F61-BE2293C3098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defTabSz="685800">
              <a:lnSpc>
                <a:spcPct val="90000"/>
              </a:lnSpc>
              <a:spcBef>
                <a:spcPts val="750"/>
              </a:spcBef>
              <a:buFontTx/>
              <a:buChar char="•"/>
            </a:pPr>
            <a:r>
              <a:rPr lang="en-US" altLang="en-US" sz="2400">
                <a:solidFill>
                  <a:srgbClr val="000000"/>
                </a:solidFill>
                <a:sym typeface="Symbol" panose="05050102010706020507" pitchFamily="18" charset="2"/>
              </a:rPr>
              <a:t>The solution passes through initial point (</a:t>
            </a:r>
            <a:r>
              <a:rPr lang="en-US" altLang="en-US" sz="2400" i="1">
                <a:solidFill>
                  <a:srgbClr val="000000"/>
                </a:solidFill>
                <a:sym typeface="Symbol" panose="05050102010706020507" pitchFamily="18" charset="2"/>
              </a:rPr>
              <a:t>t</a:t>
            </a:r>
            <a:r>
              <a:rPr lang="en-US" altLang="en-US" sz="2400" baseline="-25000">
                <a:solidFill>
                  <a:srgbClr val="000000"/>
                </a:solidFill>
                <a:sym typeface="Symbol" panose="05050102010706020507" pitchFamily="18" charset="2"/>
              </a:rPr>
              <a:t>0</a:t>
            </a:r>
            <a:r>
              <a:rPr lang="en-US" altLang="en-US" sz="2400">
                <a:solidFill>
                  <a:srgbClr val="000000"/>
                </a:solidFill>
                <a:sym typeface="Symbol" panose="05050102010706020507" pitchFamily="18" charset="2"/>
              </a:rPr>
              <a:t>, </a:t>
            </a:r>
            <a:r>
              <a:rPr lang="en-US" altLang="en-US" sz="2400" i="1">
                <a:solidFill>
                  <a:srgbClr val="000000"/>
                </a:solidFill>
                <a:sym typeface="Symbol" panose="05050102010706020507" pitchFamily="18" charset="2"/>
              </a:rPr>
              <a:t>y</a:t>
            </a:r>
            <a:r>
              <a:rPr lang="en-US" altLang="en-US" sz="2400" baseline="-25000">
                <a:solidFill>
                  <a:srgbClr val="000000"/>
                </a:solidFill>
                <a:sym typeface="Symbol" panose="05050102010706020507" pitchFamily="18" charset="2"/>
              </a:rPr>
              <a:t>0</a:t>
            </a:r>
            <a:r>
              <a:rPr lang="en-US" altLang="en-US" sz="2400">
                <a:solidFill>
                  <a:srgbClr val="000000"/>
                </a:solidFill>
                <a:sym typeface="Symbol" panose="05050102010706020507" pitchFamily="18" charset="2"/>
              </a:rPr>
              <a:t>) with slope </a:t>
            </a:r>
          </a:p>
          <a:p>
            <a:pPr marL="171450" indent="-171450" defTabSz="685800">
              <a:lnSpc>
                <a:spcPct val="90000"/>
              </a:lnSpc>
              <a:spcBef>
                <a:spcPts val="750"/>
              </a:spcBef>
            </a:pPr>
            <a:r>
              <a:rPr lang="en-US" altLang="en-US" sz="2400" i="1">
                <a:solidFill>
                  <a:srgbClr val="000000"/>
                </a:solidFill>
                <a:sym typeface="Symbol" panose="05050102010706020507" pitchFamily="18" charset="2"/>
              </a:rPr>
              <a:t>	f</a:t>
            </a:r>
            <a:r>
              <a:rPr lang="en-US" altLang="en-US" sz="800">
                <a:solidFill>
                  <a:srgbClr val="000000"/>
                </a:solidFill>
                <a:sym typeface="Symbol" panose="05050102010706020507" pitchFamily="18" charset="2"/>
              </a:rPr>
              <a:t> </a:t>
            </a:r>
            <a:r>
              <a:rPr lang="en-US" altLang="en-US" sz="2400">
                <a:solidFill>
                  <a:srgbClr val="000000"/>
                </a:solidFill>
                <a:sym typeface="Symbol" panose="05050102010706020507" pitchFamily="18" charset="2"/>
              </a:rPr>
              <a:t>(</a:t>
            </a:r>
            <a:r>
              <a:rPr lang="en-US" altLang="en-US" sz="2400" i="1">
                <a:solidFill>
                  <a:srgbClr val="000000"/>
                </a:solidFill>
                <a:sym typeface="Symbol" panose="05050102010706020507" pitchFamily="18" charset="2"/>
              </a:rPr>
              <a:t>t</a:t>
            </a:r>
            <a:r>
              <a:rPr lang="en-US" altLang="en-US" sz="2400" baseline="-25000">
                <a:solidFill>
                  <a:srgbClr val="000000"/>
                </a:solidFill>
                <a:sym typeface="Symbol" panose="05050102010706020507" pitchFamily="18" charset="2"/>
              </a:rPr>
              <a:t>0</a:t>
            </a:r>
            <a:r>
              <a:rPr lang="en-US" altLang="en-US" sz="2400">
                <a:solidFill>
                  <a:srgbClr val="000000"/>
                </a:solidFill>
                <a:sym typeface="Symbol" panose="05050102010706020507" pitchFamily="18" charset="2"/>
              </a:rPr>
              <a:t>,</a:t>
            </a:r>
            <a:r>
              <a:rPr lang="en-US" altLang="en-US" sz="800">
                <a:solidFill>
                  <a:srgbClr val="000000"/>
                </a:solidFill>
                <a:sym typeface="Symbol" panose="05050102010706020507" pitchFamily="18" charset="2"/>
              </a:rPr>
              <a:t> </a:t>
            </a:r>
            <a:r>
              <a:rPr lang="en-US" altLang="en-US" sz="2400" i="1">
                <a:solidFill>
                  <a:srgbClr val="000000"/>
                </a:solidFill>
                <a:sym typeface="Symbol" panose="05050102010706020507" pitchFamily="18" charset="2"/>
              </a:rPr>
              <a:t>y</a:t>
            </a:r>
            <a:r>
              <a:rPr lang="en-US" altLang="en-US" sz="2400" baseline="-25000">
                <a:solidFill>
                  <a:srgbClr val="000000"/>
                </a:solidFill>
                <a:sym typeface="Symbol" panose="05050102010706020507" pitchFamily="18" charset="2"/>
              </a:rPr>
              <a:t>0</a:t>
            </a:r>
            <a:r>
              <a:rPr lang="en-US" altLang="en-US" sz="2400">
                <a:solidFill>
                  <a:srgbClr val="000000"/>
                </a:solidFill>
                <a:sym typeface="Symbol" panose="05050102010706020507" pitchFamily="18" charset="2"/>
              </a:rPr>
              <a:t>). </a:t>
            </a:r>
            <a:endParaRPr lang="en-IN" altLang="en-US"/>
          </a:p>
        </p:txBody>
      </p:sp>
      <p:sp>
        <p:nvSpPr>
          <p:cNvPr id="4" name="Slide Number Placeholder 3">
            <a:extLst>
              <a:ext uri="{FF2B5EF4-FFF2-40B4-BE49-F238E27FC236}">
                <a16:creationId xmlns:a16="http://schemas.microsoft.com/office/drawing/2014/main" id="{23A29B52-6504-4A86-8841-532DAD9C06FC}"/>
              </a:ext>
            </a:extLst>
          </p:cNvPr>
          <p:cNvSpPr>
            <a:spLocks noGrp="1"/>
          </p:cNvSpPr>
          <p:nvPr>
            <p:ph type="sldNum" sz="quarter" idx="5"/>
          </p:nvPr>
        </p:nvSpPr>
        <p:spPr/>
        <p:txBody>
          <a:bodyPr/>
          <a:lstStyle/>
          <a:p>
            <a:pPr>
              <a:defRPr/>
            </a:pPr>
            <a:fld id="{336F176B-EC7B-4094-BA95-2DDC741FA769}" type="slidenum">
              <a:rPr lang="en-IN" smtClean="0"/>
              <a:pPr>
                <a:defRPr/>
              </a:pPr>
              <a:t>16</a:t>
            </a:fld>
            <a:endParaRPr lang="en-IN"/>
          </a:p>
        </p:txBody>
      </p:sp>
    </p:spTree>
    <p:extLst>
      <p:ext uri="{BB962C8B-B14F-4D97-AF65-F5344CB8AC3E}">
        <p14:creationId xmlns:p14="http://schemas.microsoft.com/office/powerpoint/2010/main" val="3601676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2BD75-1660-FAE0-E815-CEB4E37B44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BC886EF-9B49-13BD-AC49-1DF0A369D6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C3A2ED0-03EC-8572-1AF1-492D59B4C05B}"/>
              </a:ext>
            </a:extLst>
          </p:cNvPr>
          <p:cNvSpPr>
            <a:spLocks noGrp="1"/>
          </p:cNvSpPr>
          <p:nvPr>
            <p:ph type="dt" sz="half" idx="10"/>
          </p:nvPr>
        </p:nvSpPr>
        <p:spPr/>
        <p:txBody>
          <a:bodyPr/>
          <a:lstStyle/>
          <a:p>
            <a:fld id="{DC1AAD5F-3054-4CD1-A769-75C0A00C900B}" type="datetimeFigureOut">
              <a:rPr lang="en-IN" smtClean="0"/>
              <a:t>18-01-2026</a:t>
            </a:fld>
            <a:endParaRPr lang="en-IN"/>
          </a:p>
        </p:txBody>
      </p:sp>
      <p:sp>
        <p:nvSpPr>
          <p:cNvPr id="5" name="Footer Placeholder 4">
            <a:extLst>
              <a:ext uri="{FF2B5EF4-FFF2-40B4-BE49-F238E27FC236}">
                <a16:creationId xmlns:a16="http://schemas.microsoft.com/office/drawing/2014/main" id="{16EA62E2-3501-E0AE-9189-576DF777DD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50A4FC-2F6C-68C8-B654-97290FCE17E6}"/>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3193436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61FD0-71BA-93C3-99B3-1B939A7E1D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96F7457-DDF6-8C80-5AF0-EC34015C48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367038-344E-91F7-9CEF-945FAC0FF2FE}"/>
              </a:ext>
            </a:extLst>
          </p:cNvPr>
          <p:cNvSpPr>
            <a:spLocks noGrp="1"/>
          </p:cNvSpPr>
          <p:nvPr>
            <p:ph type="dt" sz="half" idx="10"/>
          </p:nvPr>
        </p:nvSpPr>
        <p:spPr/>
        <p:txBody>
          <a:bodyPr/>
          <a:lstStyle/>
          <a:p>
            <a:fld id="{DC1AAD5F-3054-4CD1-A769-75C0A00C900B}" type="datetimeFigureOut">
              <a:rPr lang="en-IN" smtClean="0"/>
              <a:t>18-01-2026</a:t>
            </a:fld>
            <a:endParaRPr lang="en-IN"/>
          </a:p>
        </p:txBody>
      </p:sp>
      <p:sp>
        <p:nvSpPr>
          <p:cNvPr id="5" name="Footer Placeholder 4">
            <a:extLst>
              <a:ext uri="{FF2B5EF4-FFF2-40B4-BE49-F238E27FC236}">
                <a16:creationId xmlns:a16="http://schemas.microsoft.com/office/drawing/2014/main" id="{D22A37A2-2CE4-2EF6-8EAD-EA8651FE78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82E1D5-49D2-A576-F7E3-2B2497C8B67E}"/>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3125127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B583A-FF83-6BD4-EC2E-0D1C42F28A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BDFF147-1BA5-BC76-DB11-BD22DA91E0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582B8E-0D70-CC2E-8ED3-81EA35DB4F23}"/>
              </a:ext>
            </a:extLst>
          </p:cNvPr>
          <p:cNvSpPr>
            <a:spLocks noGrp="1"/>
          </p:cNvSpPr>
          <p:nvPr>
            <p:ph type="dt" sz="half" idx="10"/>
          </p:nvPr>
        </p:nvSpPr>
        <p:spPr/>
        <p:txBody>
          <a:bodyPr/>
          <a:lstStyle/>
          <a:p>
            <a:fld id="{DC1AAD5F-3054-4CD1-A769-75C0A00C900B}" type="datetimeFigureOut">
              <a:rPr lang="en-IN" smtClean="0"/>
              <a:t>18-01-2026</a:t>
            </a:fld>
            <a:endParaRPr lang="en-IN"/>
          </a:p>
        </p:txBody>
      </p:sp>
      <p:sp>
        <p:nvSpPr>
          <p:cNvPr id="5" name="Footer Placeholder 4">
            <a:extLst>
              <a:ext uri="{FF2B5EF4-FFF2-40B4-BE49-F238E27FC236}">
                <a16:creationId xmlns:a16="http://schemas.microsoft.com/office/drawing/2014/main" id="{56B36196-D545-AEB9-BCFA-ADDB3B6260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23DBC5-55E1-20DF-9733-71E30C29A72A}"/>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4121495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D9984-11A2-AEA0-7A4E-ED01BE2E9E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6AE9FD-B0A1-1B26-B90C-69CB0D6A1F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6C9F190-31B9-3B44-AEF7-CFC800A3FC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5DAC633-3561-AAF7-2B0C-1CC2A4FD9D3D}"/>
              </a:ext>
            </a:extLst>
          </p:cNvPr>
          <p:cNvSpPr>
            <a:spLocks noGrp="1"/>
          </p:cNvSpPr>
          <p:nvPr>
            <p:ph type="dt" sz="half" idx="10"/>
          </p:nvPr>
        </p:nvSpPr>
        <p:spPr/>
        <p:txBody>
          <a:bodyPr/>
          <a:lstStyle/>
          <a:p>
            <a:fld id="{DC1AAD5F-3054-4CD1-A769-75C0A00C900B}" type="datetimeFigureOut">
              <a:rPr lang="en-IN" smtClean="0"/>
              <a:t>18-01-2026</a:t>
            </a:fld>
            <a:endParaRPr lang="en-IN"/>
          </a:p>
        </p:txBody>
      </p:sp>
      <p:sp>
        <p:nvSpPr>
          <p:cNvPr id="6" name="Footer Placeholder 5">
            <a:extLst>
              <a:ext uri="{FF2B5EF4-FFF2-40B4-BE49-F238E27FC236}">
                <a16:creationId xmlns:a16="http://schemas.microsoft.com/office/drawing/2014/main" id="{E8A31FB5-3EB7-4F67-540D-83FE2DEB3F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D44979-12B9-05E3-29E7-FB5C2A0B9406}"/>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220423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04F16-F6AA-5726-88AD-8BB39CCD572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745142-33EE-6E58-7319-5D1911D4F6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4009E0-54F6-3690-AEC1-B0432FD222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A99F6AA-A236-87C0-8824-D7713CB89F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F89FC7-4741-957A-3D38-9F2E2945A8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53A3456-ADCB-4BBC-2952-4A483C01F949}"/>
              </a:ext>
            </a:extLst>
          </p:cNvPr>
          <p:cNvSpPr>
            <a:spLocks noGrp="1"/>
          </p:cNvSpPr>
          <p:nvPr>
            <p:ph type="dt" sz="half" idx="10"/>
          </p:nvPr>
        </p:nvSpPr>
        <p:spPr/>
        <p:txBody>
          <a:bodyPr/>
          <a:lstStyle/>
          <a:p>
            <a:fld id="{DC1AAD5F-3054-4CD1-A769-75C0A00C900B}" type="datetimeFigureOut">
              <a:rPr lang="en-IN" smtClean="0"/>
              <a:t>18-01-2026</a:t>
            </a:fld>
            <a:endParaRPr lang="en-IN"/>
          </a:p>
        </p:txBody>
      </p:sp>
      <p:sp>
        <p:nvSpPr>
          <p:cNvPr id="8" name="Footer Placeholder 7">
            <a:extLst>
              <a:ext uri="{FF2B5EF4-FFF2-40B4-BE49-F238E27FC236}">
                <a16:creationId xmlns:a16="http://schemas.microsoft.com/office/drawing/2014/main" id="{2E5CAE05-C1FF-E42D-228C-05446FA37FA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2959D13-BAA3-21E7-F349-BC9D871DE9E1}"/>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686534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E9CC2-5F9E-AB21-78BB-21B20AB916C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0914B66-B0B5-38DE-FDAC-3E10592EB898}"/>
              </a:ext>
            </a:extLst>
          </p:cNvPr>
          <p:cNvSpPr>
            <a:spLocks noGrp="1"/>
          </p:cNvSpPr>
          <p:nvPr>
            <p:ph type="dt" sz="half" idx="10"/>
          </p:nvPr>
        </p:nvSpPr>
        <p:spPr/>
        <p:txBody>
          <a:bodyPr/>
          <a:lstStyle/>
          <a:p>
            <a:fld id="{DC1AAD5F-3054-4CD1-A769-75C0A00C900B}" type="datetimeFigureOut">
              <a:rPr lang="en-IN" smtClean="0"/>
              <a:t>18-01-2026</a:t>
            </a:fld>
            <a:endParaRPr lang="en-IN"/>
          </a:p>
        </p:txBody>
      </p:sp>
      <p:sp>
        <p:nvSpPr>
          <p:cNvPr id="4" name="Footer Placeholder 3">
            <a:extLst>
              <a:ext uri="{FF2B5EF4-FFF2-40B4-BE49-F238E27FC236}">
                <a16:creationId xmlns:a16="http://schemas.microsoft.com/office/drawing/2014/main" id="{94A1CDDE-72E2-7EE0-7BB1-A262167090F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55F000-2EE9-FCD0-FAFF-835FD6B59D9C}"/>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161556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CBB12D-1998-6E52-CA00-BA35666C1EC9}"/>
              </a:ext>
            </a:extLst>
          </p:cNvPr>
          <p:cNvSpPr>
            <a:spLocks noGrp="1"/>
          </p:cNvSpPr>
          <p:nvPr>
            <p:ph type="dt" sz="half" idx="10"/>
          </p:nvPr>
        </p:nvSpPr>
        <p:spPr/>
        <p:txBody>
          <a:bodyPr/>
          <a:lstStyle/>
          <a:p>
            <a:fld id="{DC1AAD5F-3054-4CD1-A769-75C0A00C900B}" type="datetimeFigureOut">
              <a:rPr lang="en-IN" smtClean="0"/>
              <a:t>18-01-2026</a:t>
            </a:fld>
            <a:endParaRPr lang="en-IN"/>
          </a:p>
        </p:txBody>
      </p:sp>
      <p:sp>
        <p:nvSpPr>
          <p:cNvPr id="3" name="Footer Placeholder 2">
            <a:extLst>
              <a:ext uri="{FF2B5EF4-FFF2-40B4-BE49-F238E27FC236}">
                <a16:creationId xmlns:a16="http://schemas.microsoft.com/office/drawing/2014/main" id="{F755B77E-1534-0831-0F06-249643A1C8E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991966A-2403-0C6C-A799-45117DC4A31F}"/>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364791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5986A-1DD6-9AC3-A8BA-B124D01547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B01A641-E424-50D3-C62A-16A975657D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A9F1B4A-BB80-25BA-928F-BED5E291E1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390E21-F5B2-D800-2E83-EC06BE91A4E6}"/>
              </a:ext>
            </a:extLst>
          </p:cNvPr>
          <p:cNvSpPr>
            <a:spLocks noGrp="1"/>
          </p:cNvSpPr>
          <p:nvPr>
            <p:ph type="dt" sz="half" idx="10"/>
          </p:nvPr>
        </p:nvSpPr>
        <p:spPr/>
        <p:txBody>
          <a:bodyPr/>
          <a:lstStyle/>
          <a:p>
            <a:fld id="{DC1AAD5F-3054-4CD1-A769-75C0A00C900B}" type="datetimeFigureOut">
              <a:rPr lang="en-IN" smtClean="0"/>
              <a:t>18-01-2026</a:t>
            </a:fld>
            <a:endParaRPr lang="en-IN"/>
          </a:p>
        </p:txBody>
      </p:sp>
      <p:sp>
        <p:nvSpPr>
          <p:cNvPr id="6" name="Footer Placeholder 5">
            <a:extLst>
              <a:ext uri="{FF2B5EF4-FFF2-40B4-BE49-F238E27FC236}">
                <a16:creationId xmlns:a16="http://schemas.microsoft.com/office/drawing/2014/main" id="{DFAF3AB3-73A7-94D5-2E8A-57D77A3B17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BD4772-4570-2687-4003-0059AF5A6724}"/>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905504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000C7-F1CD-CE95-70E7-9D1A107E6E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FCB3105-20EE-57B5-F827-AAB2C661BF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E28DD13-EE41-FF96-CE9F-28FBE3D96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526652-E698-10EC-96FC-E9B731C0DD19}"/>
              </a:ext>
            </a:extLst>
          </p:cNvPr>
          <p:cNvSpPr>
            <a:spLocks noGrp="1"/>
          </p:cNvSpPr>
          <p:nvPr>
            <p:ph type="dt" sz="half" idx="10"/>
          </p:nvPr>
        </p:nvSpPr>
        <p:spPr/>
        <p:txBody>
          <a:bodyPr/>
          <a:lstStyle/>
          <a:p>
            <a:fld id="{DC1AAD5F-3054-4CD1-A769-75C0A00C900B}" type="datetimeFigureOut">
              <a:rPr lang="en-IN" smtClean="0"/>
              <a:t>18-01-2026</a:t>
            </a:fld>
            <a:endParaRPr lang="en-IN"/>
          </a:p>
        </p:txBody>
      </p:sp>
      <p:sp>
        <p:nvSpPr>
          <p:cNvPr id="6" name="Footer Placeholder 5">
            <a:extLst>
              <a:ext uri="{FF2B5EF4-FFF2-40B4-BE49-F238E27FC236}">
                <a16:creationId xmlns:a16="http://schemas.microsoft.com/office/drawing/2014/main" id="{29FE077B-D022-D751-F128-6A45DC65F1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31DD12-8E56-917C-24E1-D89C90B15862}"/>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758667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0FC9E-D07B-CA6F-147F-9AABD06E71C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FEACD5-8B36-5078-BC0F-B30C168BF8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F497A0-F575-00FD-20B9-37895159C249}"/>
              </a:ext>
            </a:extLst>
          </p:cNvPr>
          <p:cNvSpPr>
            <a:spLocks noGrp="1"/>
          </p:cNvSpPr>
          <p:nvPr>
            <p:ph type="dt" sz="half" idx="10"/>
          </p:nvPr>
        </p:nvSpPr>
        <p:spPr/>
        <p:txBody>
          <a:bodyPr/>
          <a:lstStyle/>
          <a:p>
            <a:fld id="{DC1AAD5F-3054-4CD1-A769-75C0A00C900B}" type="datetimeFigureOut">
              <a:rPr lang="en-IN" smtClean="0"/>
              <a:t>18-01-2026</a:t>
            </a:fld>
            <a:endParaRPr lang="en-IN"/>
          </a:p>
        </p:txBody>
      </p:sp>
      <p:sp>
        <p:nvSpPr>
          <p:cNvPr id="5" name="Footer Placeholder 4">
            <a:extLst>
              <a:ext uri="{FF2B5EF4-FFF2-40B4-BE49-F238E27FC236}">
                <a16:creationId xmlns:a16="http://schemas.microsoft.com/office/drawing/2014/main" id="{9AF28E68-3FC6-1E91-D63F-1C0D5B4AE6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172A18-5BC7-F06C-159D-D9F512D328F7}"/>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82364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E7399F-1BAB-91DA-3069-973420D78F7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7C7E08-4265-1B71-D68B-D0AADED18F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1FD722-C361-484B-C6AC-454E0ED51E69}"/>
              </a:ext>
            </a:extLst>
          </p:cNvPr>
          <p:cNvSpPr>
            <a:spLocks noGrp="1"/>
          </p:cNvSpPr>
          <p:nvPr>
            <p:ph type="dt" sz="half" idx="10"/>
          </p:nvPr>
        </p:nvSpPr>
        <p:spPr/>
        <p:txBody>
          <a:bodyPr/>
          <a:lstStyle/>
          <a:p>
            <a:fld id="{DC1AAD5F-3054-4CD1-A769-75C0A00C900B}" type="datetimeFigureOut">
              <a:rPr lang="en-IN" smtClean="0"/>
              <a:t>18-01-2026</a:t>
            </a:fld>
            <a:endParaRPr lang="en-IN"/>
          </a:p>
        </p:txBody>
      </p:sp>
      <p:sp>
        <p:nvSpPr>
          <p:cNvPr id="5" name="Footer Placeholder 4">
            <a:extLst>
              <a:ext uri="{FF2B5EF4-FFF2-40B4-BE49-F238E27FC236}">
                <a16:creationId xmlns:a16="http://schemas.microsoft.com/office/drawing/2014/main" id="{85A0FAB6-5D95-A857-D57E-775C109516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5813EB-90CF-88B3-9C5E-614AFC1E06FC}"/>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6271735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57AC4-3695-EA2D-679B-BDF85D4A40D4}"/>
              </a:ext>
            </a:extLst>
          </p:cNvPr>
          <p:cNvSpPr>
            <a:spLocks noGrp="1"/>
          </p:cNvSpPr>
          <p:nvPr>
            <p:ph type="title" sz="quarter"/>
          </p:nvPr>
        </p:nvSpPr>
        <p:spPr>
          <a:xfrm>
            <a:off x="609600" y="274638"/>
            <a:ext cx="10972800" cy="1143000"/>
          </a:xfr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C72FDA8-F204-8983-5E85-967D1D8F379B}"/>
              </a:ext>
            </a:extLst>
          </p:cNvPr>
          <p:cNvSpPr>
            <a:spLocks noGrp="1"/>
          </p:cNvSpPr>
          <p:nvPr>
            <p:ph sz="quarter" idx="1"/>
          </p:nvPr>
        </p:nvSpPr>
        <p:spPr>
          <a:xfrm>
            <a:off x="609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A3AA9A7-3B3A-F64D-C747-05135AA56016}"/>
              </a:ext>
            </a:extLst>
          </p:cNvPr>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a:extLst>
              <a:ext uri="{FF2B5EF4-FFF2-40B4-BE49-F238E27FC236}">
                <a16:creationId xmlns:a16="http://schemas.microsoft.com/office/drawing/2014/main" id="{B6CF0224-E8E9-1434-6D70-255B7F3FB2AD}"/>
              </a:ext>
            </a:extLst>
          </p:cNvPr>
          <p:cNvSpPr>
            <a:spLocks noGrp="1"/>
          </p:cNvSpPr>
          <p:nvPr>
            <p:ph sz="quarter" idx="3"/>
          </p:nvPr>
        </p:nvSpPr>
        <p:spPr>
          <a:xfrm>
            <a:off x="609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Content Placeholder 5">
            <a:extLst>
              <a:ext uri="{FF2B5EF4-FFF2-40B4-BE49-F238E27FC236}">
                <a16:creationId xmlns:a16="http://schemas.microsoft.com/office/drawing/2014/main" id="{B843F839-FC7A-A256-9EDF-97D38BEA8D14}"/>
              </a:ext>
            </a:extLst>
          </p:cNvPr>
          <p:cNvSpPr>
            <a:spLocks noGrp="1"/>
          </p:cNvSpPr>
          <p:nvPr>
            <p:ph sz="quarter" idx="4"/>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F4782F3-F36D-42C0-DF7E-D93808479E46}"/>
              </a:ext>
            </a:extLst>
          </p:cNvPr>
          <p:cNvSpPr>
            <a:spLocks noGrp="1"/>
          </p:cNvSpPr>
          <p:nvPr>
            <p:ph type="dt" sz="half" idx="10"/>
          </p:nvPr>
        </p:nvSpPr>
        <p:spPr>
          <a:xfrm>
            <a:off x="609600" y="6251575"/>
            <a:ext cx="2844800" cy="476250"/>
          </a:xfrm>
        </p:spPr>
        <p:txBody>
          <a:bodyPr/>
          <a:lstStyle>
            <a:lvl1pPr>
              <a:defRPr/>
            </a:lvl1pPr>
          </a:lstStyle>
          <a:p>
            <a:endParaRPr lang="en-US" altLang="en-US"/>
          </a:p>
        </p:txBody>
      </p:sp>
      <p:sp>
        <p:nvSpPr>
          <p:cNvPr id="8" name="Slide Number Placeholder 7">
            <a:extLst>
              <a:ext uri="{FF2B5EF4-FFF2-40B4-BE49-F238E27FC236}">
                <a16:creationId xmlns:a16="http://schemas.microsoft.com/office/drawing/2014/main" id="{37120263-8A62-D8F3-F15C-61984BF244D3}"/>
              </a:ext>
            </a:extLst>
          </p:cNvPr>
          <p:cNvSpPr>
            <a:spLocks noGrp="1"/>
          </p:cNvSpPr>
          <p:nvPr>
            <p:ph type="sldNum" sz="quarter" idx="11"/>
          </p:nvPr>
        </p:nvSpPr>
        <p:spPr>
          <a:xfrm>
            <a:off x="8737600" y="6248400"/>
            <a:ext cx="2844800" cy="476250"/>
          </a:xfrm>
        </p:spPr>
        <p:txBody>
          <a:bodyPr/>
          <a:lstStyle>
            <a:lvl1pPr>
              <a:defRPr/>
            </a:lvl1pPr>
          </a:lstStyle>
          <a:p>
            <a:fld id="{61142EF8-EE14-4319-A84B-CF735507B1A6}" type="slidenum">
              <a:rPr lang="en-US" altLang="en-US"/>
              <a:pPr/>
              <a:t>‹#›</a:t>
            </a:fld>
            <a:endParaRPr lang="en-US" altLang="en-US"/>
          </a:p>
        </p:txBody>
      </p:sp>
      <p:sp>
        <p:nvSpPr>
          <p:cNvPr id="9" name="Footer Placeholder 8">
            <a:extLst>
              <a:ext uri="{FF2B5EF4-FFF2-40B4-BE49-F238E27FC236}">
                <a16:creationId xmlns:a16="http://schemas.microsoft.com/office/drawing/2014/main" id="{6B66B7B4-E0C7-3C17-2409-4F7C1D74CD9C}"/>
              </a:ext>
            </a:extLst>
          </p:cNvPr>
          <p:cNvSpPr>
            <a:spLocks noGrp="1"/>
          </p:cNvSpPr>
          <p:nvPr>
            <p:ph type="ftr" sz="quarter" idx="12"/>
          </p:nvPr>
        </p:nvSpPr>
        <p:spPr>
          <a:xfrm>
            <a:off x="4165600" y="6248400"/>
            <a:ext cx="3860800" cy="476250"/>
          </a:xfrm>
        </p:spPr>
        <p:txBody>
          <a:bodyPr/>
          <a:lstStyle>
            <a:lvl1pPr>
              <a:defRPr/>
            </a:lvl1pPr>
          </a:lstStyle>
          <a:p>
            <a:endParaRPr lang="en-US" altLang="en-US"/>
          </a:p>
        </p:txBody>
      </p:sp>
    </p:spTree>
    <p:extLst>
      <p:ext uri="{BB962C8B-B14F-4D97-AF65-F5344CB8AC3E}">
        <p14:creationId xmlns:p14="http://schemas.microsoft.com/office/powerpoint/2010/main" val="19824517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Rectangle 4">
            <a:extLst>
              <a:ext uri="{FF2B5EF4-FFF2-40B4-BE49-F238E27FC236}">
                <a16:creationId xmlns:a16="http://schemas.microsoft.com/office/drawing/2014/main" id="{B40F7735-9FA0-4336-9188-7DCFFA7D50BD}"/>
              </a:ext>
            </a:extLst>
          </p:cNvPr>
          <p:cNvSpPr>
            <a:spLocks noGrp="1" noChangeArrowheads="1"/>
          </p:cNvSpPr>
          <p:nvPr>
            <p:ph type="dt" sz="half" idx="10"/>
          </p:nvPr>
        </p:nvSpPr>
        <p:spPr/>
        <p:txBody>
          <a:bodyPr/>
          <a:lstStyle>
            <a:lvl1pPr>
              <a:defRPr/>
            </a:lvl1pPr>
          </a:lstStyle>
          <a:p>
            <a:pPr>
              <a:defRPr/>
            </a:pPr>
            <a:endParaRPr lang="cs-CZ" altLang="en-US"/>
          </a:p>
        </p:txBody>
      </p:sp>
      <p:sp>
        <p:nvSpPr>
          <p:cNvPr id="7" name="Rectangle 5">
            <a:extLst>
              <a:ext uri="{FF2B5EF4-FFF2-40B4-BE49-F238E27FC236}">
                <a16:creationId xmlns:a16="http://schemas.microsoft.com/office/drawing/2014/main" id="{456D286B-B3EB-4768-91F7-C01B0E88B527}"/>
              </a:ext>
            </a:extLst>
          </p:cNvPr>
          <p:cNvSpPr>
            <a:spLocks noGrp="1" noChangeArrowheads="1"/>
          </p:cNvSpPr>
          <p:nvPr>
            <p:ph type="ftr" sz="quarter" idx="11"/>
          </p:nvPr>
        </p:nvSpPr>
        <p:spPr/>
        <p:txBody>
          <a:bodyPr/>
          <a:lstStyle>
            <a:lvl1pPr>
              <a:defRPr/>
            </a:lvl1pPr>
          </a:lstStyle>
          <a:p>
            <a:pPr>
              <a:defRPr/>
            </a:pPr>
            <a:endParaRPr lang="cs-CZ" altLang="en-US"/>
          </a:p>
        </p:txBody>
      </p:sp>
      <p:sp>
        <p:nvSpPr>
          <p:cNvPr id="8" name="Rectangle 6">
            <a:extLst>
              <a:ext uri="{FF2B5EF4-FFF2-40B4-BE49-F238E27FC236}">
                <a16:creationId xmlns:a16="http://schemas.microsoft.com/office/drawing/2014/main" id="{956E70C4-852A-4ABB-BFD6-88A6BE7DCD72}"/>
              </a:ext>
            </a:extLst>
          </p:cNvPr>
          <p:cNvSpPr>
            <a:spLocks noGrp="1" noChangeArrowheads="1"/>
          </p:cNvSpPr>
          <p:nvPr>
            <p:ph type="sldNum" sz="quarter" idx="12"/>
          </p:nvPr>
        </p:nvSpPr>
        <p:spPr/>
        <p:txBody>
          <a:bodyPr/>
          <a:lstStyle>
            <a:lvl1pPr>
              <a:defRPr/>
            </a:lvl1pPr>
          </a:lstStyle>
          <a:p>
            <a:pPr>
              <a:defRPr/>
            </a:pPr>
            <a:fld id="{4AE15AED-4BCB-4F68-A782-B05EA6FE3A1C}" type="slidenum">
              <a:rPr lang="cs-CZ" altLang="en-US"/>
              <a:pPr>
                <a:defRPr/>
              </a:pPr>
              <a:t>‹#›</a:t>
            </a:fld>
            <a:endParaRPr lang="cs-CZ" altLang="en-US"/>
          </a:p>
        </p:txBody>
      </p:sp>
    </p:spTree>
    <p:extLst>
      <p:ext uri="{BB962C8B-B14F-4D97-AF65-F5344CB8AC3E}">
        <p14:creationId xmlns:p14="http://schemas.microsoft.com/office/powerpoint/2010/main" val="3687669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 name="Rectangle 4">
            <a:extLst>
              <a:ext uri="{FF2B5EF4-FFF2-40B4-BE49-F238E27FC236}">
                <a16:creationId xmlns:a16="http://schemas.microsoft.com/office/drawing/2014/main" id="{F0757987-48DF-47E2-A465-6FAC46130815}"/>
              </a:ext>
            </a:extLst>
          </p:cNvPr>
          <p:cNvSpPr>
            <a:spLocks noGrp="1" noChangeArrowheads="1"/>
          </p:cNvSpPr>
          <p:nvPr>
            <p:ph type="dt" sz="half" idx="10"/>
          </p:nvPr>
        </p:nvSpPr>
        <p:spPr/>
        <p:txBody>
          <a:bodyPr/>
          <a:lstStyle>
            <a:lvl1pPr>
              <a:defRPr/>
            </a:lvl1pPr>
          </a:lstStyle>
          <a:p>
            <a:pPr>
              <a:defRPr/>
            </a:pPr>
            <a:endParaRPr lang="cs-CZ" altLang="en-US"/>
          </a:p>
        </p:txBody>
      </p:sp>
      <p:sp>
        <p:nvSpPr>
          <p:cNvPr id="4" name="Rectangle 5">
            <a:extLst>
              <a:ext uri="{FF2B5EF4-FFF2-40B4-BE49-F238E27FC236}">
                <a16:creationId xmlns:a16="http://schemas.microsoft.com/office/drawing/2014/main" id="{1F3C9D0F-7BA1-4F6F-AC6B-21F754D7EF01}"/>
              </a:ext>
            </a:extLst>
          </p:cNvPr>
          <p:cNvSpPr>
            <a:spLocks noGrp="1" noChangeArrowheads="1"/>
          </p:cNvSpPr>
          <p:nvPr>
            <p:ph type="ftr" sz="quarter" idx="11"/>
          </p:nvPr>
        </p:nvSpPr>
        <p:spPr/>
        <p:txBody>
          <a:bodyPr/>
          <a:lstStyle>
            <a:lvl1pPr>
              <a:defRPr/>
            </a:lvl1pPr>
          </a:lstStyle>
          <a:p>
            <a:pPr>
              <a:defRPr/>
            </a:pPr>
            <a:endParaRPr lang="cs-CZ" altLang="en-US"/>
          </a:p>
        </p:txBody>
      </p:sp>
      <p:sp>
        <p:nvSpPr>
          <p:cNvPr id="5" name="Rectangle 6">
            <a:extLst>
              <a:ext uri="{FF2B5EF4-FFF2-40B4-BE49-F238E27FC236}">
                <a16:creationId xmlns:a16="http://schemas.microsoft.com/office/drawing/2014/main" id="{3CC52A0E-5527-4077-8C20-CCC24DDC70E9}"/>
              </a:ext>
            </a:extLst>
          </p:cNvPr>
          <p:cNvSpPr>
            <a:spLocks noGrp="1" noChangeArrowheads="1"/>
          </p:cNvSpPr>
          <p:nvPr>
            <p:ph type="sldNum" sz="quarter" idx="12"/>
          </p:nvPr>
        </p:nvSpPr>
        <p:spPr/>
        <p:txBody>
          <a:bodyPr/>
          <a:lstStyle>
            <a:lvl1pPr>
              <a:defRPr/>
            </a:lvl1pPr>
          </a:lstStyle>
          <a:p>
            <a:pPr>
              <a:defRPr/>
            </a:pPr>
            <a:fld id="{F4B9448A-09B6-415B-9F95-F17B24DCCF42}" type="slidenum">
              <a:rPr lang="cs-CZ" altLang="en-US"/>
              <a:pPr>
                <a:defRPr/>
              </a:pPr>
              <a:t>‹#›</a:t>
            </a:fld>
            <a:endParaRPr lang="cs-CZ" altLang="en-US"/>
          </a:p>
        </p:txBody>
      </p:sp>
    </p:spTree>
    <p:extLst>
      <p:ext uri="{BB962C8B-B14F-4D97-AF65-F5344CB8AC3E}">
        <p14:creationId xmlns:p14="http://schemas.microsoft.com/office/powerpoint/2010/main" val="985566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8C3081-5B6B-B1DB-CA49-B6C4595A0C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19935B-1966-4C0A-AD62-1372C108AC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3D2D97-5126-30D4-CC53-C4F92C43FC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1AAD5F-3054-4CD1-A769-75C0A00C900B}" type="datetimeFigureOut">
              <a:rPr lang="en-IN" smtClean="0"/>
              <a:t>18-01-2026</a:t>
            </a:fld>
            <a:endParaRPr lang="en-IN"/>
          </a:p>
        </p:txBody>
      </p:sp>
      <p:sp>
        <p:nvSpPr>
          <p:cNvPr id="5" name="Footer Placeholder 4">
            <a:extLst>
              <a:ext uri="{FF2B5EF4-FFF2-40B4-BE49-F238E27FC236}">
                <a16:creationId xmlns:a16="http://schemas.microsoft.com/office/drawing/2014/main" id="{F02637D0-FECB-D6E5-86FA-338C3B9369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8262422-807A-9F9F-5C38-5D0A7C701F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5C580E-AC77-412B-9279-3AF6BE068BFA}" type="slidenum">
              <a:rPr lang="en-IN" smtClean="0"/>
              <a:t>‹#›</a:t>
            </a:fld>
            <a:endParaRPr lang="en-IN"/>
          </a:p>
        </p:txBody>
      </p:sp>
    </p:spTree>
    <p:extLst>
      <p:ext uri="{BB962C8B-B14F-4D97-AF65-F5344CB8AC3E}">
        <p14:creationId xmlns:p14="http://schemas.microsoft.com/office/powerpoint/2010/main" val="9900584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4" r:id="rId12"/>
    <p:sldLayoutId id="2147483665" r:id="rId13"/>
    <p:sldLayoutId id="2147483666"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08.png"/></Relationships>
</file>

<file path=ppt/slides/_rels/slide1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09.png"/></Relationships>
</file>

<file path=ppt/slides/_rels/slide12.xml.rels><?xml version="1.0" encoding="UTF-8" standalone="yes"?>
<Relationships xmlns="http://schemas.openxmlformats.org/package/2006/relationships"><Relationship Id="rId3" Type="http://schemas.openxmlformats.org/officeDocument/2006/relationships/image" Target="../media/image15.emf"/><Relationship Id="rId7" Type="http://schemas.openxmlformats.org/officeDocument/2006/relationships/image" Target="../media/image7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09.png"/></Relationships>
</file>

<file path=ppt/slides/_rels/slide13.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15.emf"/><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7.gif"/><Relationship Id="rId5" Type="http://schemas.openxmlformats.org/officeDocument/2006/relationships/image" Target="../media/image16.png"/><Relationship Id="rId4" Type="http://schemas.openxmlformats.org/officeDocument/2006/relationships/image" Target="../media/image109.png"/></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3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6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67.png"/><Relationship Id="rId4" Type="http://schemas.openxmlformats.org/officeDocument/2006/relationships/image" Target="../media/image66.png"/></Relationships>
</file>

<file path=ppt/slides/_rels/slide1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png"/></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010.png"/></Relationships>
</file>

<file path=ppt/slides/_rels/slide2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9.emf"/><Relationship Id="rId7" Type="http://schemas.openxmlformats.org/officeDocument/2006/relationships/image" Target="../media/image11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31.png"/><Relationship Id="rId5" Type="http://schemas.openxmlformats.org/officeDocument/2006/relationships/image" Target="../media/image123.png"/><Relationship Id="rId4" Type="http://schemas.openxmlformats.org/officeDocument/2006/relationships/image" Target="../media/image80.png"/></Relationships>
</file>

<file path=ppt/slides/_rels/slide2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5.emf"/><Relationship Id="rId7" Type="http://schemas.openxmlformats.org/officeDocument/2006/relationships/image" Target="../media/image7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0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20.png"/><Relationship Id="rId7" Type="http://schemas.openxmlformats.org/officeDocument/2006/relationships/image" Target="../media/image113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12.png"/><Relationship Id="rId10" Type="http://schemas.openxmlformats.org/officeDocument/2006/relationships/image" Target="../media/image160.png"/><Relationship Id="rId9" Type="http://schemas.openxmlformats.org/officeDocument/2006/relationships/image" Target="../media/image115.png"/></Relationships>
</file>

<file path=ppt/slides/_rels/slide25.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7.png"/><Relationship Id="rId3" Type="http://schemas.openxmlformats.org/officeDocument/2006/relationships/image" Target="../media/image1.jpeg"/><Relationship Id="rId7" Type="http://schemas.openxmlformats.org/officeDocument/2006/relationships/image" Target="../media/image120.png"/><Relationship Id="rId12" Type="http://schemas.openxmlformats.org/officeDocument/2006/relationships/image" Target="../media/image1200.png"/><Relationship Id="rId2" Type="http://schemas.openxmlformats.org/officeDocument/2006/relationships/audio" Target="../media/audio1.wav"/><Relationship Id="rId16"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1160.png"/><Relationship Id="rId5" Type="http://schemas.openxmlformats.org/officeDocument/2006/relationships/image" Target="../media/image1130.png"/><Relationship Id="rId15" Type="http://schemas.openxmlformats.org/officeDocument/2006/relationships/image" Target="../media/image20.png"/><Relationship Id="rId4" Type="http://schemas.openxmlformats.org/officeDocument/2006/relationships/image" Target="../media/image112.png"/><Relationship Id="rId9" Type="http://schemas.openxmlformats.org/officeDocument/2006/relationships/image" Target="../media/image119.png"/><Relationship Id="rId14" Type="http://schemas.openxmlformats.org/officeDocument/2006/relationships/image" Target="../media/image122.png"/></Relationships>
</file>

<file path=ppt/slides/_rels/slide2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image" Target="../media/image121.png"/><Relationship Id="rId7" Type="http://schemas.openxmlformats.org/officeDocument/2006/relationships/image" Target="../media/image127.png"/><Relationship Id="rId12"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124.png"/><Relationship Id="rId5" Type="http://schemas.openxmlformats.org/officeDocument/2006/relationships/image" Target="../media/image125.png"/><Relationship Id="rId10" Type="http://schemas.openxmlformats.org/officeDocument/2006/relationships/image" Target="../media/image130.png"/><Relationship Id="rId4" Type="http://schemas.openxmlformats.org/officeDocument/2006/relationships/image" Target="../media/image22.gif"/><Relationship Id="rId9" Type="http://schemas.openxmlformats.org/officeDocument/2006/relationships/image" Target="../media/image260.png"/></Relationships>
</file>

<file path=ppt/slides/_rels/slide2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4.png"/><Relationship Id="rId7"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6.png"/><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33.xml.rels><?xml version="1.0" encoding="UTF-8" standalone="yes"?>
<Relationships xmlns="http://schemas.openxmlformats.org/package/2006/relationships"><Relationship Id="rId3" Type="http://schemas.openxmlformats.org/officeDocument/2006/relationships/image" Target="../media/image38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411.png"/><Relationship Id="rId5" Type="http://schemas.openxmlformats.org/officeDocument/2006/relationships/image" Target="../media/image270.pn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image" Target="../media/image382.png"/><Relationship Id="rId7" Type="http://schemas.openxmlformats.org/officeDocument/2006/relationships/image" Target="../media/image44.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290.png"/><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8" Type="http://schemas.openxmlformats.org/officeDocument/2006/relationships/image" Target="../media/image310.png"/><Relationship Id="rId3" Type="http://schemas.openxmlformats.org/officeDocument/2006/relationships/image" Target="../media/image382.png"/><Relationship Id="rId7" Type="http://schemas.openxmlformats.org/officeDocument/2006/relationships/image" Target="../media/image56.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270.png"/><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382.png"/><Relationship Id="rId7" Type="http://schemas.openxmlformats.org/officeDocument/2006/relationships/image" Target="../media/image65.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7.png"/><Relationship Id="rId7" Type="http://schemas.openxmlformats.org/officeDocument/2006/relationships/image" Target="../media/image93.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10" Type="http://schemas.openxmlformats.org/officeDocument/2006/relationships/image" Target="../media/image240.png"/><Relationship Id="rId4" Type="http://schemas.openxmlformats.org/officeDocument/2006/relationships/image" Target="../media/image88.png"/><Relationship Id="rId9" Type="http://schemas.openxmlformats.org/officeDocument/2006/relationships/image" Target="../media/image95.png"/></Relationships>
</file>

<file path=ppt/slides/_rels/slide4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301.png"/><Relationship Id="rId4" Type="http://schemas.openxmlformats.org/officeDocument/2006/relationships/image" Target="../media/image86.png"/></Relationships>
</file>

<file path=ppt/slides/_rels/slide41.xml.rels><?xml version="1.0" encoding="UTF-8" standalone="yes"?>
<Relationships xmlns="http://schemas.openxmlformats.org/package/2006/relationships"><Relationship Id="rId3" Type="http://schemas.openxmlformats.org/officeDocument/2006/relationships/image" Target="../media/image34.emf"/><Relationship Id="rId7" Type="http://schemas.openxmlformats.org/officeDocument/2006/relationships/image" Target="../media/image10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99.png"/><Relationship Id="rId5" Type="http://schemas.openxmlformats.org/officeDocument/2006/relationships/image" Target="../media/image300.png"/><Relationship Id="rId4" Type="http://schemas.openxmlformats.org/officeDocument/2006/relationships/image" Target="../media/image35.emf"/></Relationships>
</file>

<file path=ppt/slides/_rels/slide42.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43.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05.png"/><Relationship Id="rId5" Type="http://schemas.openxmlformats.org/officeDocument/2006/relationships/image" Target="../media/image37.emf"/><Relationship Id="rId4" Type="http://schemas.openxmlformats.org/officeDocument/2006/relationships/image" Target="../media/image103.png"/></Relationships>
</file>

<file path=ppt/slides/_rels/slide44.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9.emf"/></Relationships>
</file>

<file path=ppt/slides/_rels/slide45.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47.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1.emf"/><Relationship Id="rId4" Type="http://schemas.openxmlformats.org/officeDocument/2006/relationships/image" Target="../media/image111.png"/></Relationships>
</file>

<file path=ppt/slides/_rels/slide48.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2.emf"/><Relationship Id="rId4" Type="http://schemas.openxmlformats.org/officeDocument/2006/relationships/image" Target="../media/image41.emf"/></Relationships>
</file>

<file path=ppt/slides/_rels/slide49.xml.rels><?xml version="1.0" encoding="UTF-8" standalone="yes"?>
<Relationships xmlns="http://schemas.openxmlformats.org/package/2006/relationships"><Relationship Id="rId3" Type="http://schemas.openxmlformats.org/officeDocument/2006/relationships/image" Target="../media/image114.png"/><Relationship Id="rId7" Type="http://schemas.openxmlformats.org/officeDocument/2006/relationships/image" Target="../media/image44.emf"/><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43.emf"/><Relationship Id="rId5" Type="http://schemas.openxmlformats.org/officeDocument/2006/relationships/image" Target="../media/image42.emf"/><Relationship Id="rId4" Type="http://schemas.openxmlformats.org/officeDocument/2006/relationships/image" Target="../media/image41.emf"/></Relationships>
</file>

<file path=ppt/slides/_rels/slide50.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7.emf"/><Relationship Id="rId4" Type="http://schemas.openxmlformats.org/officeDocument/2006/relationships/image" Target="../media/image46.emf"/></Relationships>
</file>

<file path=ppt/slides/_rels/slide52.xml.rels><?xml version="1.0" encoding="UTF-8" standalone="yes"?>
<Relationships xmlns="http://schemas.openxmlformats.org/package/2006/relationships"><Relationship Id="rId8" Type="http://schemas.openxmlformats.org/officeDocument/2006/relationships/image" Target="../media/image50.emf"/><Relationship Id="rId3" Type="http://schemas.openxmlformats.org/officeDocument/2006/relationships/image" Target="../media/image45.emf"/><Relationship Id="rId7" Type="http://schemas.openxmlformats.org/officeDocument/2006/relationships/image" Target="../media/image49.emf"/><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48.emf"/><Relationship Id="rId5" Type="http://schemas.openxmlformats.org/officeDocument/2006/relationships/image" Target="../media/image47.emf"/><Relationship Id="rId4" Type="http://schemas.openxmlformats.org/officeDocument/2006/relationships/image" Target="../media/image46.emf"/></Relationships>
</file>

<file path=ppt/slides/_rels/slide53.xml.rels><?xml version="1.0" encoding="UTF-8" standalone="yes"?>
<Relationships xmlns="http://schemas.openxmlformats.org/package/2006/relationships"><Relationship Id="rId8" Type="http://schemas.openxmlformats.org/officeDocument/2006/relationships/image" Target="../media/image50.emf"/><Relationship Id="rId3" Type="http://schemas.openxmlformats.org/officeDocument/2006/relationships/image" Target="../media/image45.emf"/><Relationship Id="rId7" Type="http://schemas.openxmlformats.org/officeDocument/2006/relationships/image" Target="../media/image49.emf"/><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48.emf"/><Relationship Id="rId5" Type="http://schemas.openxmlformats.org/officeDocument/2006/relationships/image" Target="../media/image47.emf"/><Relationship Id="rId4" Type="http://schemas.openxmlformats.org/officeDocument/2006/relationships/image" Target="../media/image46.emf"/><Relationship Id="rId9" Type="http://schemas.openxmlformats.org/officeDocument/2006/relationships/image" Target="../media/image51.emf"/></Relationships>
</file>

<file path=ppt/slides/_rels/slide54.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54.emf"/><Relationship Id="rId4" Type="http://schemas.openxmlformats.org/officeDocument/2006/relationships/image" Target="../media/image53.emf"/></Relationships>
</file>

<file path=ppt/slides/_rels/slide55.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6.e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emf"/><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79F04B89-7863-B0C2-C2C1-5DDEC61CFC3E}"/>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9" name="TextBox 8">
            <a:extLst>
              <a:ext uri="{FF2B5EF4-FFF2-40B4-BE49-F238E27FC236}">
                <a16:creationId xmlns:a16="http://schemas.microsoft.com/office/drawing/2014/main" id="{392C5059-EB68-AD60-8B1D-D540BD55A8FF}"/>
              </a:ext>
            </a:extLst>
          </p:cNvPr>
          <p:cNvSpPr txBox="1"/>
          <p:nvPr/>
        </p:nvSpPr>
        <p:spPr>
          <a:xfrm>
            <a:off x="4000500" y="2061411"/>
            <a:ext cx="7530685" cy="1842664"/>
          </a:xfrm>
          <a:prstGeom prst="rect">
            <a:avLst/>
          </a:prstGeom>
          <a:solidFill>
            <a:schemeClr val="bg1"/>
          </a:solidFill>
        </p:spPr>
        <p:txBody>
          <a:bodyPr vert="horz" lIns="91440" tIns="45720" rIns="91440" bIns="45720" rtlCol="0" anchor="b">
            <a:normAutofit/>
          </a:bodyPr>
          <a:lstStyle/>
          <a:p>
            <a:pPr algn="ctr" fontAlgn="base">
              <a:lnSpc>
                <a:spcPct val="90000"/>
              </a:lnSpc>
              <a:spcBef>
                <a:spcPct val="0"/>
              </a:spcBef>
              <a:spcAft>
                <a:spcPts val="600"/>
              </a:spcAft>
            </a:pPr>
            <a:r>
              <a:rPr lang="en-US" sz="4000" b="1" i="0" kern="1200">
                <a:solidFill>
                  <a:srgbClr val="FF0000"/>
                </a:solidFill>
                <a:effectLst/>
                <a:latin typeface="Cambria" panose="02040503050406030204" pitchFamily="18" charset="0"/>
                <a:ea typeface="Cambria" panose="02040503050406030204" pitchFamily="18" charset="0"/>
                <a:cs typeface="+mj-cs"/>
              </a:rPr>
              <a:t>Module 3 (Solving Differential Equations: numerical techniques)</a:t>
            </a:r>
            <a:endParaRPr lang="en-US" sz="4000" b="1" i="0" kern="1200" dirty="0">
              <a:solidFill>
                <a:srgbClr val="FF0000"/>
              </a:solidFill>
              <a:effectLst/>
              <a:latin typeface="Cambria" panose="02040503050406030204" pitchFamily="18" charset="0"/>
              <a:ea typeface="Cambria" panose="02040503050406030204" pitchFamily="18" charset="0"/>
              <a:cs typeface="+mj-cs"/>
            </a:endParaRPr>
          </a:p>
        </p:txBody>
      </p:sp>
      <p:pic>
        <p:nvPicPr>
          <p:cNvPr id="3" name="Picture 2" descr="Text&#10;&#10;Description automatically generated with medium confidence">
            <a:extLst>
              <a:ext uri="{FF2B5EF4-FFF2-40B4-BE49-F238E27FC236}">
                <a16:creationId xmlns:a16="http://schemas.microsoft.com/office/drawing/2014/main" id="{BE92AD32-12AE-EBC9-6D2F-370E432DF6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8110" y="3904075"/>
            <a:ext cx="1743075" cy="2619375"/>
          </a:xfrm>
          <a:prstGeom prst="rect">
            <a:avLst/>
          </a:prstGeom>
          <a:ln>
            <a:noFill/>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pic>
    </p:spTree>
    <p:extLst>
      <p:ext uri="{BB962C8B-B14F-4D97-AF65-F5344CB8AC3E}">
        <p14:creationId xmlns:p14="http://schemas.microsoft.com/office/powerpoint/2010/main" val="322152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A77CDD2A-AFD3-0864-6D67-957A858D6745}"/>
              </a:ext>
            </a:extLst>
          </p:cNvPr>
          <p:cNvPicPr>
            <a:picLocks noChangeAspect="1"/>
          </p:cNvPicPr>
          <p:nvPr/>
        </p:nvPicPr>
        <p:blipFill rotWithShape="1">
          <a:blip r:embed="rId2">
            <a:alphaModFix amt="70000"/>
          </a:blip>
          <a:srcRect r="-1" b="3428"/>
          <a:stretch/>
        </p:blipFill>
        <p:spPr>
          <a:xfrm>
            <a:off x="0" y="0"/>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7" name="TextBox 26">
            <a:extLst>
              <a:ext uri="{FF2B5EF4-FFF2-40B4-BE49-F238E27FC236}">
                <a16:creationId xmlns:a16="http://schemas.microsoft.com/office/drawing/2014/main" id="{672DC67C-7211-3BCA-2C29-FFE14165ABFE}"/>
              </a:ext>
            </a:extLst>
          </p:cNvPr>
          <p:cNvSpPr txBox="1"/>
          <p:nvPr/>
        </p:nvSpPr>
        <p:spPr>
          <a:xfrm>
            <a:off x="1086559" y="804969"/>
            <a:ext cx="10335235" cy="1877437"/>
          </a:xfrm>
          <a:prstGeom prst="rect">
            <a:avLst/>
          </a:prstGeom>
          <a:solidFill>
            <a:schemeClr val="bg1"/>
          </a:solidFill>
        </p:spPr>
        <p:txBody>
          <a:bodyPr wrap="square">
            <a:spAutoFit/>
          </a:bodyPr>
          <a:lstStyle/>
          <a:p>
            <a:pPr fontAlgn="base"/>
            <a:r>
              <a:rPr lang="en-US" sz="3200" b="1" i="0" dirty="0">
                <a:solidFill>
                  <a:srgbClr val="FF0000"/>
                </a:solidFill>
                <a:effectLst/>
                <a:latin typeface="Cambria" panose="02040503050406030204" pitchFamily="18" charset="0"/>
                <a:ea typeface="Cambria" panose="02040503050406030204" pitchFamily="18" charset="0"/>
              </a:rPr>
              <a:t>Module -3 </a:t>
            </a:r>
            <a:r>
              <a:rPr lang="en-US" sz="3200" b="1" dirty="0">
                <a:solidFill>
                  <a:srgbClr val="FF0000"/>
                </a:solidFill>
                <a:latin typeface="Cambria" panose="02040503050406030204" pitchFamily="18" charset="0"/>
                <a:ea typeface="Cambria" panose="02040503050406030204" pitchFamily="18" charset="0"/>
              </a:rPr>
              <a:t>(prerequisite)</a:t>
            </a:r>
            <a:endParaRPr lang="en-US" sz="3200" b="1" i="0" dirty="0">
              <a:solidFill>
                <a:srgbClr val="FF0000"/>
              </a:solidFill>
              <a:effectLst/>
              <a:latin typeface="Cambria" panose="02040503050406030204" pitchFamily="18" charset="0"/>
              <a:ea typeface="Cambria" panose="02040503050406030204" pitchFamily="18" charset="0"/>
            </a:endParaRPr>
          </a:p>
          <a:p>
            <a:pPr marL="457200" indent="-457200" algn="l" fontAlgn="base">
              <a:buFont typeface="Arial" panose="020B0604020202020204" pitchFamily="34" charset="0"/>
              <a:buChar char="•"/>
            </a:pPr>
            <a:r>
              <a:rPr lang="en-US" sz="2800" b="1" dirty="0">
                <a:solidFill>
                  <a:srgbClr val="0070C0"/>
                </a:solidFill>
                <a:latin typeface="Cambria" panose="02040503050406030204" pitchFamily="18" charset="0"/>
                <a:ea typeface="Cambria" panose="02040503050406030204" pitchFamily="18" charset="0"/>
              </a:rPr>
              <a:t>Module 1,2</a:t>
            </a:r>
          </a:p>
          <a:p>
            <a:pPr marL="457200" indent="-457200" algn="l" fontAlgn="base">
              <a:buFont typeface="Arial" panose="020B0604020202020204" pitchFamily="34" charset="0"/>
              <a:buChar char="•"/>
            </a:pPr>
            <a:r>
              <a:rPr lang="en-US" sz="2800" b="1" dirty="0">
                <a:solidFill>
                  <a:srgbClr val="0070C0"/>
                </a:solidFill>
                <a:latin typeface="Cambria" panose="02040503050406030204" pitchFamily="18" charset="0"/>
                <a:ea typeface="Cambria" panose="02040503050406030204" pitchFamily="18" charset="0"/>
              </a:rPr>
              <a:t>Ordinary Differential Equations</a:t>
            </a:r>
          </a:p>
          <a:p>
            <a:pPr marL="457200" indent="-457200" algn="l" fontAlgn="base">
              <a:buFont typeface="Arial" panose="020B0604020202020204" pitchFamily="34" charset="0"/>
              <a:buChar char="•"/>
            </a:pPr>
            <a:r>
              <a:rPr lang="en-US" sz="2800" b="1" dirty="0">
                <a:solidFill>
                  <a:srgbClr val="0070C0"/>
                </a:solidFill>
                <a:latin typeface="Cambria" panose="02040503050406030204" pitchFamily="18" charset="0"/>
                <a:ea typeface="Cambria" panose="02040503050406030204" pitchFamily="18" charset="0"/>
              </a:rPr>
              <a:t>Newtonian Mechanics </a:t>
            </a:r>
          </a:p>
        </p:txBody>
      </p:sp>
      <p:sp>
        <p:nvSpPr>
          <p:cNvPr id="2" name="TextBox 1">
            <a:extLst>
              <a:ext uri="{FF2B5EF4-FFF2-40B4-BE49-F238E27FC236}">
                <a16:creationId xmlns:a16="http://schemas.microsoft.com/office/drawing/2014/main" id="{DC222BA3-A2CE-2597-05A4-700543D69720}"/>
              </a:ext>
            </a:extLst>
          </p:cNvPr>
          <p:cNvSpPr txBox="1"/>
          <p:nvPr/>
        </p:nvSpPr>
        <p:spPr>
          <a:xfrm>
            <a:off x="1086560" y="3174849"/>
            <a:ext cx="10335235" cy="3439981"/>
          </a:xfrm>
          <a:prstGeom prst="rect">
            <a:avLst/>
          </a:prstGeom>
          <a:solidFill>
            <a:schemeClr val="bg1"/>
          </a:solidFill>
        </p:spPr>
        <p:txBody>
          <a:bodyPr wrap="square">
            <a:spAutoFit/>
          </a:bodyPr>
          <a:lstStyle/>
          <a:p>
            <a:pPr fontAlgn="base"/>
            <a:r>
              <a:rPr lang="en-US" sz="3200" b="1" i="0" dirty="0">
                <a:solidFill>
                  <a:srgbClr val="FF0000"/>
                </a:solidFill>
                <a:effectLst/>
                <a:latin typeface="Cambria" panose="02040503050406030204" pitchFamily="18" charset="0"/>
                <a:ea typeface="Cambria" panose="02040503050406030204" pitchFamily="18" charset="0"/>
              </a:rPr>
              <a:t>Module -3 (Learning outcome)</a:t>
            </a:r>
            <a:endParaRPr lang="en-US" sz="2400" b="1" dirty="0">
              <a:solidFill>
                <a:srgbClr val="0070C0"/>
              </a:solidFill>
              <a:latin typeface="Cambria" panose="020405030504060302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 pos="2529840" algn="l"/>
              </a:tabLst>
            </a:pPr>
            <a:r>
              <a:rPr lang="en-US" sz="2400" b="1" dirty="0">
                <a:solidFill>
                  <a:srgbClr val="0070C0"/>
                </a:solidFill>
                <a:latin typeface="Cambria" panose="02040503050406030204" pitchFamily="18" charset="0"/>
                <a:ea typeface="Calibri" panose="020F0502020204030204" pitchFamily="34" charset="0"/>
                <a:cs typeface="Times New Roman" panose="02020603050405020304" pitchFamily="18" charset="0"/>
              </a:rPr>
              <a:t> Learning of linear and Non-linear Differential Equations</a:t>
            </a:r>
          </a:p>
          <a:p>
            <a:pPr marL="342900" lvl="0" indent="-342900">
              <a:lnSpc>
                <a:spcPct val="107000"/>
              </a:lnSpc>
              <a:spcAft>
                <a:spcPts val="800"/>
              </a:spcAft>
              <a:buFont typeface="Arial" panose="020B0604020202020204" pitchFamily="34" charset="0"/>
              <a:buChar char="•"/>
              <a:tabLst>
                <a:tab pos="457200" algn="l"/>
                <a:tab pos="2529840" algn="l"/>
              </a:tabLst>
            </a:pPr>
            <a:r>
              <a:rPr lang="en-US" sz="2400" b="1" dirty="0">
                <a:solidFill>
                  <a:srgbClr val="0070C0"/>
                </a:solidFill>
                <a:latin typeface="Cambria" panose="02040503050406030204" pitchFamily="18" charset="0"/>
                <a:ea typeface="Calibri" panose="020F0502020204030204" pitchFamily="34" charset="0"/>
                <a:cs typeface="Times New Roman" panose="02020603050405020304" pitchFamily="18" charset="0"/>
              </a:rPr>
              <a:t> Love affairs, Predator-Prey interactions and SIR model</a:t>
            </a:r>
          </a:p>
          <a:p>
            <a:pPr marL="342900" lvl="0" indent="-342900">
              <a:lnSpc>
                <a:spcPct val="107000"/>
              </a:lnSpc>
              <a:spcAft>
                <a:spcPts val="800"/>
              </a:spcAft>
              <a:buFont typeface="Arial" panose="020B0604020202020204" pitchFamily="34" charset="0"/>
              <a:buChar char="•"/>
              <a:tabLst>
                <a:tab pos="457200" algn="l"/>
                <a:tab pos="2529840" algn="l"/>
              </a:tabLst>
            </a:pPr>
            <a:r>
              <a:rPr lang="en-US" sz="2400" b="1" dirty="0">
                <a:solidFill>
                  <a:srgbClr val="0070C0"/>
                </a:solidFill>
                <a:latin typeface="Cambria" panose="02040503050406030204" pitchFamily="18" charset="0"/>
                <a:ea typeface="Calibri" panose="020F0502020204030204" pitchFamily="34" charset="0"/>
                <a:cs typeface="Times New Roman" panose="02020603050405020304" pitchFamily="18" charset="0"/>
              </a:rPr>
              <a:t> Numerical Methods-Euler, Runge-</a:t>
            </a:r>
            <a:r>
              <a:rPr lang="en-US" sz="2400" b="1" dirty="0" err="1">
                <a:solidFill>
                  <a:srgbClr val="0070C0"/>
                </a:solidFill>
                <a:latin typeface="Cambria" panose="02040503050406030204" pitchFamily="18" charset="0"/>
                <a:ea typeface="Calibri" panose="020F0502020204030204" pitchFamily="34" charset="0"/>
                <a:cs typeface="Times New Roman" panose="02020603050405020304" pitchFamily="18" charset="0"/>
              </a:rPr>
              <a:t>Kutta</a:t>
            </a:r>
            <a:r>
              <a:rPr lang="en-US" sz="2400" b="1" dirty="0">
                <a:solidFill>
                  <a:srgbClr val="0070C0"/>
                </a:solidFill>
                <a:latin typeface="Cambria" panose="02040503050406030204" pitchFamily="18" charset="0"/>
                <a:ea typeface="Calibri" panose="020F0502020204030204" pitchFamily="34" charset="0"/>
                <a:cs typeface="Times New Roman" panose="02020603050405020304" pitchFamily="18" charset="0"/>
              </a:rPr>
              <a:t> 4</a:t>
            </a:r>
          </a:p>
          <a:p>
            <a:pPr marL="342900" lvl="0" indent="-342900">
              <a:lnSpc>
                <a:spcPct val="107000"/>
              </a:lnSpc>
              <a:spcAft>
                <a:spcPts val="800"/>
              </a:spcAft>
              <a:buFont typeface="Arial" panose="020B0604020202020204" pitchFamily="34" charset="0"/>
              <a:buChar char="•"/>
              <a:tabLst>
                <a:tab pos="457200" algn="l"/>
                <a:tab pos="2529840" algn="l"/>
              </a:tabLst>
            </a:pPr>
            <a:r>
              <a:rPr lang="en-US" sz="2400" b="1" dirty="0">
                <a:solidFill>
                  <a:srgbClr val="0070C0"/>
                </a:solidFill>
                <a:latin typeface="Cambria" panose="02040503050406030204" pitchFamily="18" charset="0"/>
                <a:ea typeface="Calibri" panose="020F0502020204030204" pitchFamily="34" charset="0"/>
                <a:cs typeface="Times New Roman" panose="02020603050405020304" pitchFamily="18" charset="0"/>
              </a:rPr>
              <a:t> Double Pendulum, Lorenz Oscillator</a:t>
            </a:r>
          </a:p>
          <a:p>
            <a:pPr lvl="0">
              <a:lnSpc>
                <a:spcPct val="107000"/>
              </a:lnSpc>
              <a:spcAft>
                <a:spcPts val="800"/>
              </a:spcAft>
              <a:tabLst>
                <a:tab pos="457200" algn="l"/>
                <a:tab pos="2529840" algn="l"/>
              </a:tabLst>
            </a:pPr>
            <a:r>
              <a:rPr lang="en-US" sz="2400" b="1" dirty="0">
                <a:solidFill>
                  <a:srgbClr val="0070C0"/>
                </a:solidFill>
                <a:latin typeface="Cambria" panose="02040503050406030204" pitchFamily="18" charset="0"/>
                <a:ea typeface="Calibri" panose="020F0502020204030204" pitchFamily="34" charset="0"/>
                <a:cs typeface="Times New Roman" panose="02020603050405020304" pitchFamily="18" charset="0"/>
              </a:rPr>
              <a:t>     Chaos theory : A brief and general idea (sensitivity to IC)</a:t>
            </a:r>
          </a:p>
          <a:p>
            <a:pPr marL="342900" lvl="0" indent="-342900">
              <a:lnSpc>
                <a:spcPct val="107000"/>
              </a:lnSpc>
              <a:spcAft>
                <a:spcPts val="800"/>
              </a:spcAft>
              <a:buFont typeface="Arial" panose="020B0604020202020204" pitchFamily="34" charset="0"/>
              <a:buChar char="•"/>
              <a:tabLst>
                <a:tab pos="457200" algn="l"/>
                <a:tab pos="2529840" algn="l"/>
              </a:tabLst>
            </a:pPr>
            <a:r>
              <a:rPr lang="en-US" sz="2400" b="1" dirty="0">
                <a:solidFill>
                  <a:srgbClr val="0070C0"/>
                </a:solidFill>
                <a:latin typeface="Cambria" panose="02040503050406030204" pitchFamily="18" charset="0"/>
                <a:ea typeface="Calibri" panose="020F0502020204030204" pitchFamily="34" charset="0"/>
                <a:cs typeface="Times New Roman" panose="02020603050405020304" pitchFamily="18" charset="0"/>
              </a:rPr>
              <a:t>Fractal</a:t>
            </a:r>
          </a:p>
        </p:txBody>
      </p:sp>
    </p:spTree>
    <p:extLst>
      <p:ext uri="{BB962C8B-B14F-4D97-AF65-F5344CB8AC3E}">
        <p14:creationId xmlns:p14="http://schemas.microsoft.com/office/powerpoint/2010/main" val="106760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106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0002B9B7-FED8-4DE7-DD1E-0EFC60884940}"/>
              </a:ext>
            </a:extLst>
          </p:cNvPr>
          <p:cNvPicPr>
            <a:picLocks noChangeAspect="1"/>
          </p:cNvPicPr>
          <p:nvPr/>
        </p:nvPicPr>
        <p:blipFill rotWithShape="1">
          <a:blip r:embed="rId3">
            <a:alphaModFix amt="70000"/>
            <a:lum bright="70000" contrast="-70000"/>
          </a:blip>
          <a:srcRect r="-1" b="3428"/>
          <a:stretch/>
        </p:blipFill>
        <p:spPr>
          <a:xfrm>
            <a:off x="145311" y="1386"/>
            <a:ext cx="12188932" cy="6856614"/>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9941" name="Text Box 5">
            <a:extLst>
              <a:ext uri="{FF2B5EF4-FFF2-40B4-BE49-F238E27FC236}">
                <a16:creationId xmlns:a16="http://schemas.microsoft.com/office/drawing/2014/main" id="{DC48E3EE-2506-4EEA-905A-02DB2E058CFE}"/>
              </a:ext>
            </a:extLst>
          </p:cNvPr>
          <p:cNvSpPr txBox="1">
            <a:spLocks noChangeArrowheads="1"/>
          </p:cNvSpPr>
          <p:nvPr/>
        </p:nvSpPr>
        <p:spPr bwMode="auto">
          <a:xfrm>
            <a:off x="1992314" y="1412875"/>
            <a:ext cx="835183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ct val="50000"/>
              </a:spcBef>
            </a:pPr>
            <a:r>
              <a:rPr lang="cs-CZ" altLang="en-US" sz="2000" dirty="0">
                <a:solidFill>
                  <a:srgbClr val="000000"/>
                </a:solidFill>
                <a:latin typeface="Cambria" panose="02040503050406030204" pitchFamily="18" charset="0"/>
                <a:ea typeface="Cambria" panose="02040503050406030204" pitchFamily="18" charset="0"/>
              </a:rPr>
              <a:t>The </a:t>
            </a:r>
            <a:r>
              <a:rPr lang="cs-CZ" altLang="en-US" sz="2000" dirty="0">
                <a:solidFill>
                  <a:srgbClr val="0000FF"/>
                </a:solidFill>
                <a:latin typeface="Cambria" panose="02040503050406030204" pitchFamily="18" charset="0"/>
                <a:ea typeface="Cambria" panose="02040503050406030204" pitchFamily="18" charset="0"/>
              </a:rPr>
              <a:t>logistic equation</a:t>
            </a:r>
            <a:r>
              <a:rPr lang="cs-CZ" altLang="en-US" sz="2000" dirty="0">
                <a:solidFill>
                  <a:srgbClr val="000000"/>
                </a:solidFill>
                <a:latin typeface="Cambria" panose="02040503050406030204" pitchFamily="18" charset="0"/>
                <a:ea typeface="Cambria" panose="02040503050406030204" pitchFamily="18" charset="0"/>
              </a:rPr>
              <a:t>, also known as </a:t>
            </a:r>
            <a:r>
              <a:rPr lang="cs-CZ" altLang="en-US" sz="2000" dirty="0">
                <a:solidFill>
                  <a:srgbClr val="0000FF"/>
                </a:solidFill>
                <a:latin typeface="Cambria" panose="02040503050406030204" pitchFamily="18" charset="0"/>
                <a:ea typeface="Cambria" panose="02040503050406030204" pitchFamily="18" charset="0"/>
              </a:rPr>
              <a:t>Verhulst equation</a:t>
            </a:r>
            <a:r>
              <a:rPr lang="cs-CZ" altLang="en-US" sz="2000" dirty="0">
                <a:solidFill>
                  <a:srgbClr val="000000"/>
                </a:solidFill>
                <a:latin typeface="Cambria" panose="02040503050406030204" pitchFamily="18" charset="0"/>
                <a:ea typeface="Cambria" panose="02040503050406030204" pitchFamily="18" charset="0"/>
              </a:rPr>
              <a:t>, </a:t>
            </a:r>
            <a:r>
              <a:rPr lang="en-US" altLang="en-US" sz="2000" dirty="0">
                <a:solidFill>
                  <a:srgbClr val="000000"/>
                </a:solidFill>
                <a:latin typeface="Cambria" panose="02040503050406030204" pitchFamily="18" charset="0"/>
                <a:ea typeface="Cambria" panose="02040503050406030204" pitchFamily="18" charset="0"/>
              </a:rPr>
              <a:t>is a formula for approximating the evolution of an animal population over time.</a:t>
            </a:r>
            <a:r>
              <a:rPr lang="cs-CZ" altLang="en-US" sz="2000" dirty="0">
                <a:solidFill>
                  <a:srgbClr val="000000"/>
                </a:solidFill>
                <a:latin typeface="Cambria" panose="02040503050406030204" pitchFamily="18" charset="0"/>
                <a:ea typeface="Cambria" panose="02040503050406030204" pitchFamily="18" charset="0"/>
              </a:rPr>
              <a:t> </a:t>
            </a:r>
            <a:endParaRPr lang="en-US" altLang="en-US" sz="2000" dirty="0">
              <a:solidFill>
                <a:srgbClr val="000000"/>
              </a:solidFill>
              <a:latin typeface="Cambria" panose="02040503050406030204" pitchFamily="18" charset="0"/>
              <a:ea typeface="Cambria" panose="02040503050406030204" pitchFamily="18" charset="0"/>
            </a:endParaRPr>
          </a:p>
        </p:txBody>
      </p:sp>
      <p:sp>
        <p:nvSpPr>
          <p:cNvPr id="39943" name="Object 7">
            <a:extLst>
              <a:ext uri="{FF2B5EF4-FFF2-40B4-BE49-F238E27FC236}">
                <a16:creationId xmlns:a16="http://schemas.microsoft.com/office/drawing/2014/main" id="{4E18180F-A889-4FE3-83A7-D748547888AC}"/>
              </a:ext>
            </a:extLst>
          </p:cNvPr>
          <p:cNvSpPr txBox="1">
            <a:spLocks noGrp="1" noRot="1" noChangeAspect="1" noMove="1" noResize="1" noEditPoints="1" noAdjustHandles="1" noChangeArrowheads="1" noChangeShapeType="1" noTextEdit="1"/>
          </p:cNvSpPr>
          <p:nvPr>
            <p:ph idx="1"/>
          </p:nvPr>
        </p:nvSpPr>
        <p:spPr>
          <a:xfrm>
            <a:off x="2819400" y="2696369"/>
            <a:ext cx="7086600" cy="1465262"/>
          </a:xfrm>
          <a:blipFill>
            <a:blip r:embed="rId4"/>
            <a:stretch>
              <a:fillRect/>
            </a:stretch>
          </a:blipFill>
        </p:spPr>
        <p:txBody>
          <a:bodyPr/>
          <a:lstStyle/>
          <a:p>
            <a:r>
              <a:rPr lang="en-IN" dirty="0">
                <a:noFill/>
              </a:rPr>
              <a:t> </a:t>
            </a:r>
          </a:p>
        </p:txBody>
      </p:sp>
      <mc:AlternateContent xmlns:mc="http://schemas.openxmlformats.org/markup-compatibility/2006" xmlns:a14="http://schemas.microsoft.com/office/drawing/2010/main">
        <mc:Choice Requires="a14">
          <p:sp>
            <p:nvSpPr>
              <p:cNvPr id="39945" name="Text Box 9">
                <a:extLst>
                  <a:ext uri="{FF2B5EF4-FFF2-40B4-BE49-F238E27FC236}">
                    <a16:creationId xmlns:a16="http://schemas.microsoft.com/office/drawing/2014/main" id="{F7FDCDC9-7D8E-4661-B720-2A3690F69C60}"/>
                  </a:ext>
                </a:extLst>
              </p:cNvPr>
              <p:cNvSpPr txBox="1">
                <a:spLocks noChangeArrowheads="1"/>
              </p:cNvSpPr>
              <p:nvPr/>
            </p:nvSpPr>
            <p:spPr bwMode="auto">
              <a:xfrm>
                <a:off x="1606550" y="4629365"/>
                <a:ext cx="9565372" cy="116955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ct val="50000"/>
                  </a:spcBef>
                </a:pPr>
                <a:r>
                  <a:rPr lang="en-US" altLang="en-US" sz="2000" dirty="0">
                    <a:solidFill>
                      <a:srgbClr val="000000"/>
                    </a:solidFill>
                    <a:latin typeface="Cambria" panose="02040503050406030204" pitchFamily="18" charset="0"/>
                    <a:ea typeface="Cambria" panose="02040503050406030204" pitchFamily="18" charset="0"/>
                  </a:rPr>
                  <a:t>where </a:t>
                </a:r>
                <a14:m>
                  <m:oMath xmlns:m="http://schemas.openxmlformats.org/officeDocument/2006/math">
                    <m:r>
                      <a:rPr lang="en-US" altLang="en-US" sz="2000" i="1" dirty="0" smtClean="0">
                        <a:solidFill>
                          <a:srgbClr val="0000FF"/>
                        </a:solidFill>
                        <a:latin typeface="Cambria Math" panose="02040503050406030204" pitchFamily="18" charset="0"/>
                        <a:ea typeface="Cambria" panose="02040503050406030204" pitchFamily="18" charset="0"/>
                      </a:rPr>
                      <m:t>𝑥</m:t>
                    </m:r>
                    <m:r>
                      <a:rPr lang="en-US" altLang="en-US" sz="2000" i="1" baseline="-25000" dirty="0" err="1">
                        <a:solidFill>
                          <a:srgbClr val="0000FF"/>
                        </a:solidFill>
                        <a:latin typeface="Cambria Math" panose="02040503050406030204" pitchFamily="18" charset="0"/>
                        <a:ea typeface="Cambria" panose="02040503050406030204" pitchFamily="18" charset="0"/>
                      </a:rPr>
                      <m:t>𝑛</m:t>
                    </m:r>
                  </m:oMath>
                </a14:m>
                <a:r>
                  <a:rPr lang="en-US" altLang="en-US" sz="2000" dirty="0">
                    <a:solidFill>
                      <a:srgbClr val="000000"/>
                    </a:solidFill>
                    <a:latin typeface="Cambria" panose="02040503050406030204" pitchFamily="18" charset="0"/>
                    <a:ea typeface="Cambria" panose="02040503050406030204" pitchFamily="18" charset="0"/>
                  </a:rPr>
                  <a:t> is an actual population in the current year, </a:t>
                </a:r>
                <a14:m>
                  <m:oMath xmlns:m="http://schemas.openxmlformats.org/officeDocument/2006/math">
                    <m:sSub>
                      <m:sSubPr>
                        <m:ctrlPr>
                          <a:rPr lang="en-US" altLang="en-US" sz="2000" b="0" i="1" dirty="0" smtClean="0">
                            <a:solidFill>
                              <a:srgbClr val="0000FF"/>
                            </a:solidFill>
                            <a:latin typeface="Cambria Math" panose="02040503050406030204" pitchFamily="18" charset="0"/>
                            <a:ea typeface="Cambria" panose="02040503050406030204" pitchFamily="18" charset="0"/>
                          </a:rPr>
                        </m:ctrlPr>
                      </m:sSubPr>
                      <m:e>
                        <m:r>
                          <a:rPr lang="en-US" altLang="en-US" sz="2000" b="0" i="1" dirty="0" smtClean="0">
                            <a:solidFill>
                              <a:srgbClr val="0000FF"/>
                            </a:solidFill>
                            <a:latin typeface="Cambria Math" panose="02040503050406030204" pitchFamily="18" charset="0"/>
                            <a:ea typeface="Cambria" panose="02040503050406030204" pitchFamily="18" charset="0"/>
                          </a:rPr>
                          <m:t>𝑥</m:t>
                        </m:r>
                      </m:e>
                      <m:sub>
                        <m:r>
                          <a:rPr lang="en-US" altLang="en-US" sz="2000" b="0" i="1" dirty="0" smtClean="0">
                            <a:solidFill>
                              <a:srgbClr val="0000FF"/>
                            </a:solidFill>
                            <a:latin typeface="Cambria Math" panose="02040503050406030204" pitchFamily="18" charset="0"/>
                            <a:ea typeface="Cambria" panose="02040503050406030204" pitchFamily="18" charset="0"/>
                          </a:rPr>
                          <m:t>𝑛</m:t>
                        </m:r>
                        <m:r>
                          <a:rPr lang="en-US" altLang="en-US" sz="2000" b="0" i="1" dirty="0" smtClean="0">
                            <a:solidFill>
                              <a:srgbClr val="0000FF"/>
                            </a:solidFill>
                            <a:latin typeface="Cambria Math" panose="02040503050406030204" pitchFamily="18" charset="0"/>
                            <a:ea typeface="Cambria" panose="02040503050406030204" pitchFamily="18" charset="0"/>
                          </a:rPr>
                          <m:t>+</m:t>
                        </m:r>
                        <m:r>
                          <a:rPr lang="en-US" altLang="en-US" sz="2000" b="0" i="1" dirty="0" smtClean="0">
                            <a:solidFill>
                              <a:srgbClr val="0000FF"/>
                            </a:solidFill>
                            <a:latin typeface="Cambria Math" panose="02040503050406030204" pitchFamily="18" charset="0"/>
                            <a:ea typeface="Cambria" panose="02040503050406030204" pitchFamily="18" charset="0"/>
                          </a:rPr>
                          <m:t>1</m:t>
                        </m:r>
                        <m:r>
                          <a:rPr lang="en-US" altLang="en-US" sz="2000" b="0" i="1" dirty="0" smtClean="0">
                            <a:solidFill>
                              <a:srgbClr val="0000FF"/>
                            </a:solidFill>
                            <a:latin typeface="Cambria Math" panose="02040503050406030204" pitchFamily="18" charset="0"/>
                            <a:ea typeface="Cambria" panose="02040503050406030204" pitchFamily="18" charset="0"/>
                          </a:rPr>
                          <m:t> </m:t>
                        </m:r>
                      </m:sub>
                    </m:sSub>
                    <m:r>
                      <a:rPr lang="en-US" altLang="en-US" sz="2000" i="1" dirty="0" smtClean="0">
                        <a:solidFill>
                          <a:srgbClr val="0000FF"/>
                        </a:solidFill>
                        <a:latin typeface="Cambria Math" panose="02040503050406030204" pitchFamily="18" charset="0"/>
                        <a:ea typeface="Cambria" panose="02040503050406030204" pitchFamily="18" charset="0"/>
                      </a:rPr>
                      <m:t> </m:t>
                    </m:r>
                  </m:oMath>
                </a14:m>
                <a:r>
                  <a:rPr lang="en-US" altLang="en-US" sz="2000" dirty="0">
                    <a:solidFill>
                      <a:srgbClr val="000000"/>
                    </a:solidFill>
                    <a:latin typeface="Cambria" panose="02040503050406030204" pitchFamily="18" charset="0"/>
                    <a:ea typeface="Cambria" panose="02040503050406030204" pitchFamily="18" charset="0"/>
                  </a:rPr>
                  <a:t>is population in the next year and </a:t>
                </a:r>
                <a14:m>
                  <m:oMath xmlns:m="http://schemas.openxmlformats.org/officeDocument/2006/math">
                    <m:r>
                      <a:rPr lang="en-US" altLang="en-US" sz="2000" i="1" dirty="0" smtClean="0">
                        <a:solidFill>
                          <a:srgbClr val="0000FF"/>
                        </a:solidFill>
                        <a:latin typeface="Cambria Math" panose="02040503050406030204" pitchFamily="18" charset="0"/>
                        <a:ea typeface="Cambria" panose="02040503050406030204" pitchFamily="18" charset="0"/>
                      </a:rPr>
                      <m:t>𝑟</m:t>
                    </m:r>
                    <m:r>
                      <a:rPr lang="en-US" altLang="en-US" sz="2000" i="1" dirty="0">
                        <a:solidFill>
                          <a:srgbClr val="000000"/>
                        </a:solidFill>
                        <a:latin typeface="Cambria Math" panose="02040503050406030204" pitchFamily="18" charset="0"/>
                        <a:ea typeface="Cambria" panose="02040503050406030204" pitchFamily="18" charset="0"/>
                      </a:rPr>
                      <m:t> </m:t>
                    </m:r>
                  </m:oMath>
                </a14:m>
                <a:r>
                  <a:rPr lang="en-US" altLang="en-US" sz="2000" dirty="0">
                    <a:solidFill>
                      <a:srgbClr val="000000"/>
                    </a:solidFill>
                    <a:latin typeface="Cambria" panose="02040503050406030204" pitchFamily="18" charset="0"/>
                    <a:ea typeface="Cambria" panose="02040503050406030204" pitchFamily="18" charset="0"/>
                  </a:rPr>
                  <a:t>is combined rate for reproduction and for starvation. </a:t>
                </a:r>
              </a:p>
              <a:p>
                <a:pPr algn="just" eaLnBrk="1" hangingPunct="1">
                  <a:spcBef>
                    <a:spcPct val="50000"/>
                  </a:spcBef>
                </a:pPr>
                <a:r>
                  <a:rPr lang="en-US" altLang="en-US" sz="2000" dirty="0">
                    <a:solidFill>
                      <a:srgbClr val="000000"/>
                    </a:solidFill>
                    <a:latin typeface="Cambria" panose="02040503050406030204" pitchFamily="18" charset="0"/>
                    <a:ea typeface="Cambria" panose="02040503050406030204" pitchFamily="18" charset="0"/>
                  </a:rPr>
                  <a:t>Zero value for the x means dead population and </a:t>
                </a:r>
                <a14:m>
                  <m:oMath xmlns:m="http://schemas.openxmlformats.org/officeDocument/2006/math">
                    <m:r>
                      <a:rPr lang="en-US" altLang="en-US" sz="2000" i="1" dirty="0" smtClean="0">
                        <a:solidFill>
                          <a:srgbClr val="0000FF"/>
                        </a:solidFill>
                        <a:latin typeface="Cambria Math" panose="02040503050406030204" pitchFamily="18" charset="0"/>
                        <a:ea typeface="Cambria" panose="02040503050406030204" pitchFamily="18" charset="0"/>
                      </a:rPr>
                      <m:t>𝑥</m:t>
                    </m:r>
                    <m:r>
                      <a:rPr lang="en-US" altLang="en-US" sz="2000" i="1" dirty="0" smtClean="0">
                        <a:solidFill>
                          <a:srgbClr val="0000FF"/>
                        </a:solidFill>
                        <a:latin typeface="Cambria Math" panose="02040503050406030204" pitchFamily="18" charset="0"/>
                        <a:ea typeface="Cambria" panose="02040503050406030204" pitchFamily="18" charset="0"/>
                      </a:rPr>
                      <m:t>=</m:t>
                    </m:r>
                    <m:r>
                      <a:rPr lang="en-US" altLang="en-US" sz="2000" i="1" dirty="0" smtClean="0">
                        <a:solidFill>
                          <a:srgbClr val="0000FF"/>
                        </a:solidFill>
                        <a:latin typeface="Cambria Math" panose="02040503050406030204" pitchFamily="18" charset="0"/>
                        <a:ea typeface="Cambria" panose="02040503050406030204" pitchFamily="18" charset="0"/>
                      </a:rPr>
                      <m:t>1</m:t>
                    </m:r>
                    <m:r>
                      <a:rPr lang="en-US" altLang="en-US" sz="2000" i="1" dirty="0" smtClean="0">
                        <a:solidFill>
                          <a:srgbClr val="0000FF"/>
                        </a:solidFill>
                        <a:latin typeface="Cambria Math" panose="02040503050406030204" pitchFamily="18" charset="0"/>
                        <a:ea typeface="Cambria" panose="02040503050406030204" pitchFamily="18" charset="0"/>
                      </a:rPr>
                      <m:t> </m:t>
                    </m:r>
                  </m:oMath>
                </a14:m>
                <a:r>
                  <a:rPr lang="en-US" altLang="en-US" sz="2000" dirty="0">
                    <a:solidFill>
                      <a:srgbClr val="000000"/>
                    </a:solidFill>
                    <a:latin typeface="Cambria" panose="02040503050406030204" pitchFamily="18" charset="0"/>
                    <a:ea typeface="Cambria" panose="02040503050406030204" pitchFamily="18" charset="0"/>
                  </a:rPr>
                  <a:t>means population on its limit. </a:t>
                </a:r>
              </a:p>
            </p:txBody>
          </p:sp>
        </mc:Choice>
        <mc:Fallback xmlns="">
          <p:sp>
            <p:nvSpPr>
              <p:cNvPr id="39945" name="Text Box 9">
                <a:extLst>
                  <a:ext uri="{FF2B5EF4-FFF2-40B4-BE49-F238E27FC236}">
                    <a16:creationId xmlns:a16="http://schemas.microsoft.com/office/drawing/2014/main" id="{F7FDCDC9-7D8E-4661-B720-2A3690F69C60}"/>
                  </a:ext>
                </a:extLst>
              </p:cNvPr>
              <p:cNvSpPr txBox="1">
                <a:spLocks noRot="1" noChangeAspect="1" noMove="1" noResize="1" noEditPoints="1" noAdjustHandles="1" noChangeArrowheads="1" noChangeShapeType="1" noTextEdit="1"/>
              </p:cNvSpPr>
              <p:nvPr/>
            </p:nvSpPr>
            <p:spPr bwMode="auto">
              <a:xfrm>
                <a:off x="1606550" y="4629365"/>
                <a:ext cx="9565372" cy="1169551"/>
              </a:xfrm>
              <a:prstGeom prst="rect">
                <a:avLst/>
              </a:prstGeom>
              <a:blipFill>
                <a:blip r:embed="rId5"/>
                <a:stretch>
                  <a:fillRect l="-701" t="-2604" r="-637" b="-833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
        <p:nvSpPr>
          <p:cNvPr id="11" name="Rectangle 5">
            <a:extLst>
              <a:ext uri="{FF2B5EF4-FFF2-40B4-BE49-F238E27FC236}">
                <a16:creationId xmlns:a16="http://schemas.microsoft.com/office/drawing/2014/main" id="{AD2E3B5A-C40E-4FCB-B30D-76945AD1A606}"/>
              </a:ext>
            </a:extLst>
          </p:cNvPr>
          <p:cNvSpPr txBox="1">
            <a:spLocks noChangeArrowheads="1"/>
          </p:cNvSpPr>
          <p:nvPr/>
        </p:nvSpPr>
        <p:spPr>
          <a:xfrm>
            <a:off x="1606550" y="195484"/>
            <a:ext cx="8978900" cy="863600"/>
          </a:xfrm>
          <a:prstGeom prst="rect">
            <a:avLst/>
          </a:prstGeom>
          <a:solidFill>
            <a:schemeClr val="bg1"/>
          </a:solidFill>
          <a:ln>
            <a:noFill/>
          </a:ln>
        </p:spPr>
        <p:style>
          <a:lnRef idx="0">
            <a:scrgbClr r="0" g="0" b="0"/>
          </a:lnRef>
          <a:fillRef idx="0">
            <a:scrgbClr r="0" g="0" b="0"/>
          </a:fillRef>
          <a:effectRef idx="0">
            <a:scrgbClr r="0" g="0" b="0"/>
          </a:effectRef>
          <a:fontRef idx="minor">
            <a:schemeClr val="dk1"/>
          </a:fontRef>
        </p:style>
        <p:txBody>
          <a:bodyPr rtlCol="1" anchor="ctr">
            <a:norm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defRPr/>
            </a:pPr>
            <a:r>
              <a:rPr lang="en-IN" altLang="en-US" sz="3600" b="1" dirty="0">
                <a:solidFill>
                  <a:srgbClr val="FF0000"/>
                </a:solidFill>
                <a:latin typeface="Cambria" panose="02040503050406030204" pitchFamily="18" charset="0"/>
                <a:ea typeface="Cambria" panose="02040503050406030204" pitchFamily="18" charset="0"/>
                <a:cs typeface="+mn-cs"/>
              </a:rPr>
              <a:t>L</a:t>
            </a:r>
            <a:r>
              <a:rPr lang="cs-CZ" altLang="en-US" sz="3600" b="1" dirty="0">
                <a:solidFill>
                  <a:srgbClr val="FF0000"/>
                </a:solidFill>
                <a:latin typeface="Cambria" panose="02040503050406030204" pitchFamily="18" charset="0"/>
                <a:ea typeface="Cambria" panose="02040503050406030204" pitchFamily="18" charset="0"/>
                <a:cs typeface="+mn-cs"/>
              </a:rPr>
              <a:t>ogistic equation</a:t>
            </a:r>
            <a:endParaRPr lang="he-IL" sz="3600" b="1" dirty="0">
              <a:solidFill>
                <a:srgbClr val="FF0000"/>
              </a:solidFill>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9941"/>
                                        </p:tgtEl>
                                        <p:attrNameLst>
                                          <p:attrName>style.visibility</p:attrName>
                                        </p:attrNameLst>
                                      </p:cBhvr>
                                      <p:to>
                                        <p:strVal val="visible"/>
                                      </p:to>
                                    </p:set>
                                    <p:animEffect transition="in" filter="box(in)">
                                      <p:cBhvr>
                                        <p:cTn id="7" dur="500"/>
                                        <p:tgtEl>
                                          <p:spTgt spid="3994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9943">
                                            <p:bg/>
                                          </p:spTgt>
                                        </p:tgtEl>
                                        <p:attrNameLst>
                                          <p:attrName>style.visibility</p:attrName>
                                        </p:attrNameLst>
                                      </p:cBhvr>
                                      <p:to>
                                        <p:strVal val="visible"/>
                                      </p:to>
                                    </p:set>
                                    <p:animEffect transition="in" filter="barn(inVertical)">
                                      <p:cBhvr>
                                        <p:cTn id="12" dur="500"/>
                                        <p:tgtEl>
                                          <p:spTgt spid="39943">
                                            <p:bg/>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39945"/>
                                        </p:tgtEl>
                                        <p:attrNameLst>
                                          <p:attrName>style.visibility</p:attrName>
                                        </p:attrNameLst>
                                      </p:cBhvr>
                                      <p:to>
                                        <p:strVal val="visible"/>
                                      </p:to>
                                    </p:set>
                                    <p:animEffect transition="in" filter="fade">
                                      <p:cBhvr>
                                        <p:cTn id="17" dur="1000"/>
                                        <p:tgtEl>
                                          <p:spTgt spid="39945"/>
                                        </p:tgtEl>
                                      </p:cBhvr>
                                    </p:animEffect>
                                    <p:anim calcmode="lin" valueType="num">
                                      <p:cBhvr>
                                        <p:cTn id="18" dur="1000" fill="hold"/>
                                        <p:tgtEl>
                                          <p:spTgt spid="39945"/>
                                        </p:tgtEl>
                                        <p:attrNameLst>
                                          <p:attrName>ppt_x</p:attrName>
                                        </p:attrNameLst>
                                      </p:cBhvr>
                                      <p:tavLst>
                                        <p:tav tm="0">
                                          <p:val>
                                            <p:strVal val="#ppt_x"/>
                                          </p:val>
                                        </p:tav>
                                        <p:tav tm="100000">
                                          <p:val>
                                            <p:strVal val="#ppt_x"/>
                                          </p:val>
                                        </p:tav>
                                      </p:tavLst>
                                    </p:anim>
                                    <p:anim calcmode="lin" valueType="num">
                                      <p:cBhvr>
                                        <p:cTn id="19" dur="1000" fill="hold"/>
                                        <p:tgtEl>
                                          <p:spTgt spid="399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1" grpId="0"/>
      <p:bldP spid="39943" grpId="0" uiExpand="1" build="p" animBg="1"/>
      <p:bldP spid="3994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D4B1EBB3-F39A-F3D2-79ED-4714D3D3387A}"/>
              </a:ext>
            </a:extLst>
          </p:cNvPr>
          <p:cNvPicPr>
            <a:picLocks noChangeAspect="1"/>
          </p:cNvPicPr>
          <p:nvPr/>
        </p:nvPicPr>
        <p:blipFill rotWithShape="1">
          <a:blip r:embed="rId2">
            <a:alphaModFix amt="70000"/>
            <a:lum bright="70000" contrast="-70000"/>
          </a:blip>
          <a:srcRect r="-1" b="3428"/>
          <a:stretch/>
        </p:blipFill>
        <p:spPr>
          <a:xfrm>
            <a:off x="-93586" y="1386"/>
            <a:ext cx="12188932" cy="6856614"/>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2158" name="Picture 174">
            <a:extLst>
              <a:ext uri="{FF2B5EF4-FFF2-40B4-BE49-F238E27FC236}">
                <a16:creationId xmlns:a16="http://schemas.microsoft.com/office/drawing/2014/main" id="{140E8633-A4C0-454B-AB8E-BF5FD1098F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75" y="1066801"/>
            <a:ext cx="846138" cy="537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160" name="Picture 176">
            <a:extLst>
              <a:ext uri="{FF2B5EF4-FFF2-40B4-BE49-F238E27FC236}">
                <a16:creationId xmlns:a16="http://schemas.microsoft.com/office/drawing/2014/main" id="{9B746F20-0BE4-4661-B2A7-7979D0A754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9975" y="1065213"/>
            <a:ext cx="846138" cy="537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162" name="Picture 178">
            <a:extLst>
              <a:ext uri="{FF2B5EF4-FFF2-40B4-BE49-F238E27FC236}">
                <a16:creationId xmlns:a16="http://schemas.microsoft.com/office/drawing/2014/main" id="{D994650A-CA41-4863-BBBE-F1B3F81F75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73575" y="1066801"/>
            <a:ext cx="846138" cy="537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163" name="Picture 179">
            <a:extLst>
              <a:ext uri="{FF2B5EF4-FFF2-40B4-BE49-F238E27FC236}">
                <a16:creationId xmlns:a16="http://schemas.microsoft.com/office/drawing/2014/main" id="{0E9E6231-CE64-409C-B7B8-F1AE1AEEE5E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46825" y="1066801"/>
            <a:ext cx="846138" cy="537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166" name="Picture 182">
            <a:extLst>
              <a:ext uri="{FF2B5EF4-FFF2-40B4-BE49-F238E27FC236}">
                <a16:creationId xmlns:a16="http://schemas.microsoft.com/office/drawing/2014/main" id="{C11E123A-E0C0-4F89-AC8D-4CE62D6FF3B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10200" y="1066801"/>
            <a:ext cx="846138" cy="537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168" name="Picture 184">
            <a:extLst>
              <a:ext uri="{FF2B5EF4-FFF2-40B4-BE49-F238E27FC236}">
                <a16:creationId xmlns:a16="http://schemas.microsoft.com/office/drawing/2014/main" id="{B969086B-6CAE-4192-9DFE-8D8F961D368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18489" y="1065213"/>
            <a:ext cx="846137" cy="537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170" name="Picture 186">
            <a:extLst>
              <a:ext uri="{FF2B5EF4-FFF2-40B4-BE49-F238E27FC236}">
                <a16:creationId xmlns:a16="http://schemas.microsoft.com/office/drawing/2014/main" id="{ED1D041E-FB90-4F25-8F66-22F453B2742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55114" y="1066801"/>
            <a:ext cx="846137" cy="537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171" name="Picture 187">
            <a:extLst>
              <a:ext uri="{FF2B5EF4-FFF2-40B4-BE49-F238E27FC236}">
                <a16:creationId xmlns:a16="http://schemas.microsoft.com/office/drawing/2014/main" id="{DB9F8046-C2B8-4527-BC4C-6CAE53D1EE9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81864" y="1066801"/>
            <a:ext cx="846137" cy="537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5">
            <a:extLst>
              <a:ext uri="{FF2B5EF4-FFF2-40B4-BE49-F238E27FC236}">
                <a16:creationId xmlns:a16="http://schemas.microsoft.com/office/drawing/2014/main" id="{C9588097-1637-47F7-BAD9-E8C38241F40D}"/>
              </a:ext>
            </a:extLst>
          </p:cNvPr>
          <p:cNvSpPr txBox="1">
            <a:spLocks noChangeArrowheads="1"/>
          </p:cNvSpPr>
          <p:nvPr/>
        </p:nvSpPr>
        <p:spPr>
          <a:xfrm>
            <a:off x="1607343" y="201613"/>
            <a:ext cx="8977313" cy="863600"/>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1" anchor="ctr">
            <a:norm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defRPr/>
            </a:pPr>
            <a:r>
              <a:rPr lang="en-IN" altLang="en-US" sz="3600" b="1" dirty="0">
                <a:solidFill>
                  <a:srgbClr val="FF0000"/>
                </a:solidFill>
                <a:latin typeface="Century Gothic" panose="020B0502020202020204" pitchFamily="34" charset="0"/>
                <a:ea typeface="+mn-ea"/>
                <a:cs typeface="+mn-cs"/>
              </a:rPr>
              <a:t>Bifurcation diagram of L</a:t>
            </a:r>
            <a:r>
              <a:rPr lang="cs-CZ" altLang="en-US" sz="3600" b="1" dirty="0">
                <a:solidFill>
                  <a:srgbClr val="FF0000"/>
                </a:solidFill>
                <a:latin typeface="Century Gothic" panose="020B0502020202020204" pitchFamily="34" charset="0"/>
                <a:ea typeface="+mn-ea"/>
                <a:cs typeface="+mn-cs"/>
              </a:rPr>
              <a:t>ogistic equation</a:t>
            </a:r>
            <a:endParaRPr lang="he-IL" sz="3600" b="1" dirty="0">
              <a:solidFill>
                <a:srgbClr val="FF0000"/>
              </a:solidFill>
              <a:latin typeface="Century Gothic" panose="020B0502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2158"/>
                                        </p:tgtEl>
                                        <p:attrNameLst>
                                          <p:attrName>style.visibility</p:attrName>
                                        </p:attrNameLst>
                                      </p:cBhvr>
                                      <p:to>
                                        <p:strVal val="visible"/>
                                      </p:to>
                                    </p:set>
                                    <p:animEffect transition="in" filter="box(in)">
                                      <p:cBhvr>
                                        <p:cTn id="7" dur="500"/>
                                        <p:tgtEl>
                                          <p:spTgt spid="421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2160"/>
                                        </p:tgtEl>
                                        <p:attrNameLst>
                                          <p:attrName>style.visibility</p:attrName>
                                        </p:attrNameLst>
                                      </p:cBhvr>
                                      <p:to>
                                        <p:strVal val="visible"/>
                                      </p:to>
                                    </p:set>
                                    <p:animEffect transition="in" filter="box(in)">
                                      <p:cBhvr>
                                        <p:cTn id="12" dur="500"/>
                                        <p:tgtEl>
                                          <p:spTgt spid="421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2162"/>
                                        </p:tgtEl>
                                        <p:attrNameLst>
                                          <p:attrName>style.visibility</p:attrName>
                                        </p:attrNameLst>
                                      </p:cBhvr>
                                      <p:to>
                                        <p:strVal val="visible"/>
                                      </p:to>
                                    </p:set>
                                    <p:animEffect transition="in" filter="box(in)">
                                      <p:cBhvr>
                                        <p:cTn id="17" dur="500"/>
                                        <p:tgtEl>
                                          <p:spTgt spid="421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2166"/>
                                        </p:tgtEl>
                                        <p:attrNameLst>
                                          <p:attrName>style.visibility</p:attrName>
                                        </p:attrNameLst>
                                      </p:cBhvr>
                                      <p:to>
                                        <p:strVal val="visible"/>
                                      </p:to>
                                    </p:set>
                                    <p:animEffect transition="in" filter="box(in)">
                                      <p:cBhvr>
                                        <p:cTn id="22" dur="500"/>
                                        <p:tgtEl>
                                          <p:spTgt spid="4216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2163"/>
                                        </p:tgtEl>
                                        <p:attrNameLst>
                                          <p:attrName>style.visibility</p:attrName>
                                        </p:attrNameLst>
                                      </p:cBhvr>
                                      <p:to>
                                        <p:strVal val="visible"/>
                                      </p:to>
                                    </p:set>
                                    <p:animEffect transition="in" filter="box(in)">
                                      <p:cBhvr>
                                        <p:cTn id="27" dur="500"/>
                                        <p:tgtEl>
                                          <p:spTgt spid="4216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2171"/>
                                        </p:tgtEl>
                                        <p:attrNameLst>
                                          <p:attrName>style.visibility</p:attrName>
                                        </p:attrNameLst>
                                      </p:cBhvr>
                                      <p:to>
                                        <p:strVal val="visible"/>
                                      </p:to>
                                    </p:set>
                                    <p:animEffect transition="in" filter="box(in)">
                                      <p:cBhvr>
                                        <p:cTn id="32" dur="500"/>
                                        <p:tgtEl>
                                          <p:spTgt spid="4217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2168"/>
                                        </p:tgtEl>
                                        <p:attrNameLst>
                                          <p:attrName>style.visibility</p:attrName>
                                        </p:attrNameLst>
                                      </p:cBhvr>
                                      <p:to>
                                        <p:strVal val="visible"/>
                                      </p:to>
                                    </p:set>
                                    <p:animEffect transition="in" filter="box(in)">
                                      <p:cBhvr>
                                        <p:cTn id="37" dur="500"/>
                                        <p:tgtEl>
                                          <p:spTgt spid="4216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42170"/>
                                        </p:tgtEl>
                                        <p:attrNameLst>
                                          <p:attrName>style.visibility</p:attrName>
                                        </p:attrNameLst>
                                      </p:cBhvr>
                                      <p:to>
                                        <p:strVal val="visible"/>
                                      </p:to>
                                    </p:set>
                                    <p:animEffect transition="in" filter="box(in)">
                                      <p:cBhvr>
                                        <p:cTn id="42" dur="500"/>
                                        <p:tgtEl>
                                          <p:spTgt spid="42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68CB660A-5850-4A4B-33C5-A269463E7129}"/>
              </a:ext>
            </a:extLst>
          </p:cNvPr>
          <p:cNvPicPr>
            <a:picLocks noChangeAspect="1"/>
          </p:cNvPicPr>
          <p:nvPr/>
        </p:nvPicPr>
        <p:blipFill rotWithShape="1">
          <a:blip r:embed="rId3">
            <a:alphaModFix amt="70000"/>
            <a:lum bright="70000" contrast="-70000"/>
          </a:blip>
          <a:srcRect r="-1" b="3428"/>
          <a:stretch/>
        </p:blipFill>
        <p:spPr>
          <a:xfrm>
            <a:off x="-93586" y="1386"/>
            <a:ext cx="12188932" cy="6856614"/>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1442" name="Picture 395" descr="BifurcationLogis">
            <a:extLst>
              <a:ext uri="{FF2B5EF4-FFF2-40B4-BE49-F238E27FC236}">
                <a16:creationId xmlns:a16="http://schemas.microsoft.com/office/drawing/2014/main" id="{4A238796-31C9-489C-952A-E7318B7889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4326" y="925514"/>
            <a:ext cx="6481763" cy="418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452" name="Text Box 396">
            <a:extLst>
              <a:ext uri="{FF2B5EF4-FFF2-40B4-BE49-F238E27FC236}">
                <a16:creationId xmlns:a16="http://schemas.microsoft.com/office/drawing/2014/main" id="{2660DB03-D085-4987-98C7-4D7B03ED53FA}"/>
              </a:ext>
            </a:extLst>
          </p:cNvPr>
          <p:cNvSpPr txBox="1">
            <a:spLocks noChangeArrowheads="1"/>
          </p:cNvSpPr>
          <p:nvPr/>
        </p:nvSpPr>
        <p:spPr bwMode="auto">
          <a:xfrm>
            <a:off x="1992314" y="5091113"/>
            <a:ext cx="8351837"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ct val="50000"/>
              </a:spcBef>
            </a:pPr>
            <a:r>
              <a:rPr lang="cs-CZ" altLang="en-US">
                <a:solidFill>
                  <a:srgbClr val="000000"/>
                </a:solidFill>
                <a:latin typeface="Arial" panose="020B0604020202020204" pitchFamily="34" charset="0"/>
              </a:rPr>
              <a:t>For the value r=3 we can observe the first </a:t>
            </a:r>
            <a:r>
              <a:rPr lang="cs-CZ" altLang="en-US" b="1">
                <a:solidFill>
                  <a:srgbClr val="0000FF"/>
                </a:solidFill>
                <a:latin typeface="Arial" panose="020B0604020202020204" pitchFamily="34" charset="0"/>
              </a:rPr>
              <a:t>bifurcation </a:t>
            </a:r>
            <a:r>
              <a:rPr lang="cs-CZ" altLang="en-US">
                <a:solidFill>
                  <a:srgbClr val="000000"/>
                </a:solidFill>
                <a:latin typeface="Arial" panose="020B0604020202020204" pitchFamily="34" charset="0"/>
              </a:rPr>
              <a:t>(doubling of the functional dependence). Another bifurcations follow for r=3.449, r=3.544 etc.</a:t>
            </a:r>
            <a:endParaRPr lang="en-US" altLang="en-US">
              <a:solidFill>
                <a:srgbClr val="000000"/>
              </a:solidFill>
              <a:latin typeface="Arial" panose="020B0604020202020204" pitchFamily="34" charset="0"/>
            </a:endParaRPr>
          </a:p>
        </p:txBody>
      </p:sp>
      <p:sp>
        <p:nvSpPr>
          <p:cNvPr id="5" name="Rectangle 5">
            <a:extLst>
              <a:ext uri="{FF2B5EF4-FFF2-40B4-BE49-F238E27FC236}">
                <a16:creationId xmlns:a16="http://schemas.microsoft.com/office/drawing/2014/main" id="{640A4687-BC41-4158-BE68-44B5A6A91F59}"/>
              </a:ext>
            </a:extLst>
          </p:cNvPr>
          <p:cNvSpPr txBox="1">
            <a:spLocks noChangeArrowheads="1"/>
          </p:cNvSpPr>
          <p:nvPr/>
        </p:nvSpPr>
        <p:spPr>
          <a:xfrm>
            <a:off x="1605757" y="166186"/>
            <a:ext cx="8978900" cy="8636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1" anchor="ctr">
            <a:norm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defRPr/>
            </a:pPr>
            <a:r>
              <a:rPr lang="en-IN" altLang="en-US" sz="3600" b="1" dirty="0">
                <a:solidFill>
                  <a:srgbClr val="FF0000"/>
                </a:solidFill>
                <a:latin typeface="Cambria" panose="02040503050406030204" pitchFamily="18" charset="0"/>
                <a:ea typeface="Cambria" panose="02040503050406030204" pitchFamily="18" charset="0"/>
                <a:cs typeface="+mn-cs"/>
              </a:rPr>
              <a:t>Bifurcation diagram of L</a:t>
            </a:r>
            <a:r>
              <a:rPr lang="cs-CZ" altLang="en-US" sz="3600" b="1" dirty="0">
                <a:solidFill>
                  <a:srgbClr val="FF0000"/>
                </a:solidFill>
                <a:latin typeface="Cambria" panose="02040503050406030204" pitchFamily="18" charset="0"/>
                <a:ea typeface="Cambria" panose="02040503050406030204" pitchFamily="18" charset="0"/>
                <a:cs typeface="+mn-cs"/>
              </a:rPr>
              <a:t>ogistic equation</a:t>
            </a:r>
            <a:endParaRPr lang="he-IL" sz="3600" b="1" dirty="0">
              <a:solidFill>
                <a:srgbClr val="FF0000"/>
              </a:solidFill>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452"/>
                                        </p:tgtEl>
                                        <p:attrNameLst>
                                          <p:attrName>style.visibility</p:attrName>
                                        </p:attrNameLst>
                                      </p:cBhvr>
                                      <p:to>
                                        <p:strVal val="visible"/>
                                      </p:to>
                                    </p:set>
                                    <p:anim calcmode="lin" valueType="num">
                                      <p:cBhvr additive="base">
                                        <p:cTn id="7" dur="500" fill="hold"/>
                                        <p:tgtEl>
                                          <p:spTgt spid="45452"/>
                                        </p:tgtEl>
                                        <p:attrNameLst>
                                          <p:attrName>ppt_x</p:attrName>
                                        </p:attrNameLst>
                                      </p:cBhvr>
                                      <p:tavLst>
                                        <p:tav tm="0">
                                          <p:val>
                                            <p:strVal val="#ppt_x"/>
                                          </p:val>
                                        </p:tav>
                                        <p:tav tm="100000">
                                          <p:val>
                                            <p:strVal val="#ppt_x"/>
                                          </p:val>
                                        </p:tav>
                                      </p:tavLst>
                                    </p:anim>
                                    <p:anim calcmode="lin" valueType="num">
                                      <p:cBhvr additive="base">
                                        <p:cTn id="8" dur="500" fill="hold"/>
                                        <p:tgtEl>
                                          <p:spTgt spid="454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45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4">
            <a:extLst>
              <a:ext uri="{FF2B5EF4-FFF2-40B4-BE49-F238E27FC236}">
                <a16:creationId xmlns:a16="http://schemas.microsoft.com/office/drawing/2014/main" id="{0499FB1A-24E7-4E98-BDA3-391299A226AD}"/>
              </a:ext>
            </a:extLst>
          </p:cNvPr>
          <p:cNvSpPr txBox="1">
            <a:spLocks noChangeArrowheads="1"/>
          </p:cNvSpPr>
          <p:nvPr/>
        </p:nvSpPr>
        <p:spPr bwMode="auto">
          <a:xfrm>
            <a:off x="2057400" y="925513"/>
            <a:ext cx="8351838" cy="286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eaLnBrk="0" fontAlgn="base" hangingPunct="0">
              <a:spcBef>
                <a:spcPct val="0"/>
              </a:spcBef>
              <a:spcAft>
                <a:spcPct val="0"/>
              </a:spcAft>
              <a:defRPr>
                <a:solidFill>
                  <a:schemeClr val="tx1"/>
                </a:solidFill>
                <a:latin typeface="Calibri" panose="020F0502020204030204" pitchFamily="34" charset="0"/>
              </a:defRPr>
            </a:lvl6pPr>
            <a:lvl7pPr marL="3086100" indent="-342900" eaLnBrk="0" fontAlgn="base" hangingPunct="0">
              <a:spcBef>
                <a:spcPct val="0"/>
              </a:spcBef>
              <a:spcAft>
                <a:spcPct val="0"/>
              </a:spcAft>
              <a:defRPr>
                <a:solidFill>
                  <a:schemeClr val="tx1"/>
                </a:solidFill>
                <a:latin typeface="Calibri" panose="020F0502020204030204" pitchFamily="34" charset="0"/>
              </a:defRPr>
            </a:lvl7pPr>
            <a:lvl8pPr marL="3543300" indent="-342900" eaLnBrk="0" fontAlgn="base" hangingPunct="0">
              <a:spcBef>
                <a:spcPct val="0"/>
              </a:spcBef>
              <a:spcAft>
                <a:spcPct val="0"/>
              </a:spcAft>
              <a:defRPr>
                <a:solidFill>
                  <a:schemeClr val="tx1"/>
                </a:solidFill>
                <a:latin typeface="Calibri" panose="020F0502020204030204" pitchFamily="34" charset="0"/>
              </a:defRPr>
            </a:lvl8pPr>
            <a:lvl9pPr marL="4000500" indent="-3429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ct val="50000"/>
              </a:spcBef>
              <a:buFontTx/>
              <a:buAutoNum type="arabicPeriod"/>
            </a:pPr>
            <a:r>
              <a:rPr lang="cs-CZ" altLang="en-US">
                <a:solidFill>
                  <a:srgbClr val="0000FF"/>
                </a:solidFill>
                <a:latin typeface="Arial" panose="020B0604020202020204" pitchFamily="34" charset="0"/>
              </a:rPr>
              <a:t>Extinction</a:t>
            </a:r>
            <a:r>
              <a:rPr lang="cs-CZ" altLang="en-US">
                <a:solidFill>
                  <a:srgbClr val="000000"/>
                </a:solidFill>
                <a:latin typeface="Arial" panose="020B0604020202020204" pitchFamily="34" charset="0"/>
              </a:rPr>
              <a:t> </a:t>
            </a:r>
            <a:r>
              <a:rPr lang="en-US" altLang="en-US">
                <a:solidFill>
                  <a:srgbClr val="000000"/>
                </a:solidFill>
                <a:latin typeface="Arial" panose="020B0604020202020204" pitchFamily="34" charset="0"/>
              </a:rPr>
              <a:t>(r&lt;1): </a:t>
            </a:r>
            <a:r>
              <a:rPr lang="cs-CZ" altLang="en-US">
                <a:solidFill>
                  <a:srgbClr val="000000"/>
                </a:solidFill>
                <a:latin typeface="Arial" panose="020B0604020202020204" pitchFamily="34" charset="0"/>
              </a:rPr>
              <a:t>i</a:t>
            </a:r>
            <a:r>
              <a:rPr lang="en-US" altLang="en-US">
                <a:solidFill>
                  <a:srgbClr val="000000"/>
                </a:solidFill>
                <a:latin typeface="Arial" panose="020B0604020202020204" pitchFamily="34" charset="0"/>
              </a:rPr>
              <a:t>f the growth rate is less than 1 the system "dies„</a:t>
            </a:r>
            <a:endParaRPr lang="cs-CZ" altLang="en-US">
              <a:solidFill>
                <a:srgbClr val="000000"/>
              </a:solidFill>
              <a:latin typeface="Arial" panose="020B0604020202020204" pitchFamily="34" charset="0"/>
            </a:endParaRPr>
          </a:p>
          <a:p>
            <a:pPr algn="just" eaLnBrk="1" hangingPunct="1">
              <a:spcBef>
                <a:spcPct val="50000"/>
              </a:spcBef>
              <a:buFontTx/>
              <a:buAutoNum type="arabicPeriod"/>
            </a:pPr>
            <a:r>
              <a:rPr lang="cs-CZ" altLang="en-US">
                <a:solidFill>
                  <a:srgbClr val="0000FF"/>
                </a:solidFill>
                <a:latin typeface="Arial" panose="020B0604020202020204" pitchFamily="34" charset="0"/>
              </a:rPr>
              <a:t>Fixed point </a:t>
            </a:r>
            <a:r>
              <a:rPr lang="en-US" altLang="en-US">
                <a:solidFill>
                  <a:srgbClr val="0000FF"/>
                </a:solidFill>
                <a:latin typeface="Arial" panose="020B0604020202020204" pitchFamily="34" charset="0"/>
              </a:rPr>
              <a:t>area</a:t>
            </a:r>
            <a:r>
              <a:rPr lang="en-US" altLang="en-US">
                <a:solidFill>
                  <a:srgbClr val="000000"/>
                </a:solidFill>
                <a:latin typeface="Arial" panose="020B0604020202020204" pitchFamily="34" charset="0"/>
              </a:rPr>
              <a:t> (1&lt;r&lt;3):</a:t>
            </a:r>
            <a:r>
              <a:rPr lang="cs-CZ" altLang="en-US">
                <a:solidFill>
                  <a:srgbClr val="000000"/>
                </a:solidFill>
                <a:latin typeface="Arial" panose="020B0604020202020204" pitchFamily="34" charset="0"/>
              </a:rPr>
              <a:t> t</a:t>
            </a:r>
            <a:r>
              <a:rPr lang="en-US" altLang="en-US">
                <a:solidFill>
                  <a:srgbClr val="000000"/>
                </a:solidFill>
                <a:latin typeface="Arial" panose="020B0604020202020204" pitchFamily="34" charset="0"/>
              </a:rPr>
              <a:t>he series tends to a single value</a:t>
            </a:r>
            <a:r>
              <a:rPr lang="cs-CZ" altLang="en-US">
                <a:solidFill>
                  <a:srgbClr val="000000"/>
                </a:solidFill>
                <a:latin typeface="Arial" panose="020B0604020202020204" pitchFamily="34" charset="0"/>
              </a:rPr>
              <a:t> for any initial x</a:t>
            </a:r>
            <a:r>
              <a:rPr lang="en-US" altLang="en-US" baseline="-25000">
                <a:solidFill>
                  <a:srgbClr val="000000"/>
                </a:solidFill>
                <a:latin typeface="Arial" panose="020B0604020202020204" pitchFamily="34" charset="0"/>
              </a:rPr>
              <a:t>0</a:t>
            </a:r>
          </a:p>
          <a:p>
            <a:pPr algn="just" eaLnBrk="1" hangingPunct="1">
              <a:spcBef>
                <a:spcPct val="50000"/>
              </a:spcBef>
              <a:buFontTx/>
              <a:buAutoNum type="arabicPeriod"/>
            </a:pPr>
            <a:r>
              <a:rPr lang="en-US" altLang="en-US">
                <a:solidFill>
                  <a:srgbClr val="0000FF"/>
                </a:solidFill>
                <a:latin typeface="Arial" panose="020B0604020202020204" pitchFamily="34" charset="0"/>
              </a:rPr>
              <a:t>Oscillation area</a:t>
            </a:r>
            <a:r>
              <a:rPr lang="en-US" altLang="en-US">
                <a:solidFill>
                  <a:srgbClr val="000000"/>
                </a:solidFill>
                <a:latin typeface="Arial" panose="020B0604020202020204" pitchFamily="34" charset="0"/>
              </a:rPr>
              <a:t> (3&lt;r&lt;3.57): The series jumps between two or more discrete states.</a:t>
            </a:r>
          </a:p>
          <a:p>
            <a:pPr algn="just" eaLnBrk="1" hangingPunct="1">
              <a:spcBef>
                <a:spcPct val="50000"/>
              </a:spcBef>
              <a:buFontTx/>
              <a:buAutoNum type="arabicPeriod"/>
            </a:pPr>
            <a:r>
              <a:rPr lang="en-US" altLang="en-US">
                <a:solidFill>
                  <a:srgbClr val="0000FF"/>
                </a:solidFill>
                <a:latin typeface="Arial" panose="020B0604020202020204" pitchFamily="34" charset="0"/>
              </a:rPr>
              <a:t>Chaos area</a:t>
            </a:r>
            <a:r>
              <a:rPr lang="en-US" altLang="en-US">
                <a:solidFill>
                  <a:srgbClr val="000000"/>
                </a:solidFill>
                <a:latin typeface="Arial" panose="020B0604020202020204" pitchFamily="34" charset="0"/>
              </a:rPr>
              <a:t> (3.57&lt;r&lt;4): the system can evaluate to any position at all with no apparent order </a:t>
            </a:r>
          </a:p>
          <a:p>
            <a:pPr algn="just" eaLnBrk="1" hangingPunct="1">
              <a:spcBef>
                <a:spcPct val="50000"/>
              </a:spcBef>
            </a:pPr>
            <a:r>
              <a:rPr lang="en-US" altLang="en-US">
                <a:solidFill>
                  <a:srgbClr val="000000"/>
                </a:solidFill>
                <a:latin typeface="Arial" panose="020B0604020202020204" pitchFamily="34" charset="0"/>
              </a:rPr>
              <a:t>For higher values of r (r&gt;4) all solutions zoom to infinity and the modeling aspects of this function become useless.</a:t>
            </a:r>
          </a:p>
        </p:txBody>
      </p:sp>
      <p:pic>
        <p:nvPicPr>
          <p:cNvPr id="63491" name="Picture 5" descr="BifurcationLogis">
            <a:extLst>
              <a:ext uri="{FF2B5EF4-FFF2-40B4-BE49-F238E27FC236}">
                <a16:creationId xmlns:a16="http://schemas.microsoft.com/office/drawing/2014/main" id="{F7ABA48A-5BC1-42E8-B480-08A2CC82CA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9513" y="3835400"/>
            <a:ext cx="4608512" cy="297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5">
            <a:extLst>
              <a:ext uri="{FF2B5EF4-FFF2-40B4-BE49-F238E27FC236}">
                <a16:creationId xmlns:a16="http://schemas.microsoft.com/office/drawing/2014/main" id="{C7E3B5E9-1BF1-4A10-8F5F-5F8F5FC7EB04}"/>
              </a:ext>
            </a:extLst>
          </p:cNvPr>
          <p:cNvSpPr txBox="1">
            <a:spLocks noChangeArrowheads="1"/>
          </p:cNvSpPr>
          <p:nvPr/>
        </p:nvSpPr>
        <p:spPr>
          <a:xfrm>
            <a:off x="1606550" y="61913"/>
            <a:ext cx="8978900" cy="863600"/>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1" anchor="ctr">
            <a:norm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defRPr/>
            </a:pPr>
            <a:r>
              <a:rPr lang="en-IN" altLang="en-US" sz="3600" b="1" dirty="0">
                <a:solidFill>
                  <a:srgbClr val="FF0000"/>
                </a:solidFill>
                <a:latin typeface="Cambria" panose="02040503050406030204" pitchFamily="18" charset="0"/>
                <a:ea typeface="Cambria" panose="02040503050406030204" pitchFamily="18" charset="0"/>
                <a:cs typeface="+mn-cs"/>
              </a:rPr>
              <a:t>Bifurcation diagram of L</a:t>
            </a:r>
            <a:r>
              <a:rPr lang="cs-CZ" altLang="en-US" sz="3600" b="1" dirty="0">
                <a:solidFill>
                  <a:srgbClr val="FF0000"/>
                </a:solidFill>
                <a:latin typeface="Cambria" panose="02040503050406030204" pitchFamily="18" charset="0"/>
                <a:ea typeface="Cambria" panose="02040503050406030204" pitchFamily="18" charset="0"/>
                <a:cs typeface="+mn-cs"/>
              </a:rPr>
              <a:t>ogistic equation</a:t>
            </a:r>
            <a:endParaRPr lang="he-IL" sz="3600" b="1" dirty="0">
              <a:solidFill>
                <a:srgbClr val="FF0000"/>
              </a:solidFill>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E5CF6-5F21-371C-F3A1-604EC71F9C4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ADF33E3-0869-F050-6D1C-BE362C53F59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694976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79C64732-2D75-B827-5A92-47E60C6A7677}"/>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Rectangle 2">
            <a:extLst>
              <a:ext uri="{FF2B5EF4-FFF2-40B4-BE49-F238E27FC236}">
                <a16:creationId xmlns:a16="http://schemas.microsoft.com/office/drawing/2014/main" id="{CC9D182B-D969-B31C-B54B-DD1117D14321}"/>
              </a:ext>
            </a:extLst>
          </p:cNvPr>
          <p:cNvSpPr txBox="1">
            <a:spLocks noChangeArrowheads="1"/>
          </p:cNvSpPr>
          <p:nvPr/>
        </p:nvSpPr>
        <p:spPr>
          <a:xfrm>
            <a:off x="495299" y="2041329"/>
            <a:ext cx="10974171" cy="114414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en-US" sz="3600" b="1" dirty="0">
                <a:solidFill>
                  <a:srgbClr val="FF0000"/>
                </a:solidFill>
                <a:latin typeface="Cambria" panose="02040503050406030204" pitchFamily="18" charset="0"/>
                <a:ea typeface="Cambria" panose="02040503050406030204" pitchFamily="18" charset="0"/>
              </a:rPr>
              <a:t>Stability and Fixed points of dynamical systems</a:t>
            </a:r>
          </a:p>
        </p:txBody>
      </p:sp>
      <p:sp>
        <p:nvSpPr>
          <p:cNvPr id="5" name="TextBox 4">
            <a:extLst>
              <a:ext uri="{FF2B5EF4-FFF2-40B4-BE49-F238E27FC236}">
                <a16:creationId xmlns:a16="http://schemas.microsoft.com/office/drawing/2014/main" id="{8CA60EBD-8FEF-48C4-10A2-6D9A1287CDAB}"/>
              </a:ext>
            </a:extLst>
          </p:cNvPr>
          <p:cNvSpPr txBox="1"/>
          <p:nvPr/>
        </p:nvSpPr>
        <p:spPr>
          <a:xfrm>
            <a:off x="495299" y="4860461"/>
            <a:ext cx="6181725" cy="646331"/>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dirty="0"/>
              <a:t>Daniel </a:t>
            </a:r>
            <a:r>
              <a:rPr lang="en-US" dirty="0" err="1"/>
              <a:t>Arovas</a:t>
            </a:r>
            <a:r>
              <a:rPr lang="en-US" dirty="0"/>
              <a:t> , Phys Dept., University of California, San Diego</a:t>
            </a:r>
          </a:p>
          <a:p>
            <a:pPr marL="285750" indent="-285750">
              <a:buFont typeface="Arial" panose="020B0604020202020204" pitchFamily="34" charset="0"/>
              <a:buChar char="•"/>
            </a:pPr>
            <a:r>
              <a:rPr lang="en-US" dirty="0"/>
              <a:t>Steven </a:t>
            </a:r>
            <a:r>
              <a:rPr lang="en-US" dirty="0" err="1"/>
              <a:t>Strogatz</a:t>
            </a:r>
            <a:r>
              <a:rPr lang="en-US" dirty="0"/>
              <a:t> : Nonlinear Dynamics and Chaos,</a:t>
            </a:r>
            <a:endParaRPr lang="en-IN" dirty="0"/>
          </a:p>
        </p:txBody>
      </p:sp>
    </p:spTree>
    <p:extLst>
      <p:ext uri="{BB962C8B-B14F-4D97-AF65-F5344CB8AC3E}">
        <p14:creationId xmlns:p14="http://schemas.microsoft.com/office/powerpoint/2010/main" val="531838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BAC19C6E-1362-8D93-CD6A-1AD50E72579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Rectangle 2">
            <a:extLst>
              <a:ext uri="{FF2B5EF4-FFF2-40B4-BE49-F238E27FC236}">
                <a16:creationId xmlns:a16="http://schemas.microsoft.com/office/drawing/2014/main" id="{8EFBF971-A446-CBB4-16FA-5E2E2C5903F0}"/>
              </a:ext>
            </a:extLst>
          </p:cNvPr>
          <p:cNvSpPr txBox="1">
            <a:spLocks noChangeArrowheads="1"/>
          </p:cNvSpPr>
          <p:nvPr/>
        </p:nvSpPr>
        <p:spPr>
          <a:xfrm>
            <a:off x="459947" y="83296"/>
            <a:ext cx="10974171" cy="617096"/>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en-US" sz="3200" b="1" dirty="0">
                <a:solidFill>
                  <a:srgbClr val="FF0000"/>
                </a:solidFill>
                <a:latin typeface="Cambria" panose="02040503050406030204" pitchFamily="18" charset="0"/>
                <a:ea typeface="Cambria" panose="02040503050406030204" pitchFamily="18" charset="0"/>
              </a:rPr>
              <a:t>Stability and Fixed points of dynamical systems</a:t>
            </a:r>
          </a:p>
        </p:txBody>
      </p:sp>
      <p:pic>
        <p:nvPicPr>
          <p:cNvPr id="5" name="Picture 4">
            <a:extLst>
              <a:ext uri="{FF2B5EF4-FFF2-40B4-BE49-F238E27FC236}">
                <a16:creationId xmlns:a16="http://schemas.microsoft.com/office/drawing/2014/main" id="{2ACFB47D-973D-62BD-3FB0-89FA88AC5BB0}"/>
              </a:ext>
            </a:extLst>
          </p:cNvPr>
          <p:cNvPicPr>
            <a:picLocks noChangeAspect="1"/>
          </p:cNvPicPr>
          <p:nvPr/>
        </p:nvPicPr>
        <p:blipFill rotWithShape="1">
          <a:blip r:embed="rId3"/>
          <a:srcRect b="48041"/>
          <a:stretch/>
        </p:blipFill>
        <p:spPr>
          <a:xfrm>
            <a:off x="2936927" y="1433383"/>
            <a:ext cx="7570298" cy="1144143"/>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2DC60F8-9A85-D2E9-75E2-431F97C4BC9D}"/>
                  </a:ext>
                </a:extLst>
              </p:cNvPr>
              <p:cNvSpPr txBox="1"/>
              <p:nvPr/>
            </p:nvSpPr>
            <p:spPr>
              <a:xfrm>
                <a:off x="1220040" y="1433383"/>
                <a:ext cx="1090811" cy="52591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𝑑𝑢</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m:t>
                      </m:r>
                    </m:oMath>
                  </m:oMathPara>
                </a14:m>
                <a:endParaRPr lang="en-IN" dirty="0"/>
              </a:p>
            </p:txBody>
          </p:sp>
        </mc:Choice>
        <mc:Fallback xmlns="">
          <p:sp>
            <p:nvSpPr>
              <p:cNvPr id="7" name="TextBox 6">
                <a:extLst>
                  <a:ext uri="{FF2B5EF4-FFF2-40B4-BE49-F238E27FC236}">
                    <a16:creationId xmlns:a16="http://schemas.microsoft.com/office/drawing/2014/main" id="{82DC60F8-9A85-D2E9-75E2-431F97C4BC9D}"/>
                  </a:ext>
                </a:extLst>
              </p:cNvPr>
              <p:cNvSpPr txBox="1">
                <a:spLocks noRot="1" noChangeAspect="1" noMove="1" noResize="1" noEditPoints="1" noAdjustHandles="1" noChangeArrowheads="1" noChangeShapeType="1" noTextEdit="1"/>
              </p:cNvSpPr>
              <p:nvPr/>
            </p:nvSpPr>
            <p:spPr>
              <a:xfrm>
                <a:off x="1220040" y="1433383"/>
                <a:ext cx="1090811" cy="525913"/>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293640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BAC19C6E-1362-8D93-CD6A-1AD50E72579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Rectangle 2">
            <a:extLst>
              <a:ext uri="{FF2B5EF4-FFF2-40B4-BE49-F238E27FC236}">
                <a16:creationId xmlns:a16="http://schemas.microsoft.com/office/drawing/2014/main" id="{8EFBF971-A446-CBB4-16FA-5E2E2C5903F0}"/>
              </a:ext>
            </a:extLst>
          </p:cNvPr>
          <p:cNvSpPr txBox="1">
            <a:spLocks noChangeArrowheads="1"/>
          </p:cNvSpPr>
          <p:nvPr/>
        </p:nvSpPr>
        <p:spPr>
          <a:xfrm>
            <a:off x="459947" y="83295"/>
            <a:ext cx="10974171" cy="52591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en-US" sz="3200" b="1" dirty="0">
                <a:solidFill>
                  <a:srgbClr val="FF0000"/>
                </a:solidFill>
                <a:latin typeface="Cambria" panose="02040503050406030204" pitchFamily="18" charset="0"/>
                <a:ea typeface="Cambria" panose="02040503050406030204" pitchFamily="18" charset="0"/>
              </a:rPr>
              <a:t>Stability and Fixed points of dynamical systems</a:t>
            </a:r>
          </a:p>
        </p:txBody>
      </p:sp>
      <p:pic>
        <p:nvPicPr>
          <p:cNvPr id="5" name="Picture 4">
            <a:extLst>
              <a:ext uri="{FF2B5EF4-FFF2-40B4-BE49-F238E27FC236}">
                <a16:creationId xmlns:a16="http://schemas.microsoft.com/office/drawing/2014/main" id="{2ACFB47D-973D-62BD-3FB0-89FA88AC5BB0}"/>
              </a:ext>
            </a:extLst>
          </p:cNvPr>
          <p:cNvPicPr>
            <a:picLocks noChangeAspect="1"/>
          </p:cNvPicPr>
          <p:nvPr/>
        </p:nvPicPr>
        <p:blipFill>
          <a:blip r:embed="rId3"/>
          <a:stretch>
            <a:fillRect/>
          </a:stretch>
        </p:blipFill>
        <p:spPr>
          <a:xfrm>
            <a:off x="2310851" y="1309347"/>
            <a:ext cx="7570298" cy="2202020"/>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9586E11-0704-DCAB-F583-4B451DBFAD0B}"/>
                  </a:ext>
                </a:extLst>
              </p:cNvPr>
              <p:cNvSpPr txBox="1"/>
              <p:nvPr/>
            </p:nvSpPr>
            <p:spPr>
              <a:xfrm>
                <a:off x="931715" y="1416907"/>
                <a:ext cx="1090811" cy="52591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𝑑𝑢</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m:t>
                      </m:r>
                    </m:oMath>
                  </m:oMathPara>
                </a14:m>
                <a:endParaRPr lang="en-IN" dirty="0"/>
              </a:p>
            </p:txBody>
          </p:sp>
        </mc:Choice>
        <mc:Fallback xmlns="">
          <p:sp>
            <p:nvSpPr>
              <p:cNvPr id="3" name="TextBox 2">
                <a:extLst>
                  <a:ext uri="{FF2B5EF4-FFF2-40B4-BE49-F238E27FC236}">
                    <a16:creationId xmlns:a16="http://schemas.microsoft.com/office/drawing/2014/main" id="{59586E11-0704-DCAB-F583-4B451DBFAD0B}"/>
                  </a:ext>
                </a:extLst>
              </p:cNvPr>
              <p:cNvSpPr txBox="1">
                <a:spLocks noRot="1" noChangeAspect="1" noMove="1" noResize="1" noEditPoints="1" noAdjustHandles="1" noChangeArrowheads="1" noChangeShapeType="1" noTextEdit="1"/>
              </p:cNvSpPr>
              <p:nvPr/>
            </p:nvSpPr>
            <p:spPr>
              <a:xfrm>
                <a:off x="931715" y="1416907"/>
                <a:ext cx="1090811" cy="525913"/>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258000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BAC19C6E-1362-8D93-CD6A-1AD50E72579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5"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5" name="Picture 4">
            <a:extLst>
              <a:ext uri="{FF2B5EF4-FFF2-40B4-BE49-F238E27FC236}">
                <a16:creationId xmlns:a16="http://schemas.microsoft.com/office/drawing/2014/main" id="{2ACFB47D-973D-62BD-3FB0-89FA88AC5BB0}"/>
              </a:ext>
            </a:extLst>
          </p:cNvPr>
          <p:cNvPicPr>
            <a:picLocks noChangeAspect="1"/>
          </p:cNvPicPr>
          <p:nvPr/>
        </p:nvPicPr>
        <p:blipFill>
          <a:blip r:embed="rId3"/>
          <a:stretch>
            <a:fillRect/>
          </a:stretch>
        </p:blipFill>
        <p:spPr>
          <a:xfrm>
            <a:off x="2310851" y="1309347"/>
            <a:ext cx="7570298" cy="2202020"/>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9586E11-0704-DCAB-F583-4B451DBFAD0B}"/>
                  </a:ext>
                </a:extLst>
              </p:cNvPr>
              <p:cNvSpPr txBox="1"/>
              <p:nvPr/>
            </p:nvSpPr>
            <p:spPr>
              <a:xfrm>
                <a:off x="931715" y="1416907"/>
                <a:ext cx="1090811" cy="52591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𝑑𝑢</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m:t>
                      </m:r>
                    </m:oMath>
                  </m:oMathPara>
                </a14:m>
                <a:endParaRPr lang="en-IN" dirty="0"/>
              </a:p>
            </p:txBody>
          </p:sp>
        </mc:Choice>
        <mc:Fallback xmlns="">
          <p:sp>
            <p:nvSpPr>
              <p:cNvPr id="3" name="TextBox 2">
                <a:extLst>
                  <a:ext uri="{FF2B5EF4-FFF2-40B4-BE49-F238E27FC236}">
                    <a16:creationId xmlns:a16="http://schemas.microsoft.com/office/drawing/2014/main" id="{59586E11-0704-DCAB-F583-4B451DBFAD0B}"/>
                  </a:ext>
                </a:extLst>
              </p:cNvPr>
              <p:cNvSpPr txBox="1">
                <a:spLocks noRot="1" noChangeAspect="1" noMove="1" noResize="1" noEditPoints="1" noAdjustHandles="1" noChangeArrowheads="1" noChangeShapeType="1" noTextEdit="1"/>
              </p:cNvSpPr>
              <p:nvPr/>
            </p:nvSpPr>
            <p:spPr>
              <a:xfrm>
                <a:off x="931715" y="1416907"/>
                <a:ext cx="1090811" cy="525913"/>
              </a:xfrm>
              <a:prstGeom prst="rect">
                <a:avLst/>
              </a:prstGeom>
              <a:blipFill>
                <a:blip r:embed="rId4"/>
                <a:stretch>
                  <a:fillRect/>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7075C4AF-6ECD-B69C-0E8A-BCA69B2587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92780" y="1416907"/>
            <a:ext cx="4816141" cy="3995923"/>
          </a:xfrm>
          <a:prstGeom prst="rect">
            <a:avLst/>
          </a:prstGeom>
        </p:spPr>
      </p:pic>
      <p:cxnSp>
        <p:nvCxnSpPr>
          <p:cNvPr id="12" name="Straight Arrow Connector 11">
            <a:extLst>
              <a:ext uri="{FF2B5EF4-FFF2-40B4-BE49-F238E27FC236}">
                <a16:creationId xmlns:a16="http://schemas.microsoft.com/office/drawing/2014/main" id="{FDD3F487-99C3-5047-5CA3-7F61F2F87118}"/>
              </a:ext>
            </a:extLst>
          </p:cNvPr>
          <p:cNvCxnSpPr/>
          <p:nvPr/>
        </p:nvCxnSpPr>
        <p:spPr>
          <a:xfrm flipH="1">
            <a:off x="10005349" y="2125351"/>
            <a:ext cx="593124" cy="138601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0B5BD2C-183C-AF67-6297-EB7FBDE36157}"/>
                  </a:ext>
                </a:extLst>
              </p:cNvPr>
              <p:cNvSpPr txBox="1"/>
              <p:nvPr/>
            </p:nvSpPr>
            <p:spPr>
              <a:xfrm>
                <a:off x="8946292" y="3908100"/>
                <a:ext cx="126500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1</m:t>
                      </m:r>
                    </m:oMath>
                  </m:oMathPara>
                </a14:m>
                <a:endParaRPr lang="en-IN" dirty="0"/>
              </a:p>
            </p:txBody>
          </p:sp>
        </mc:Choice>
        <mc:Fallback xmlns="">
          <p:sp>
            <p:nvSpPr>
              <p:cNvPr id="6" name="TextBox 5">
                <a:extLst>
                  <a:ext uri="{FF2B5EF4-FFF2-40B4-BE49-F238E27FC236}">
                    <a16:creationId xmlns:a16="http://schemas.microsoft.com/office/drawing/2014/main" id="{D0B5BD2C-183C-AF67-6297-EB7FBDE36157}"/>
                  </a:ext>
                </a:extLst>
              </p:cNvPr>
              <p:cNvSpPr txBox="1">
                <a:spLocks noRot="1" noChangeAspect="1" noMove="1" noResize="1" noEditPoints="1" noAdjustHandles="1" noChangeArrowheads="1" noChangeShapeType="1" noTextEdit="1"/>
              </p:cNvSpPr>
              <p:nvPr/>
            </p:nvSpPr>
            <p:spPr>
              <a:xfrm>
                <a:off x="8946292" y="3908100"/>
                <a:ext cx="1265003" cy="369332"/>
              </a:xfrm>
              <a:prstGeom prst="rect">
                <a:avLst/>
              </a:prstGeom>
              <a:blipFill>
                <a:blip r:embed="rId7"/>
                <a:stretch>
                  <a:fillRect/>
                </a:stretch>
              </a:blipFill>
            </p:spPr>
            <p:txBody>
              <a:bodyPr/>
              <a:lstStyle/>
              <a:p>
                <a:r>
                  <a:rPr lang="en-IN">
                    <a:noFill/>
                  </a:rPr>
                  <a:t> </a:t>
                </a:r>
              </a:p>
            </p:txBody>
          </p:sp>
        </mc:Fallback>
      </mc:AlternateContent>
      <p:sp>
        <p:nvSpPr>
          <p:cNvPr id="8" name="Rectangle 2">
            <a:extLst>
              <a:ext uri="{FF2B5EF4-FFF2-40B4-BE49-F238E27FC236}">
                <a16:creationId xmlns:a16="http://schemas.microsoft.com/office/drawing/2014/main" id="{77461D0C-3791-D295-6316-EA3CE8B5452C}"/>
              </a:ext>
            </a:extLst>
          </p:cNvPr>
          <p:cNvSpPr txBox="1">
            <a:spLocks noChangeArrowheads="1"/>
          </p:cNvSpPr>
          <p:nvPr/>
        </p:nvSpPr>
        <p:spPr>
          <a:xfrm>
            <a:off x="459947" y="83296"/>
            <a:ext cx="10974171" cy="678024"/>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en-US" sz="3200" b="1" dirty="0">
                <a:solidFill>
                  <a:srgbClr val="FF0000"/>
                </a:solidFill>
                <a:latin typeface="Cambria" panose="02040503050406030204" pitchFamily="18" charset="0"/>
                <a:ea typeface="Cambria" panose="02040503050406030204" pitchFamily="18" charset="0"/>
              </a:rPr>
              <a:t>Stability and Fixed points of dynamical systems (Model 1) </a:t>
            </a:r>
          </a:p>
        </p:txBody>
      </p:sp>
    </p:spTree>
    <p:extLst>
      <p:ext uri="{BB962C8B-B14F-4D97-AF65-F5344CB8AC3E}">
        <p14:creationId xmlns:p14="http://schemas.microsoft.com/office/powerpoint/2010/main" val="3628849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BAC19C6E-1362-8D93-CD6A-1AD50E72579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5"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Rectangle 2">
            <a:extLst>
              <a:ext uri="{FF2B5EF4-FFF2-40B4-BE49-F238E27FC236}">
                <a16:creationId xmlns:a16="http://schemas.microsoft.com/office/drawing/2014/main" id="{8EFBF971-A446-CBB4-16FA-5E2E2C5903F0}"/>
              </a:ext>
            </a:extLst>
          </p:cNvPr>
          <p:cNvSpPr txBox="1">
            <a:spLocks noChangeArrowheads="1"/>
          </p:cNvSpPr>
          <p:nvPr/>
        </p:nvSpPr>
        <p:spPr>
          <a:xfrm>
            <a:off x="459947" y="83296"/>
            <a:ext cx="10974171" cy="678024"/>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en-US" sz="3200" b="1" dirty="0">
                <a:solidFill>
                  <a:srgbClr val="FF0000"/>
                </a:solidFill>
                <a:latin typeface="Cambria" panose="02040503050406030204" pitchFamily="18" charset="0"/>
                <a:ea typeface="Cambria" panose="02040503050406030204" pitchFamily="18" charset="0"/>
              </a:rPr>
              <a:t>Stability and Fixed points of dynamical systems (Model 1) </a:t>
            </a:r>
          </a:p>
        </p:txBody>
      </p:sp>
      <p:pic>
        <p:nvPicPr>
          <p:cNvPr id="5" name="Picture 4">
            <a:extLst>
              <a:ext uri="{FF2B5EF4-FFF2-40B4-BE49-F238E27FC236}">
                <a16:creationId xmlns:a16="http://schemas.microsoft.com/office/drawing/2014/main" id="{2ACFB47D-973D-62BD-3FB0-89FA88AC5BB0}"/>
              </a:ext>
            </a:extLst>
          </p:cNvPr>
          <p:cNvPicPr>
            <a:picLocks noChangeAspect="1"/>
          </p:cNvPicPr>
          <p:nvPr/>
        </p:nvPicPr>
        <p:blipFill>
          <a:blip r:embed="rId3"/>
          <a:stretch>
            <a:fillRect/>
          </a:stretch>
        </p:blipFill>
        <p:spPr>
          <a:xfrm>
            <a:off x="2310851" y="1309347"/>
            <a:ext cx="7570298" cy="2202020"/>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9586E11-0704-DCAB-F583-4B451DBFAD0B}"/>
                  </a:ext>
                </a:extLst>
              </p:cNvPr>
              <p:cNvSpPr txBox="1"/>
              <p:nvPr/>
            </p:nvSpPr>
            <p:spPr>
              <a:xfrm>
                <a:off x="931715" y="1416907"/>
                <a:ext cx="1090811" cy="52591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𝑑𝑢</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m:t>
                      </m:r>
                    </m:oMath>
                  </m:oMathPara>
                </a14:m>
                <a:endParaRPr lang="en-IN" dirty="0"/>
              </a:p>
            </p:txBody>
          </p:sp>
        </mc:Choice>
        <mc:Fallback xmlns="">
          <p:sp>
            <p:nvSpPr>
              <p:cNvPr id="3" name="TextBox 2">
                <a:extLst>
                  <a:ext uri="{FF2B5EF4-FFF2-40B4-BE49-F238E27FC236}">
                    <a16:creationId xmlns:a16="http://schemas.microsoft.com/office/drawing/2014/main" id="{59586E11-0704-DCAB-F583-4B451DBFAD0B}"/>
                  </a:ext>
                </a:extLst>
              </p:cNvPr>
              <p:cNvSpPr txBox="1">
                <a:spLocks noRot="1" noChangeAspect="1" noMove="1" noResize="1" noEditPoints="1" noAdjustHandles="1" noChangeArrowheads="1" noChangeShapeType="1" noTextEdit="1"/>
              </p:cNvSpPr>
              <p:nvPr/>
            </p:nvSpPr>
            <p:spPr>
              <a:xfrm>
                <a:off x="931715" y="1416907"/>
                <a:ext cx="1090811" cy="525913"/>
              </a:xfrm>
              <a:prstGeom prst="rect">
                <a:avLst/>
              </a:prstGeom>
              <a:blipFill>
                <a:blip r:embed="rId4"/>
                <a:stretch>
                  <a:fillRect/>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7075C4AF-6ECD-B69C-0E8A-BCA69B2587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92780" y="1416907"/>
            <a:ext cx="4816141" cy="3995923"/>
          </a:xfrm>
          <a:prstGeom prst="rect">
            <a:avLst/>
          </a:prstGeom>
        </p:spPr>
      </p:pic>
      <p:pic>
        <p:nvPicPr>
          <p:cNvPr id="9" name="Picture 8" descr="Chart&#10;&#10;Description automatically generated">
            <a:extLst>
              <a:ext uri="{FF2B5EF4-FFF2-40B4-BE49-F238E27FC236}">
                <a16:creationId xmlns:a16="http://schemas.microsoft.com/office/drawing/2014/main" id="{61FE7019-AAC0-A863-6C9D-691E8F09B30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46726" y="1309347"/>
            <a:ext cx="6667500" cy="5000625"/>
          </a:xfrm>
          <a:prstGeom prst="rect">
            <a:avLst/>
          </a:prstGeom>
        </p:spPr>
      </p:pic>
      <p:cxnSp>
        <p:nvCxnSpPr>
          <p:cNvPr id="10" name="Straight Arrow Connector 9">
            <a:extLst>
              <a:ext uri="{FF2B5EF4-FFF2-40B4-BE49-F238E27FC236}">
                <a16:creationId xmlns:a16="http://schemas.microsoft.com/office/drawing/2014/main" id="{DAC75C66-62A9-F0BF-834D-9677E7BD5E4B}"/>
              </a:ext>
            </a:extLst>
          </p:cNvPr>
          <p:cNvCxnSpPr/>
          <p:nvPr/>
        </p:nvCxnSpPr>
        <p:spPr>
          <a:xfrm flipH="1">
            <a:off x="10005349" y="2125351"/>
            <a:ext cx="593124" cy="138601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2B0C80D-8C2F-AE78-0DAC-C187118AAD0D}"/>
                  </a:ext>
                </a:extLst>
              </p:cNvPr>
              <p:cNvSpPr/>
              <p:nvPr/>
            </p:nvSpPr>
            <p:spPr>
              <a:xfrm>
                <a:off x="2310851" y="2835875"/>
                <a:ext cx="568411" cy="6013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800" i="1" dirty="0" smtClean="0">
                          <a:solidFill>
                            <a:schemeClr val="tx1"/>
                          </a:solidFill>
                          <a:latin typeface="Cambria Math" panose="02040503050406030204" pitchFamily="18" charset="0"/>
                        </a:rPr>
                        <m:t>𝑢</m:t>
                      </m:r>
                    </m:oMath>
                  </m:oMathPara>
                </a14:m>
                <a:endParaRPr lang="en-IN" sz="4800" dirty="0">
                  <a:solidFill>
                    <a:schemeClr val="tx1"/>
                  </a:solidFill>
                </a:endParaRPr>
              </a:p>
            </p:txBody>
          </p:sp>
        </mc:Choice>
        <mc:Fallback xmlns="">
          <p:sp>
            <p:nvSpPr>
              <p:cNvPr id="6" name="Rectangle 5">
                <a:extLst>
                  <a:ext uri="{FF2B5EF4-FFF2-40B4-BE49-F238E27FC236}">
                    <a16:creationId xmlns:a16="http://schemas.microsoft.com/office/drawing/2014/main" id="{F2B0C80D-8C2F-AE78-0DAC-C187118AAD0D}"/>
                  </a:ext>
                </a:extLst>
              </p:cNvPr>
              <p:cNvSpPr>
                <a:spLocks noRot="1" noChangeAspect="1" noMove="1" noResize="1" noEditPoints="1" noAdjustHandles="1" noChangeArrowheads="1" noChangeShapeType="1" noTextEdit="1"/>
              </p:cNvSpPr>
              <p:nvPr/>
            </p:nvSpPr>
            <p:spPr>
              <a:xfrm>
                <a:off x="2310851" y="2835875"/>
                <a:ext cx="568411" cy="601363"/>
              </a:xfrm>
              <a:prstGeom prst="rect">
                <a:avLst/>
              </a:prstGeom>
              <a:blipFill>
                <a:blip r:embed="rId8"/>
                <a:stretch>
                  <a:fillRect/>
                </a:stretch>
              </a:blipFill>
              <a:ln>
                <a:solidFill>
                  <a:schemeClr val="bg1"/>
                </a:solidFill>
              </a:ln>
            </p:spPr>
            <p:txBody>
              <a:bodyPr/>
              <a:lstStyle/>
              <a:p>
                <a:r>
                  <a:rPr lang="en-IN">
                    <a:noFill/>
                  </a:rPr>
                  <a:t> </a:t>
                </a:r>
              </a:p>
            </p:txBody>
          </p:sp>
        </mc:Fallback>
      </mc:AlternateContent>
    </p:spTree>
    <p:extLst>
      <p:ext uri="{BB962C8B-B14F-4D97-AF65-F5344CB8AC3E}">
        <p14:creationId xmlns:p14="http://schemas.microsoft.com/office/powerpoint/2010/main" val="2673504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F6BB9EF6-0B4A-79BA-2D9E-0584B3978D7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506532"/>
            <a:ext cx="11938827" cy="461665"/>
          </a:xfrm>
          <a:prstGeom prst="rect">
            <a:avLst/>
          </a:prstGeom>
          <a:solidFill>
            <a:schemeClr val="bg1"/>
          </a:solidFill>
        </p:spPr>
        <p:txBody>
          <a:bodyPr wrap="square">
            <a:spAutoFit/>
          </a:bodyPr>
          <a:lstStyle/>
          <a:p>
            <a:pPr algn="ctr"/>
            <a:r>
              <a:rPr lang="en-US" sz="2400" b="1" dirty="0">
                <a:solidFill>
                  <a:srgbClr val="FF0000"/>
                </a:solidFill>
                <a:latin typeface="Cambria" panose="02040503050406030204" pitchFamily="18" charset="0"/>
                <a:ea typeface="Cambria" panose="02040503050406030204" pitchFamily="18" charset="0"/>
              </a:rPr>
              <a:t>Numerical Solution with Euler Method</a:t>
            </a:r>
          </a:p>
        </p:txBody>
      </p:sp>
    </p:spTree>
    <p:extLst>
      <p:ext uri="{BB962C8B-B14F-4D97-AF65-F5344CB8AC3E}">
        <p14:creationId xmlns:p14="http://schemas.microsoft.com/office/powerpoint/2010/main" val="30979918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D317EB69-5218-0394-3DB4-C3F93A1D09C5}"/>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52226" name="Rectangle 2051">
            <a:extLst>
              <a:ext uri="{FF2B5EF4-FFF2-40B4-BE49-F238E27FC236}">
                <a16:creationId xmlns:a16="http://schemas.microsoft.com/office/drawing/2014/main" id="{291A7F2A-11B0-42B5-BD2B-0A65D0EA2C79}"/>
              </a:ext>
            </a:extLst>
          </p:cNvPr>
          <p:cNvSpPr>
            <a:spLocks noGrp="1" noChangeArrowheads="1"/>
          </p:cNvSpPr>
          <p:nvPr>
            <p:ph type="body" idx="1"/>
          </p:nvPr>
        </p:nvSpPr>
        <p:spPr>
          <a:xfrm>
            <a:off x="724930" y="1532238"/>
            <a:ext cx="10692713" cy="4876800"/>
          </a:xfrm>
          <a:solidFill>
            <a:schemeClr val="bg1"/>
          </a:solidFill>
        </p:spPr>
        <p:txBody>
          <a:bodyPr/>
          <a:lstStyle/>
          <a:p>
            <a:r>
              <a:rPr lang="en-US" altLang="en-US" sz="2400" dirty="0">
                <a:latin typeface="Cambria" panose="02040503050406030204" pitchFamily="18" charset="0"/>
                <a:ea typeface="Cambria" panose="02040503050406030204" pitchFamily="18" charset="0"/>
              </a:rPr>
              <a:t>For our first order initial value problem</a:t>
            </a:r>
          </a:p>
          <a:p>
            <a:endParaRPr lang="en-US" altLang="en-US" sz="2400" dirty="0">
              <a:latin typeface="Cambria" panose="02040503050406030204" pitchFamily="18" charset="0"/>
              <a:ea typeface="Cambria" panose="02040503050406030204" pitchFamily="18" charset="0"/>
            </a:endParaRPr>
          </a:p>
          <a:p>
            <a:pPr>
              <a:buFontTx/>
              <a:buNone/>
            </a:pPr>
            <a:r>
              <a:rPr lang="en-US" altLang="en-US" sz="2400" dirty="0">
                <a:latin typeface="Cambria" panose="02040503050406030204" pitchFamily="18" charset="0"/>
                <a:ea typeface="Cambria" panose="02040503050406030204" pitchFamily="18" charset="0"/>
              </a:rPr>
              <a:t>	an alternative is to compute approximate values of the solution </a:t>
            </a:r>
            <a:r>
              <a:rPr lang="en-US" altLang="en-US" sz="2400" i="1" dirty="0">
                <a:latin typeface="Cambria" panose="02040503050406030204" pitchFamily="18" charset="0"/>
                <a:ea typeface="Cambria" panose="02040503050406030204" pitchFamily="18" charset="0"/>
              </a:rPr>
              <a:t>y</a:t>
            </a:r>
            <a:r>
              <a:rPr lang="en-US" altLang="en-US" sz="2400" dirty="0">
                <a:latin typeface="Cambria" panose="02040503050406030204" pitchFamily="18" charset="0"/>
                <a:ea typeface="Cambria" panose="02040503050406030204" pitchFamily="18" charset="0"/>
              </a:rPr>
              <a:t> = </a:t>
            </a:r>
            <a:r>
              <a:rPr lang="en-US" altLang="en-US" sz="2400" i="1" dirty="0">
                <a:latin typeface="Cambria" panose="02040503050406030204" pitchFamily="18" charset="0"/>
                <a:ea typeface="Cambria" panose="02040503050406030204" pitchFamily="18" charset="0"/>
                <a:sym typeface="Symbol" panose="05050102010706020507" pitchFamily="18" charset="2"/>
              </a:rPr>
              <a:t></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dirty="0">
                <a:latin typeface="Cambria" panose="02040503050406030204" pitchFamily="18" charset="0"/>
                <a:ea typeface="Cambria" panose="02040503050406030204" pitchFamily="18" charset="0"/>
                <a:sym typeface="Symbol" panose="05050102010706020507" pitchFamily="18" charset="2"/>
              </a:rPr>
              <a:t>) </a:t>
            </a:r>
            <a:r>
              <a:rPr lang="en-US" altLang="en-US" sz="2400" dirty="0">
                <a:latin typeface="Cambria" panose="02040503050406030204" pitchFamily="18" charset="0"/>
                <a:ea typeface="Cambria" panose="02040503050406030204" pitchFamily="18" charset="0"/>
              </a:rPr>
              <a:t>at a selected set of</a:t>
            </a:r>
            <a:r>
              <a:rPr lang="en-US" altLang="en-US" sz="2400" dirty="0">
                <a:latin typeface="Cambria" panose="02040503050406030204" pitchFamily="18" charset="0"/>
                <a:ea typeface="Cambria" panose="02040503050406030204" pitchFamily="18" charset="0"/>
                <a:sym typeface="Symbol" panose="05050102010706020507" pitchFamily="18" charset="2"/>
              </a:rPr>
              <a:t>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dirty="0">
                <a:latin typeface="Cambria" panose="02040503050406030204" pitchFamily="18" charset="0"/>
                <a:ea typeface="Cambria" panose="02040503050406030204" pitchFamily="18" charset="0"/>
                <a:sym typeface="Symbol" panose="05050102010706020507" pitchFamily="18" charset="2"/>
              </a:rPr>
              <a:t>-values.  </a:t>
            </a:r>
          </a:p>
          <a:p>
            <a:r>
              <a:rPr lang="en-US" altLang="en-US" sz="2400" dirty="0">
                <a:latin typeface="Cambria" panose="02040503050406030204" pitchFamily="18" charset="0"/>
                <a:ea typeface="Cambria" panose="02040503050406030204" pitchFamily="18" charset="0"/>
                <a:sym typeface="Symbol" panose="05050102010706020507" pitchFamily="18" charset="2"/>
              </a:rPr>
              <a:t>Ideally, the approximate solution values will be accompanied by error bounds that ensure the level of accuracy. </a:t>
            </a:r>
          </a:p>
          <a:p>
            <a:r>
              <a:rPr lang="en-US" altLang="en-US" sz="2400" dirty="0">
                <a:latin typeface="Cambria" panose="02040503050406030204" pitchFamily="18" charset="0"/>
                <a:ea typeface="Cambria" panose="02040503050406030204" pitchFamily="18" charset="0"/>
                <a:sym typeface="Symbol" panose="05050102010706020507" pitchFamily="18" charset="2"/>
              </a:rPr>
              <a:t>In this section, we examine the </a:t>
            </a:r>
            <a:r>
              <a:rPr lang="en-US" altLang="en-US" sz="2400" b="1" dirty="0">
                <a:latin typeface="Cambria" panose="02040503050406030204" pitchFamily="18" charset="0"/>
                <a:ea typeface="Cambria" panose="02040503050406030204" pitchFamily="18" charset="0"/>
                <a:sym typeface="Symbol" panose="05050102010706020507" pitchFamily="18" charset="2"/>
              </a:rPr>
              <a:t>tangent line method</a:t>
            </a:r>
            <a:r>
              <a:rPr lang="en-US" altLang="en-US" sz="2400" dirty="0">
                <a:latin typeface="Cambria" panose="02040503050406030204" pitchFamily="18" charset="0"/>
                <a:ea typeface="Cambria" panose="02040503050406030204" pitchFamily="18" charset="0"/>
                <a:sym typeface="Symbol" panose="05050102010706020507" pitchFamily="18" charset="2"/>
              </a:rPr>
              <a:t>, which is also called </a:t>
            </a:r>
            <a:r>
              <a:rPr lang="en-US" altLang="en-US" sz="2400" b="1" dirty="0">
                <a:latin typeface="Cambria" panose="02040503050406030204" pitchFamily="18" charset="0"/>
                <a:ea typeface="Cambria" panose="02040503050406030204" pitchFamily="18" charset="0"/>
                <a:sym typeface="Symbol" panose="05050102010706020507" pitchFamily="18" charset="2"/>
              </a:rPr>
              <a:t>Euler’s Method</a:t>
            </a:r>
            <a:r>
              <a:rPr lang="en-US" altLang="en-US" sz="2400" dirty="0">
                <a:latin typeface="Cambria" panose="02040503050406030204" pitchFamily="18" charset="0"/>
                <a:ea typeface="Cambria" panose="02040503050406030204" pitchFamily="18" charset="0"/>
                <a:sym typeface="Symbol" panose="05050102010706020507" pitchFamily="18" charset="2"/>
              </a:rPr>
              <a:t>.  </a:t>
            </a:r>
          </a:p>
        </p:txBody>
      </p:sp>
      <mc:AlternateContent xmlns:mc="http://schemas.openxmlformats.org/markup-compatibility/2006" xmlns:a14="http://schemas.microsoft.com/office/drawing/2010/main">
        <mc:Choice Requires="a14">
          <p:sp>
            <p:nvSpPr>
              <p:cNvPr id="52227" name="Object 2054">
                <a:extLst>
                  <a:ext uri="{FF2B5EF4-FFF2-40B4-BE49-F238E27FC236}">
                    <a16:creationId xmlns:a16="http://schemas.microsoft.com/office/drawing/2014/main" id="{A523149E-6D00-4A97-B757-2DD01EDABE68}"/>
                  </a:ext>
                </a:extLst>
              </p:cNvPr>
              <p:cNvSpPr txBox="1"/>
              <p:nvPr/>
            </p:nvSpPr>
            <p:spPr bwMode="auto">
              <a:xfrm>
                <a:off x="4856206" y="1954427"/>
                <a:ext cx="2752725" cy="42703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p>
                        <m:sSupPr>
                          <m:ctrlPr>
                            <a:rPr lang="en-IN" i="1">
                              <a:solidFill>
                                <a:srgbClr val="000000"/>
                              </a:solidFill>
                              <a:latin typeface="Cambria Math" panose="02040503050406030204" pitchFamily="18" charset="0"/>
                            </a:rPr>
                          </m:ctrlPr>
                        </m:sSupPr>
                        <m:e>
                          <m:r>
                            <a:rPr lang="en-IN" i="1">
                              <a:solidFill>
                                <a:srgbClr val="000000"/>
                              </a:solidFill>
                              <a:latin typeface="Cambria Math" panose="02040503050406030204" pitchFamily="18" charset="0"/>
                            </a:rPr>
                            <m:t>𝑦</m:t>
                          </m:r>
                        </m:e>
                        <m:sup>
                          <m:r>
                            <a:rPr lang="en-IN" i="1">
                              <a:solidFill>
                                <a:srgbClr val="000000"/>
                              </a:solidFill>
                              <a:latin typeface="Cambria Math" panose="02040503050406030204" pitchFamily="18" charset="0"/>
                            </a:rPr>
                            <m:t>′</m:t>
                          </m:r>
                        </m:sup>
                      </m:sSup>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𝑓</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𝑡</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𝑦</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𝑦</m:t>
                      </m:r>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𝑡</m:t>
                          </m:r>
                        </m:e>
                        <m:sub>
                          <m:r>
                            <a:rPr lang="en-IN" i="1">
                              <a:solidFill>
                                <a:srgbClr val="000000"/>
                              </a:solidFill>
                              <a:latin typeface="Cambria Math" panose="02040503050406030204" pitchFamily="18" charset="0"/>
                            </a:rPr>
                            <m:t>0</m:t>
                          </m:r>
                        </m:sub>
                      </m:sSub>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𝑦</m:t>
                          </m:r>
                        </m:e>
                        <m:sub>
                          <m:r>
                            <a:rPr lang="en-IN" i="1">
                              <a:solidFill>
                                <a:srgbClr val="000000"/>
                              </a:solidFill>
                              <a:latin typeface="Cambria Math" panose="02040503050406030204" pitchFamily="18" charset="0"/>
                            </a:rPr>
                            <m:t>0</m:t>
                          </m:r>
                        </m:sub>
                      </m:sSub>
                      <m:r>
                        <a:rPr lang="en-IN" i="1">
                          <a:solidFill>
                            <a:srgbClr val="000000"/>
                          </a:solidFill>
                          <a:latin typeface="Cambria Math" panose="02040503050406030204" pitchFamily="18" charset="0"/>
                        </a:rPr>
                        <m:t>,</m:t>
                      </m:r>
                    </m:oMath>
                  </m:oMathPara>
                </a14:m>
                <a:endParaRPr lang="en-IN" dirty="0"/>
              </a:p>
            </p:txBody>
          </p:sp>
        </mc:Choice>
        <mc:Fallback xmlns="">
          <p:sp>
            <p:nvSpPr>
              <p:cNvPr id="52227" name="Object 2054">
                <a:extLst>
                  <a:ext uri="{FF2B5EF4-FFF2-40B4-BE49-F238E27FC236}">
                    <a16:creationId xmlns:a16="http://schemas.microsoft.com/office/drawing/2014/main" id="{A523149E-6D00-4A97-B757-2DD01EDABE68}"/>
                  </a:ext>
                </a:extLst>
              </p:cNvPr>
              <p:cNvSpPr txBox="1">
                <a:spLocks noRot="1" noChangeAspect="1" noMove="1" noResize="1" noEditPoints="1" noAdjustHandles="1" noChangeArrowheads="1" noChangeShapeType="1" noTextEdit="1"/>
              </p:cNvSpPr>
              <p:nvPr/>
            </p:nvSpPr>
            <p:spPr bwMode="auto">
              <a:xfrm>
                <a:off x="4856206" y="1954427"/>
                <a:ext cx="2752725" cy="427038"/>
              </a:xfrm>
              <a:prstGeom prst="rect">
                <a:avLst/>
              </a:prstGeom>
              <a:blipFill>
                <a:blip r:embed="rId3"/>
                <a:stretch>
                  <a:fillRect/>
                </a:stretch>
              </a:blipFill>
              <a:ln>
                <a:noFill/>
              </a:ln>
              <a:effectLst/>
            </p:spPr>
            <p:txBody>
              <a:bodyPr/>
              <a:lstStyle/>
              <a:p>
                <a:r>
                  <a:rPr lang="en-IN">
                    <a:noFill/>
                  </a:rPr>
                  <a:t> </a:t>
                </a:r>
              </a:p>
            </p:txBody>
          </p:sp>
        </mc:Fallback>
      </mc:AlternateContent>
      <p:sp>
        <p:nvSpPr>
          <p:cNvPr id="5" name="Rectangle 2">
            <a:extLst>
              <a:ext uri="{FF2B5EF4-FFF2-40B4-BE49-F238E27FC236}">
                <a16:creationId xmlns:a16="http://schemas.microsoft.com/office/drawing/2014/main" id="{674D4ECF-7904-FD70-9AC3-226D19FEE37E}"/>
              </a:ext>
            </a:extLst>
          </p:cNvPr>
          <p:cNvSpPr txBox="1">
            <a:spLocks noChangeArrowheads="1"/>
          </p:cNvSpPr>
          <p:nvPr/>
        </p:nvSpPr>
        <p:spPr>
          <a:xfrm>
            <a:off x="2364259" y="54186"/>
            <a:ext cx="7886700" cy="708454"/>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a:solidFill>
                  <a:srgbClr val="2125D7"/>
                </a:solidFill>
                <a:latin typeface="Cambria" panose="02040503050406030204" pitchFamily="18" charset="0"/>
                <a:ea typeface="Cambria" panose="02040503050406030204" pitchFamily="18" charset="0"/>
              </a:rPr>
              <a:t>Euler’s Method: Tangent Line Approximation</a:t>
            </a:r>
            <a:endParaRPr lang="en-US" altLang="en-US" sz="2800" b="1" dirty="0">
              <a:solidFill>
                <a:srgbClr val="2125D7"/>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583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animEffect transition="in" filter="fade">
                                      <p:cBhvr>
                                        <p:cTn id="7" dur="1000"/>
                                        <p:tgtEl>
                                          <p:spTgt spid="52226">
                                            <p:txEl>
                                              <p:pRg st="0" end="0"/>
                                            </p:txEl>
                                          </p:spTgt>
                                        </p:tgtEl>
                                      </p:cBhvr>
                                    </p:animEffect>
                                    <p:anim calcmode="lin" valueType="num">
                                      <p:cBhvr>
                                        <p:cTn id="8" dur="1000" fill="hold"/>
                                        <p:tgtEl>
                                          <p:spTgt spid="522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222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2226">
                                            <p:txEl>
                                              <p:pRg st="2" end="2"/>
                                            </p:txEl>
                                          </p:spTgt>
                                        </p:tgtEl>
                                        <p:attrNameLst>
                                          <p:attrName>style.visibility</p:attrName>
                                        </p:attrNameLst>
                                      </p:cBhvr>
                                      <p:to>
                                        <p:strVal val="visible"/>
                                      </p:to>
                                    </p:set>
                                    <p:animEffect transition="in" filter="fade">
                                      <p:cBhvr>
                                        <p:cTn id="12" dur="1000"/>
                                        <p:tgtEl>
                                          <p:spTgt spid="52226">
                                            <p:txEl>
                                              <p:pRg st="2" end="2"/>
                                            </p:txEl>
                                          </p:spTgt>
                                        </p:tgtEl>
                                      </p:cBhvr>
                                    </p:animEffect>
                                    <p:anim calcmode="lin" valueType="num">
                                      <p:cBhvr>
                                        <p:cTn id="13" dur="1000" fill="hold"/>
                                        <p:tgtEl>
                                          <p:spTgt spid="52226">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222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52227"/>
                                        </p:tgtEl>
                                        <p:attrNameLst>
                                          <p:attrName>style.visibility</p:attrName>
                                        </p:attrNameLst>
                                      </p:cBhvr>
                                      <p:to>
                                        <p:strVal val="visible"/>
                                      </p:to>
                                    </p:set>
                                    <p:animEffect transition="in" filter="wheel(1)">
                                      <p:cBhvr>
                                        <p:cTn id="19" dur="2000"/>
                                        <p:tgtEl>
                                          <p:spTgt spid="52227"/>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2226">
                                            <p:txEl>
                                              <p:pRg st="3" end="3"/>
                                            </p:txEl>
                                          </p:spTgt>
                                        </p:tgtEl>
                                        <p:attrNameLst>
                                          <p:attrName>style.visibility</p:attrName>
                                        </p:attrNameLst>
                                      </p:cBhvr>
                                      <p:to>
                                        <p:strVal val="visible"/>
                                      </p:to>
                                    </p:set>
                                    <p:animEffect transition="in" filter="fade">
                                      <p:cBhvr>
                                        <p:cTn id="24" dur="1000"/>
                                        <p:tgtEl>
                                          <p:spTgt spid="52226">
                                            <p:txEl>
                                              <p:pRg st="3" end="3"/>
                                            </p:txEl>
                                          </p:spTgt>
                                        </p:tgtEl>
                                      </p:cBhvr>
                                    </p:animEffect>
                                    <p:anim calcmode="lin" valueType="num">
                                      <p:cBhvr>
                                        <p:cTn id="25" dur="1000" fill="hold"/>
                                        <p:tgtEl>
                                          <p:spTgt spid="52226">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5222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52226">
                                            <p:txEl>
                                              <p:pRg st="4" end="4"/>
                                            </p:txEl>
                                          </p:spTgt>
                                        </p:tgtEl>
                                        <p:attrNameLst>
                                          <p:attrName>style.visibility</p:attrName>
                                        </p:attrNameLst>
                                      </p:cBhvr>
                                      <p:to>
                                        <p:strVal val="visible"/>
                                      </p:to>
                                    </p:set>
                                    <p:animEffect transition="in" filter="wipe(down)">
                                      <p:cBhvr>
                                        <p:cTn id="31" dur="500"/>
                                        <p:tgtEl>
                                          <p:spTgt spid="522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2C59BAA2-1666-46CC-48CB-1960FFDE7DF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53251" name="Rectangle 3">
            <a:extLst>
              <a:ext uri="{FF2B5EF4-FFF2-40B4-BE49-F238E27FC236}">
                <a16:creationId xmlns:a16="http://schemas.microsoft.com/office/drawing/2014/main" id="{6F1E4EBF-FB48-4D27-BFAC-A3166D6FB001}"/>
              </a:ext>
            </a:extLst>
          </p:cNvPr>
          <p:cNvSpPr>
            <a:spLocks noGrp="1" noChangeArrowheads="1"/>
          </p:cNvSpPr>
          <p:nvPr>
            <p:ph type="body" idx="1"/>
          </p:nvPr>
        </p:nvSpPr>
        <p:spPr>
          <a:xfrm>
            <a:off x="840259" y="1636690"/>
            <a:ext cx="9677400" cy="4876800"/>
          </a:xfrm>
          <a:solidFill>
            <a:schemeClr val="bg1"/>
          </a:solidFill>
        </p:spPr>
        <p:txBody>
          <a:bodyPr/>
          <a:lstStyle/>
          <a:p>
            <a:r>
              <a:rPr lang="en-US" altLang="en-US" sz="2400" dirty="0">
                <a:latin typeface="Cambria" panose="02040503050406030204" pitchFamily="18" charset="0"/>
                <a:ea typeface="Cambria" panose="02040503050406030204" pitchFamily="18" charset="0"/>
              </a:rPr>
              <a:t>For the initial value problem </a:t>
            </a:r>
          </a:p>
          <a:p>
            <a:endParaRPr lang="en-US" altLang="en-US" sz="2400" dirty="0">
              <a:latin typeface="Cambria" panose="02040503050406030204" pitchFamily="18" charset="0"/>
              <a:ea typeface="Cambria" panose="02040503050406030204" pitchFamily="18" charset="0"/>
            </a:endParaRPr>
          </a:p>
          <a:p>
            <a:pPr>
              <a:buFontTx/>
              <a:buNone/>
            </a:pPr>
            <a:r>
              <a:rPr lang="en-US" altLang="en-US" sz="2400" dirty="0">
                <a:latin typeface="Cambria" panose="02040503050406030204" pitchFamily="18" charset="0"/>
                <a:ea typeface="Cambria" panose="02040503050406030204" pitchFamily="18" charset="0"/>
              </a:rPr>
              <a:t>	</a:t>
            </a:r>
            <a:r>
              <a:rPr lang="en-US" altLang="en-US" sz="2400" b="1" dirty="0">
                <a:latin typeface="Cambria" panose="02040503050406030204" pitchFamily="18" charset="0"/>
                <a:ea typeface="Cambria" panose="02040503050406030204" pitchFamily="18" charset="0"/>
              </a:rPr>
              <a:t>approximating solution:   </a:t>
            </a:r>
            <a:r>
              <a:rPr lang="en-US" altLang="en-US" sz="2400" i="1" dirty="0">
                <a:latin typeface="Cambria" panose="02040503050406030204" pitchFamily="18" charset="0"/>
                <a:ea typeface="Cambria" panose="02040503050406030204" pitchFamily="18" charset="0"/>
              </a:rPr>
              <a:t>y</a:t>
            </a:r>
            <a:r>
              <a:rPr lang="en-US" altLang="en-US" sz="2400" dirty="0">
                <a:latin typeface="Cambria" panose="02040503050406030204" pitchFamily="18" charset="0"/>
                <a:ea typeface="Cambria" panose="02040503050406030204" pitchFamily="18" charset="0"/>
              </a:rPr>
              <a:t> = </a:t>
            </a:r>
            <a:r>
              <a:rPr lang="en-US" altLang="en-US" sz="2400" i="1" dirty="0">
                <a:latin typeface="Cambria" panose="02040503050406030204" pitchFamily="18" charset="0"/>
                <a:ea typeface="Cambria" panose="02040503050406030204" pitchFamily="18" charset="0"/>
                <a:sym typeface="Symbol" panose="05050102010706020507" pitchFamily="18" charset="2"/>
              </a:rPr>
              <a:t></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dirty="0">
                <a:latin typeface="Cambria" panose="02040503050406030204" pitchFamily="18" charset="0"/>
                <a:ea typeface="Cambria" panose="02040503050406030204" pitchFamily="18" charset="0"/>
                <a:sym typeface="Symbol" panose="05050102010706020507" pitchFamily="18" charset="2"/>
              </a:rPr>
              <a:t>) </a:t>
            </a:r>
            <a:r>
              <a:rPr lang="en-US" altLang="en-US" sz="2400" dirty="0">
                <a:latin typeface="Cambria" panose="02040503050406030204" pitchFamily="18" charset="0"/>
                <a:ea typeface="Cambria" panose="02040503050406030204" pitchFamily="18" charset="0"/>
              </a:rPr>
              <a:t>at initial point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0</a:t>
            </a:r>
            <a:r>
              <a:rPr lang="en-US" altLang="en-US" sz="2400" dirty="0">
                <a:latin typeface="Cambria" panose="02040503050406030204" pitchFamily="18" charset="0"/>
                <a:ea typeface="Cambria" panose="02040503050406030204" pitchFamily="18" charset="0"/>
                <a:sym typeface="Symbol" panose="05050102010706020507" pitchFamily="18" charset="2"/>
              </a:rPr>
              <a:t>. </a:t>
            </a:r>
          </a:p>
          <a:p>
            <a:r>
              <a:rPr lang="en-US" altLang="en-US" sz="2400" dirty="0">
                <a:latin typeface="Cambria" panose="02040503050406030204" pitchFamily="18" charset="0"/>
                <a:ea typeface="Cambria" panose="02040503050406030204" pitchFamily="18" charset="0"/>
                <a:sym typeface="Symbol" panose="05050102010706020507" pitchFamily="18" charset="2"/>
              </a:rPr>
              <a:t>T</a:t>
            </a:r>
            <a:r>
              <a:rPr lang="en-US" altLang="en-US" sz="2400" dirty="0">
                <a:latin typeface="Cambria" panose="02040503050406030204" pitchFamily="18" charset="0"/>
                <a:ea typeface="Cambria" panose="02040503050406030204" pitchFamily="18" charset="0"/>
              </a:rPr>
              <a:t>he line tangent to solution at initial point is thus</a:t>
            </a:r>
          </a:p>
          <a:p>
            <a:pPr>
              <a:buFontTx/>
              <a:buNone/>
            </a:pPr>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r>
              <a:rPr lang="en-US" altLang="en-US" sz="2400" dirty="0">
                <a:latin typeface="Cambria" panose="02040503050406030204" pitchFamily="18" charset="0"/>
                <a:ea typeface="Cambria" panose="02040503050406030204" pitchFamily="18" charset="0"/>
              </a:rPr>
              <a:t>Thus, if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is close enough to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0</a:t>
            </a:r>
            <a:r>
              <a:rPr lang="en-US" altLang="en-US" sz="2400" dirty="0">
                <a:latin typeface="Cambria" panose="02040503050406030204" pitchFamily="18" charset="0"/>
                <a:ea typeface="Cambria" panose="02040503050406030204" pitchFamily="18" charset="0"/>
                <a:sym typeface="Symbol" panose="05050102010706020507" pitchFamily="18" charset="2"/>
              </a:rPr>
              <a:t>, </a:t>
            </a:r>
          </a:p>
          <a:p>
            <a:pPr>
              <a:buFontTx/>
              <a:buNone/>
            </a:pPr>
            <a:r>
              <a:rPr lang="en-US" altLang="en-US" sz="2400" dirty="0">
                <a:latin typeface="Cambria" panose="02040503050406030204" pitchFamily="18" charset="0"/>
                <a:ea typeface="Cambria" panose="02040503050406030204" pitchFamily="18" charset="0"/>
                <a:sym typeface="Symbol" panose="05050102010706020507" pitchFamily="18" charset="2"/>
              </a:rPr>
              <a:t>	we can approximate </a:t>
            </a:r>
            <a:r>
              <a:rPr lang="en-US" altLang="en-US" sz="2400" i="1" dirty="0">
                <a:latin typeface="Cambria" panose="02040503050406030204" pitchFamily="18" charset="0"/>
                <a:ea typeface="Cambria" panose="02040503050406030204" pitchFamily="18" charset="0"/>
                <a:sym typeface="Symbol" panose="05050102010706020507" pitchFamily="18" charset="2"/>
              </a:rPr>
              <a:t></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by </a:t>
            </a:r>
          </a:p>
        </p:txBody>
      </p:sp>
      <mc:AlternateContent xmlns:mc="http://schemas.openxmlformats.org/markup-compatibility/2006" xmlns:a14="http://schemas.microsoft.com/office/drawing/2010/main">
        <mc:Choice Requires="a14">
          <p:sp>
            <p:nvSpPr>
              <p:cNvPr id="53252" name="Object 5">
                <a:extLst>
                  <a:ext uri="{FF2B5EF4-FFF2-40B4-BE49-F238E27FC236}">
                    <a16:creationId xmlns:a16="http://schemas.microsoft.com/office/drawing/2014/main" id="{EB05EB63-DEE1-4905-AD18-CD7D298E1191}"/>
                  </a:ext>
                </a:extLst>
              </p:cNvPr>
              <p:cNvSpPr txBox="1"/>
              <p:nvPr/>
            </p:nvSpPr>
            <p:spPr bwMode="auto">
              <a:xfrm>
                <a:off x="1902941" y="3637602"/>
                <a:ext cx="3525796" cy="41433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IN" sz="2400" i="1">
                          <a:solidFill>
                            <a:srgbClr val="000000"/>
                          </a:solidFill>
                          <a:latin typeface="Cambria Math" panose="02040503050406030204" pitchFamily="18" charset="0"/>
                        </a:rPr>
                        <m:t>𝑦</m:t>
                      </m:r>
                      <m:r>
                        <a:rPr lang="en-IN" sz="2400" i="1">
                          <a:solidFill>
                            <a:srgbClr val="000000"/>
                          </a:solidFill>
                          <a:latin typeface="Cambria Math" panose="02040503050406030204" pitchFamily="18" charset="0"/>
                        </a:rPr>
                        <m:t>=</m:t>
                      </m:r>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𝑦</m:t>
                          </m:r>
                        </m:e>
                        <m:sub>
                          <m:r>
                            <a:rPr lang="en-IN" sz="2400" i="1">
                              <a:solidFill>
                                <a:srgbClr val="000000"/>
                              </a:solidFill>
                              <a:latin typeface="Cambria Math" panose="02040503050406030204" pitchFamily="18" charset="0"/>
                            </a:rPr>
                            <m:t>0</m:t>
                          </m:r>
                        </m:sub>
                      </m:sSub>
                      <m:r>
                        <a:rPr lang="en-IN" sz="2400" i="1">
                          <a:solidFill>
                            <a:srgbClr val="000000"/>
                          </a:solidFill>
                          <a:latin typeface="Cambria Math" panose="02040503050406030204" pitchFamily="18" charset="0"/>
                        </a:rPr>
                        <m:t>+</m:t>
                      </m:r>
                      <m:r>
                        <a:rPr lang="en-IN" sz="2400" i="1">
                          <a:solidFill>
                            <a:srgbClr val="000000"/>
                          </a:solidFill>
                          <a:latin typeface="Cambria Math" panose="02040503050406030204" pitchFamily="18" charset="0"/>
                        </a:rPr>
                        <m:t>𝑓</m:t>
                      </m:r>
                      <m:d>
                        <m:dPr>
                          <m:ctrlPr>
                            <a:rPr lang="en-IN" sz="2400" i="1">
                              <a:solidFill>
                                <a:srgbClr val="000000"/>
                              </a:solidFill>
                              <a:latin typeface="Cambria Math" panose="02040503050406030204" pitchFamily="18" charset="0"/>
                            </a:rPr>
                          </m:ctrlPr>
                        </m:dPr>
                        <m:e>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𝑡</m:t>
                              </m:r>
                            </m:e>
                            <m:sub>
                              <m:r>
                                <a:rPr lang="en-IN" sz="2400" i="1">
                                  <a:solidFill>
                                    <a:srgbClr val="000000"/>
                                  </a:solidFill>
                                  <a:latin typeface="Cambria Math" panose="02040503050406030204" pitchFamily="18" charset="0"/>
                                </a:rPr>
                                <m:t>0</m:t>
                              </m:r>
                            </m:sub>
                          </m:sSub>
                          <m:r>
                            <a:rPr lang="en-IN" sz="2400" i="1">
                              <a:solidFill>
                                <a:srgbClr val="000000"/>
                              </a:solidFill>
                              <a:latin typeface="Cambria Math" panose="02040503050406030204" pitchFamily="18" charset="0"/>
                            </a:rPr>
                            <m:t>,</m:t>
                          </m:r>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𝑦</m:t>
                              </m:r>
                            </m:e>
                            <m:sub>
                              <m:r>
                                <a:rPr lang="en-IN" sz="2400" i="1">
                                  <a:solidFill>
                                    <a:srgbClr val="000000"/>
                                  </a:solidFill>
                                  <a:latin typeface="Cambria Math" panose="02040503050406030204" pitchFamily="18" charset="0"/>
                                </a:rPr>
                                <m:t>0</m:t>
                              </m:r>
                            </m:sub>
                          </m:sSub>
                        </m:e>
                      </m:d>
                      <m:d>
                        <m:dPr>
                          <m:ctrlPr>
                            <a:rPr lang="en-IN" sz="2400" i="1">
                              <a:solidFill>
                                <a:srgbClr val="000000"/>
                              </a:solidFill>
                              <a:latin typeface="Cambria Math" panose="02040503050406030204" pitchFamily="18" charset="0"/>
                            </a:rPr>
                          </m:ctrlPr>
                        </m:dPr>
                        <m:e>
                          <m:r>
                            <a:rPr lang="en-IN" sz="2400" i="1">
                              <a:solidFill>
                                <a:srgbClr val="000000"/>
                              </a:solidFill>
                              <a:latin typeface="Cambria Math" panose="02040503050406030204" pitchFamily="18" charset="0"/>
                            </a:rPr>
                            <m:t>𝑡</m:t>
                          </m:r>
                          <m:r>
                            <a:rPr lang="en-IN" sz="2400" i="1">
                              <a:solidFill>
                                <a:srgbClr val="000000"/>
                              </a:solidFill>
                              <a:latin typeface="Cambria Math" panose="02040503050406030204" pitchFamily="18" charset="0"/>
                            </a:rPr>
                            <m:t>−</m:t>
                          </m:r>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𝑡</m:t>
                              </m:r>
                            </m:e>
                            <m:sub>
                              <m:r>
                                <a:rPr lang="en-IN" sz="2400" i="1">
                                  <a:solidFill>
                                    <a:srgbClr val="000000"/>
                                  </a:solidFill>
                                  <a:latin typeface="Cambria Math" panose="02040503050406030204" pitchFamily="18" charset="0"/>
                                </a:rPr>
                                <m:t>0</m:t>
                              </m:r>
                            </m:sub>
                          </m:sSub>
                        </m:e>
                      </m:d>
                    </m:oMath>
                  </m:oMathPara>
                </a14:m>
                <a:endParaRPr lang="en-IN" sz="2400" dirty="0"/>
              </a:p>
            </p:txBody>
          </p:sp>
        </mc:Choice>
        <mc:Fallback xmlns="">
          <p:sp>
            <p:nvSpPr>
              <p:cNvPr id="53252" name="Object 5">
                <a:extLst>
                  <a:ext uri="{FF2B5EF4-FFF2-40B4-BE49-F238E27FC236}">
                    <a16:creationId xmlns:a16="http://schemas.microsoft.com/office/drawing/2014/main" id="{EB05EB63-DEE1-4905-AD18-CD7D298E1191}"/>
                  </a:ext>
                </a:extLst>
              </p:cNvPr>
              <p:cNvSpPr txBox="1">
                <a:spLocks noRot="1" noChangeAspect="1" noMove="1" noResize="1" noEditPoints="1" noAdjustHandles="1" noChangeArrowheads="1" noChangeShapeType="1" noTextEdit="1"/>
              </p:cNvSpPr>
              <p:nvPr/>
            </p:nvSpPr>
            <p:spPr bwMode="auto">
              <a:xfrm>
                <a:off x="1902941" y="3637602"/>
                <a:ext cx="3525796" cy="414337"/>
              </a:xfrm>
              <a:prstGeom prst="rect">
                <a:avLst/>
              </a:prstGeom>
              <a:blipFill>
                <a:blip r:embed="rId4"/>
                <a:stretch>
                  <a:fillRect l="-518" b="-30882"/>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253" name="Object 11">
                <a:extLst>
                  <a:ext uri="{FF2B5EF4-FFF2-40B4-BE49-F238E27FC236}">
                    <a16:creationId xmlns:a16="http://schemas.microsoft.com/office/drawing/2014/main" id="{13843E2A-6DD1-48BB-A114-90A2BEFAC757}"/>
                  </a:ext>
                </a:extLst>
              </p:cNvPr>
              <p:cNvSpPr txBox="1"/>
              <p:nvPr/>
            </p:nvSpPr>
            <p:spPr bwMode="auto">
              <a:xfrm>
                <a:off x="3352801" y="2133600"/>
                <a:ext cx="4374292" cy="4270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p>
                        <m:sSupPr>
                          <m:ctrlPr>
                            <a:rPr lang="en-IN" sz="2400" i="1">
                              <a:solidFill>
                                <a:srgbClr val="000000"/>
                              </a:solidFill>
                              <a:latin typeface="Cambria Math" panose="02040503050406030204" pitchFamily="18" charset="0"/>
                            </a:rPr>
                          </m:ctrlPr>
                        </m:sSupPr>
                        <m:e>
                          <m:r>
                            <a:rPr lang="en-IN" sz="2400" i="1">
                              <a:solidFill>
                                <a:srgbClr val="000000"/>
                              </a:solidFill>
                              <a:latin typeface="Cambria Math" panose="02040503050406030204" pitchFamily="18" charset="0"/>
                            </a:rPr>
                            <m:t>𝑦</m:t>
                          </m:r>
                        </m:e>
                        <m:sup>
                          <m:r>
                            <a:rPr lang="en-IN" sz="2400" i="1">
                              <a:solidFill>
                                <a:srgbClr val="000000"/>
                              </a:solidFill>
                              <a:latin typeface="Cambria Math" panose="02040503050406030204" pitchFamily="18" charset="0"/>
                            </a:rPr>
                            <m:t>′</m:t>
                          </m:r>
                        </m:sup>
                      </m:sSup>
                      <m:r>
                        <a:rPr lang="en-IN" sz="2400" i="1">
                          <a:solidFill>
                            <a:srgbClr val="000000"/>
                          </a:solidFill>
                          <a:latin typeface="Cambria Math" panose="02040503050406030204" pitchFamily="18" charset="0"/>
                        </a:rPr>
                        <m:t>=</m:t>
                      </m:r>
                      <m:r>
                        <a:rPr lang="en-IN" sz="2400" i="1">
                          <a:solidFill>
                            <a:srgbClr val="000000"/>
                          </a:solidFill>
                          <a:latin typeface="Cambria Math" panose="02040503050406030204" pitchFamily="18" charset="0"/>
                        </a:rPr>
                        <m:t>𝑓</m:t>
                      </m:r>
                      <m:r>
                        <a:rPr lang="en-IN" sz="2400" i="1">
                          <a:solidFill>
                            <a:srgbClr val="000000"/>
                          </a:solidFill>
                          <a:latin typeface="Cambria Math" panose="02040503050406030204" pitchFamily="18" charset="0"/>
                        </a:rPr>
                        <m:t>(</m:t>
                      </m:r>
                      <m:r>
                        <a:rPr lang="en-IN" sz="2400" i="1">
                          <a:solidFill>
                            <a:srgbClr val="000000"/>
                          </a:solidFill>
                          <a:latin typeface="Cambria Math" panose="02040503050406030204" pitchFamily="18" charset="0"/>
                        </a:rPr>
                        <m:t>𝑡</m:t>
                      </m:r>
                      <m:r>
                        <a:rPr lang="en-IN" sz="2400" i="1">
                          <a:solidFill>
                            <a:srgbClr val="000000"/>
                          </a:solidFill>
                          <a:latin typeface="Cambria Math" panose="02040503050406030204" pitchFamily="18" charset="0"/>
                        </a:rPr>
                        <m:t>,</m:t>
                      </m:r>
                      <m:r>
                        <a:rPr lang="en-IN" sz="2400" i="1">
                          <a:solidFill>
                            <a:srgbClr val="000000"/>
                          </a:solidFill>
                          <a:latin typeface="Cambria Math" panose="02040503050406030204" pitchFamily="18" charset="0"/>
                        </a:rPr>
                        <m:t>𝑦</m:t>
                      </m:r>
                      <m:r>
                        <a:rPr lang="en-IN" sz="2400" i="1">
                          <a:solidFill>
                            <a:srgbClr val="000000"/>
                          </a:solidFill>
                          <a:latin typeface="Cambria Math" panose="02040503050406030204" pitchFamily="18" charset="0"/>
                        </a:rPr>
                        <m:t>),</m:t>
                      </m:r>
                      <m:r>
                        <a:rPr lang="en-IN" sz="2400" i="1">
                          <a:solidFill>
                            <a:srgbClr val="000000"/>
                          </a:solidFill>
                          <a:latin typeface="Cambria Math" panose="02040503050406030204" pitchFamily="18" charset="0"/>
                        </a:rPr>
                        <m:t>𝑦</m:t>
                      </m:r>
                      <m:r>
                        <a:rPr lang="en-IN" sz="2400" i="1">
                          <a:solidFill>
                            <a:srgbClr val="000000"/>
                          </a:solidFill>
                          <a:latin typeface="Cambria Math" panose="02040503050406030204" pitchFamily="18" charset="0"/>
                        </a:rPr>
                        <m:t>(</m:t>
                      </m:r>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𝑡</m:t>
                          </m:r>
                        </m:e>
                        <m:sub>
                          <m:r>
                            <a:rPr lang="en-IN" sz="2400" i="1">
                              <a:solidFill>
                                <a:srgbClr val="000000"/>
                              </a:solidFill>
                              <a:latin typeface="Cambria Math" panose="02040503050406030204" pitchFamily="18" charset="0"/>
                            </a:rPr>
                            <m:t>0</m:t>
                          </m:r>
                        </m:sub>
                      </m:sSub>
                      <m:r>
                        <a:rPr lang="en-IN" sz="2400" i="1">
                          <a:solidFill>
                            <a:srgbClr val="000000"/>
                          </a:solidFill>
                          <a:latin typeface="Cambria Math" panose="02040503050406030204" pitchFamily="18" charset="0"/>
                        </a:rPr>
                        <m:t>)=</m:t>
                      </m:r>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𝑦</m:t>
                          </m:r>
                        </m:e>
                        <m:sub>
                          <m:r>
                            <a:rPr lang="en-IN" sz="2400" i="1">
                              <a:solidFill>
                                <a:srgbClr val="000000"/>
                              </a:solidFill>
                              <a:latin typeface="Cambria Math" panose="02040503050406030204" pitchFamily="18" charset="0"/>
                            </a:rPr>
                            <m:t>0</m:t>
                          </m:r>
                        </m:sub>
                      </m:sSub>
                      <m:r>
                        <a:rPr lang="en-IN" sz="2400" i="1">
                          <a:solidFill>
                            <a:srgbClr val="000000"/>
                          </a:solidFill>
                          <a:latin typeface="Cambria Math" panose="02040503050406030204" pitchFamily="18" charset="0"/>
                        </a:rPr>
                        <m:t>,</m:t>
                      </m:r>
                    </m:oMath>
                  </m:oMathPara>
                </a14:m>
                <a:endParaRPr lang="en-IN" sz="2400" dirty="0"/>
              </a:p>
            </p:txBody>
          </p:sp>
        </mc:Choice>
        <mc:Fallback xmlns="">
          <p:sp>
            <p:nvSpPr>
              <p:cNvPr id="53253" name="Object 11">
                <a:extLst>
                  <a:ext uri="{FF2B5EF4-FFF2-40B4-BE49-F238E27FC236}">
                    <a16:creationId xmlns:a16="http://schemas.microsoft.com/office/drawing/2014/main" id="{13843E2A-6DD1-48BB-A114-90A2BEFAC757}"/>
                  </a:ext>
                </a:extLst>
              </p:cNvPr>
              <p:cNvSpPr txBox="1">
                <a:spLocks noRot="1" noChangeAspect="1" noMove="1" noResize="1" noEditPoints="1" noAdjustHandles="1" noChangeArrowheads="1" noChangeShapeType="1" noTextEdit="1"/>
              </p:cNvSpPr>
              <p:nvPr/>
            </p:nvSpPr>
            <p:spPr bwMode="auto">
              <a:xfrm>
                <a:off x="3352801" y="2133600"/>
                <a:ext cx="4374292" cy="427038"/>
              </a:xfrm>
              <a:prstGeom prst="rect">
                <a:avLst/>
              </a:prstGeom>
              <a:blipFill>
                <a:blip r:embed="rId5"/>
                <a:stretch>
                  <a:fillRect l="-418" b="-27143"/>
                </a:stretch>
              </a:blipFill>
              <a:ln>
                <a:noFill/>
              </a:ln>
              <a:effectLst/>
            </p:spPr>
            <p:txBody>
              <a:bodyPr/>
              <a:lstStyle/>
              <a:p>
                <a:r>
                  <a:rPr lang="en-IN">
                    <a:noFill/>
                  </a:rPr>
                  <a:t> </a:t>
                </a:r>
              </a:p>
            </p:txBody>
          </p:sp>
        </mc:Fallback>
      </mc:AlternateContent>
      <p:pic>
        <p:nvPicPr>
          <p:cNvPr id="53254" name="Picture 12">
            <a:extLst>
              <a:ext uri="{FF2B5EF4-FFF2-40B4-BE49-F238E27FC236}">
                <a16:creationId xmlns:a16="http://schemas.microsoft.com/office/drawing/2014/main" id="{ED2F458C-AB84-4BE0-803A-EAC44E590E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b="30257"/>
          <a:stretch>
            <a:fillRect/>
          </a:stretch>
        </p:blipFill>
        <p:spPr bwMode="auto">
          <a:xfrm>
            <a:off x="6167050" y="3809174"/>
            <a:ext cx="4374292" cy="2704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53255" name="Object 13">
                <a:extLst>
                  <a:ext uri="{FF2B5EF4-FFF2-40B4-BE49-F238E27FC236}">
                    <a16:creationId xmlns:a16="http://schemas.microsoft.com/office/drawing/2014/main" id="{1C97EEC3-3F1B-4DF1-8092-15BF1DB4D403}"/>
                  </a:ext>
                </a:extLst>
              </p:cNvPr>
              <p:cNvSpPr txBox="1"/>
              <p:nvPr/>
            </p:nvSpPr>
            <p:spPr bwMode="auto">
              <a:xfrm>
                <a:off x="1309816" y="5435600"/>
                <a:ext cx="4454397" cy="4143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𝑦</m:t>
                          </m:r>
                        </m:e>
                        <m:sub>
                          <m:r>
                            <a:rPr lang="en-IN" sz="2400" i="1">
                              <a:solidFill>
                                <a:srgbClr val="000000"/>
                              </a:solidFill>
                              <a:latin typeface="Cambria Math" panose="02040503050406030204" pitchFamily="18" charset="0"/>
                            </a:rPr>
                            <m:t>1</m:t>
                          </m:r>
                        </m:sub>
                      </m:sSub>
                      <m:r>
                        <a:rPr lang="en-IN" sz="2400" i="1">
                          <a:solidFill>
                            <a:srgbClr val="000000"/>
                          </a:solidFill>
                          <a:latin typeface="Cambria Math" panose="02040503050406030204" pitchFamily="18" charset="0"/>
                        </a:rPr>
                        <m:t>=</m:t>
                      </m:r>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𝑦</m:t>
                          </m:r>
                        </m:e>
                        <m:sub>
                          <m:r>
                            <a:rPr lang="en-IN" sz="2400" i="1">
                              <a:solidFill>
                                <a:srgbClr val="000000"/>
                              </a:solidFill>
                              <a:latin typeface="Cambria Math" panose="02040503050406030204" pitchFamily="18" charset="0"/>
                            </a:rPr>
                            <m:t>0</m:t>
                          </m:r>
                        </m:sub>
                      </m:sSub>
                      <m:r>
                        <a:rPr lang="en-IN" sz="2400" i="1">
                          <a:solidFill>
                            <a:srgbClr val="000000"/>
                          </a:solidFill>
                          <a:latin typeface="Cambria Math" panose="02040503050406030204" pitchFamily="18" charset="0"/>
                        </a:rPr>
                        <m:t>+</m:t>
                      </m:r>
                      <m:r>
                        <a:rPr lang="en-IN" sz="2400" i="1">
                          <a:solidFill>
                            <a:srgbClr val="000000"/>
                          </a:solidFill>
                          <a:latin typeface="Cambria Math" panose="02040503050406030204" pitchFamily="18" charset="0"/>
                        </a:rPr>
                        <m:t>𝑓</m:t>
                      </m:r>
                      <m:d>
                        <m:dPr>
                          <m:ctrlPr>
                            <a:rPr lang="en-IN" sz="2400" i="1">
                              <a:solidFill>
                                <a:srgbClr val="000000"/>
                              </a:solidFill>
                              <a:latin typeface="Cambria Math" panose="02040503050406030204" pitchFamily="18" charset="0"/>
                            </a:rPr>
                          </m:ctrlPr>
                        </m:dPr>
                        <m:e>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𝑡</m:t>
                              </m:r>
                            </m:e>
                            <m:sub>
                              <m:r>
                                <a:rPr lang="en-IN" sz="2400" i="1">
                                  <a:solidFill>
                                    <a:srgbClr val="000000"/>
                                  </a:solidFill>
                                  <a:latin typeface="Cambria Math" panose="02040503050406030204" pitchFamily="18" charset="0"/>
                                </a:rPr>
                                <m:t>0</m:t>
                              </m:r>
                            </m:sub>
                          </m:sSub>
                          <m:r>
                            <a:rPr lang="en-IN" sz="2400" i="1">
                              <a:solidFill>
                                <a:srgbClr val="000000"/>
                              </a:solidFill>
                              <a:latin typeface="Cambria Math" panose="02040503050406030204" pitchFamily="18" charset="0"/>
                            </a:rPr>
                            <m:t>,</m:t>
                          </m:r>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𝑦</m:t>
                              </m:r>
                            </m:e>
                            <m:sub>
                              <m:r>
                                <a:rPr lang="en-IN" sz="2400" i="1">
                                  <a:solidFill>
                                    <a:srgbClr val="000000"/>
                                  </a:solidFill>
                                  <a:latin typeface="Cambria Math" panose="02040503050406030204" pitchFamily="18" charset="0"/>
                                </a:rPr>
                                <m:t>0</m:t>
                              </m:r>
                            </m:sub>
                          </m:sSub>
                        </m:e>
                      </m:d>
                      <m:d>
                        <m:dPr>
                          <m:ctrlPr>
                            <a:rPr lang="en-IN" sz="2400" i="1">
                              <a:solidFill>
                                <a:srgbClr val="000000"/>
                              </a:solidFill>
                              <a:latin typeface="Cambria Math" panose="02040503050406030204" pitchFamily="18" charset="0"/>
                            </a:rPr>
                          </m:ctrlPr>
                        </m:dPr>
                        <m:e>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𝑡</m:t>
                              </m:r>
                            </m:e>
                            <m:sub>
                              <m:r>
                                <a:rPr lang="en-IN" sz="2400" i="1">
                                  <a:solidFill>
                                    <a:srgbClr val="000000"/>
                                  </a:solidFill>
                                  <a:latin typeface="Cambria Math" panose="02040503050406030204" pitchFamily="18" charset="0"/>
                                </a:rPr>
                                <m:t>1</m:t>
                              </m:r>
                            </m:sub>
                          </m:sSub>
                          <m:r>
                            <a:rPr lang="en-IN" sz="2400" i="1">
                              <a:solidFill>
                                <a:srgbClr val="000000"/>
                              </a:solidFill>
                              <a:latin typeface="Cambria Math" panose="02040503050406030204" pitchFamily="18" charset="0"/>
                            </a:rPr>
                            <m:t>−</m:t>
                          </m:r>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𝑡</m:t>
                              </m:r>
                            </m:e>
                            <m:sub>
                              <m:r>
                                <a:rPr lang="en-IN" sz="2400" i="1">
                                  <a:solidFill>
                                    <a:srgbClr val="000000"/>
                                  </a:solidFill>
                                  <a:latin typeface="Cambria Math" panose="02040503050406030204" pitchFamily="18" charset="0"/>
                                </a:rPr>
                                <m:t>0</m:t>
                              </m:r>
                            </m:sub>
                          </m:sSub>
                        </m:e>
                      </m:d>
                    </m:oMath>
                  </m:oMathPara>
                </a14:m>
                <a:endParaRPr lang="en-IN" sz="2400" dirty="0"/>
              </a:p>
            </p:txBody>
          </p:sp>
        </mc:Choice>
        <mc:Fallback xmlns="">
          <p:sp>
            <p:nvSpPr>
              <p:cNvPr id="53255" name="Object 13">
                <a:extLst>
                  <a:ext uri="{FF2B5EF4-FFF2-40B4-BE49-F238E27FC236}">
                    <a16:creationId xmlns:a16="http://schemas.microsoft.com/office/drawing/2014/main" id="{1C97EEC3-3F1B-4DF1-8092-15BF1DB4D403}"/>
                  </a:ext>
                </a:extLst>
              </p:cNvPr>
              <p:cNvSpPr txBox="1">
                <a:spLocks noRot="1" noChangeAspect="1" noMove="1" noResize="1" noEditPoints="1" noAdjustHandles="1" noChangeArrowheads="1" noChangeShapeType="1" noTextEdit="1"/>
              </p:cNvSpPr>
              <p:nvPr/>
            </p:nvSpPr>
            <p:spPr bwMode="auto">
              <a:xfrm>
                <a:off x="1309816" y="5435600"/>
                <a:ext cx="4454397" cy="414338"/>
              </a:xfrm>
              <a:prstGeom prst="rect">
                <a:avLst/>
              </a:prstGeom>
              <a:blipFill>
                <a:blip r:embed="rId7"/>
                <a:stretch>
                  <a:fillRect l="-410" b="-30882"/>
                </a:stretch>
              </a:blipFill>
              <a:ln>
                <a:noFill/>
              </a:ln>
              <a:effectLst/>
            </p:spPr>
            <p:txBody>
              <a:bodyPr/>
              <a:lstStyle/>
              <a:p>
                <a:r>
                  <a:rPr lang="en-IN">
                    <a:noFill/>
                  </a:rPr>
                  <a:t> </a:t>
                </a:r>
              </a:p>
            </p:txBody>
          </p:sp>
        </mc:Fallback>
      </mc:AlternateContent>
      <p:sp>
        <p:nvSpPr>
          <p:cNvPr id="5" name="Rectangle 2">
            <a:extLst>
              <a:ext uri="{FF2B5EF4-FFF2-40B4-BE49-F238E27FC236}">
                <a16:creationId xmlns:a16="http://schemas.microsoft.com/office/drawing/2014/main" id="{E414C3A5-FCAF-5973-3DBC-5FE821BA4C44}"/>
              </a:ext>
            </a:extLst>
          </p:cNvPr>
          <p:cNvSpPr txBox="1">
            <a:spLocks noChangeArrowheads="1"/>
          </p:cNvSpPr>
          <p:nvPr/>
        </p:nvSpPr>
        <p:spPr>
          <a:xfrm>
            <a:off x="2364259" y="54186"/>
            <a:ext cx="7886700" cy="708454"/>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a:solidFill>
                  <a:srgbClr val="2125D7"/>
                </a:solidFill>
                <a:latin typeface="Cambria" panose="02040503050406030204" pitchFamily="18" charset="0"/>
                <a:ea typeface="Cambria" panose="02040503050406030204" pitchFamily="18" charset="0"/>
              </a:rPr>
              <a:t>Euler’s Method: Tangent Line Approximation</a:t>
            </a:r>
            <a:endParaRPr lang="en-US" altLang="en-US" sz="2800" b="1" dirty="0">
              <a:solidFill>
                <a:srgbClr val="2125D7"/>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30484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53251">
                                            <p:txEl>
                                              <p:pRg st="2" end="2"/>
                                            </p:txEl>
                                          </p:spTgt>
                                        </p:tgtEl>
                                        <p:attrNameLst>
                                          <p:attrName>style.visibility</p:attrName>
                                        </p:attrNameLst>
                                      </p:cBhvr>
                                      <p:to>
                                        <p:strVal val="visible"/>
                                      </p:to>
                                    </p:set>
                                    <p:animEffect transition="in" filter="circle(in)">
                                      <p:cBhvr>
                                        <p:cTn id="7" dur="2000"/>
                                        <p:tgtEl>
                                          <p:spTgt spid="5325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3251">
                                            <p:txEl>
                                              <p:pRg st="3" end="3"/>
                                            </p:txEl>
                                          </p:spTgt>
                                        </p:tgtEl>
                                        <p:attrNameLst>
                                          <p:attrName>style.visibility</p:attrName>
                                        </p:attrNameLst>
                                      </p:cBhvr>
                                      <p:to>
                                        <p:strVal val="visible"/>
                                      </p:to>
                                    </p:set>
                                    <p:animEffect transition="in" filter="barn(inVertical)">
                                      <p:cBhvr>
                                        <p:cTn id="12" dur="500"/>
                                        <p:tgtEl>
                                          <p:spTgt spid="53251">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53252"/>
                                        </p:tgtEl>
                                        <p:attrNameLst>
                                          <p:attrName>style.visibility</p:attrName>
                                        </p:attrNameLst>
                                      </p:cBhvr>
                                      <p:to>
                                        <p:strVal val="visible"/>
                                      </p:to>
                                    </p:set>
                                    <p:animEffect transition="in" filter="fade">
                                      <p:cBhvr>
                                        <p:cTn id="17" dur="1000"/>
                                        <p:tgtEl>
                                          <p:spTgt spid="53252"/>
                                        </p:tgtEl>
                                      </p:cBhvr>
                                    </p:animEffect>
                                    <p:anim calcmode="lin" valueType="num">
                                      <p:cBhvr>
                                        <p:cTn id="18" dur="1000" fill="hold"/>
                                        <p:tgtEl>
                                          <p:spTgt spid="53252"/>
                                        </p:tgtEl>
                                        <p:attrNameLst>
                                          <p:attrName>ppt_x</p:attrName>
                                        </p:attrNameLst>
                                      </p:cBhvr>
                                      <p:tavLst>
                                        <p:tav tm="0">
                                          <p:val>
                                            <p:strVal val="#ppt_x"/>
                                          </p:val>
                                        </p:tav>
                                        <p:tav tm="100000">
                                          <p:val>
                                            <p:strVal val="#ppt_x"/>
                                          </p:val>
                                        </p:tav>
                                      </p:tavLst>
                                    </p:anim>
                                    <p:anim calcmode="lin" valueType="num">
                                      <p:cBhvr>
                                        <p:cTn id="19" dur="1000" fill="hold"/>
                                        <p:tgtEl>
                                          <p:spTgt spid="5325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53251">
                                            <p:txEl>
                                              <p:pRg st="6" end="6"/>
                                            </p:txEl>
                                          </p:spTgt>
                                        </p:tgtEl>
                                        <p:attrNameLst>
                                          <p:attrName>style.visibility</p:attrName>
                                        </p:attrNameLst>
                                      </p:cBhvr>
                                      <p:to>
                                        <p:strVal val="visible"/>
                                      </p:to>
                                    </p:set>
                                    <p:animEffect transition="in" filter="wipe(down)">
                                      <p:cBhvr>
                                        <p:cTn id="24" dur="500"/>
                                        <p:tgtEl>
                                          <p:spTgt spid="53251">
                                            <p:txEl>
                                              <p:pRg st="6" end="6"/>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53251">
                                            <p:txEl>
                                              <p:pRg st="7" end="7"/>
                                            </p:txEl>
                                          </p:spTgt>
                                        </p:tgtEl>
                                        <p:attrNameLst>
                                          <p:attrName>style.visibility</p:attrName>
                                        </p:attrNameLst>
                                      </p:cBhvr>
                                      <p:to>
                                        <p:strVal val="visible"/>
                                      </p:to>
                                    </p:set>
                                    <p:animEffect transition="in" filter="wipe(down)">
                                      <p:cBhvr>
                                        <p:cTn id="27" dur="500"/>
                                        <p:tgtEl>
                                          <p:spTgt spid="53251">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53255"/>
                                        </p:tgtEl>
                                        <p:attrNameLst>
                                          <p:attrName>style.visibility</p:attrName>
                                        </p:attrNameLst>
                                      </p:cBhvr>
                                      <p:to>
                                        <p:strVal val="visible"/>
                                      </p:to>
                                    </p:set>
                                    <p:animEffect transition="in" filter="circle(in)">
                                      <p:cBhvr>
                                        <p:cTn id="32" dur="2000"/>
                                        <p:tgtEl>
                                          <p:spTgt spid="53255"/>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53254"/>
                                        </p:tgtEl>
                                        <p:attrNameLst>
                                          <p:attrName>style.visibility</p:attrName>
                                        </p:attrNameLst>
                                      </p:cBhvr>
                                      <p:to>
                                        <p:strVal val="visible"/>
                                      </p:to>
                                    </p:set>
                                    <p:animEffect transition="in" filter="fade">
                                      <p:cBhvr>
                                        <p:cTn id="37" dur="1000"/>
                                        <p:tgtEl>
                                          <p:spTgt spid="53254"/>
                                        </p:tgtEl>
                                      </p:cBhvr>
                                    </p:animEffect>
                                    <p:anim calcmode="lin" valueType="num">
                                      <p:cBhvr>
                                        <p:cTn id="38" dur="1000" fill="hold"/>
                                        <p:tgtEl>
                                          <p:spTgt spid="53254"/>
                                        </p:tgtEl>
                                        <p:attrNameLst>
                                          <p:attrName>ppt_x</p:attrName>
                                        </p:attrNameLst>
                                      </p:cBhvr>
                                      <p:tavLst>
                                        <p:tav tm="0">
                                          <p:val>
                                            <p:strVal val="#ppt_x"/>
                                          </p:val>
                                        </p:tav>
                                        <p:tav tm="100000">
                                          <p:val>
                                            <p:strVal val="#ppt_x"/>
                                          </p:val>
                                        </p:tav>
                                      </p:tavLst>
                                    </p:anim>
                                    <p:anim calcmode="lin" valueType="num">
                                      <p:cBhvr>
                                        <p:cTn id="39" dur="1000" fill="hold"/>
                                        <p:tgtEl>
                                          <p:spTgt spid="532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P spid="5325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51B164C9-C9AC-FC1C-E60F-5761EB437D03}"/>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55298" name="Rectangle 3">
            <a:extLst>
              <a:ext uri="{FF2B5EF4-FFF2-40B4-BE49-F238E27FC236}">
                <a16:creationId xmlns:a16="http://schemas.microsoft.com/office/drawing/2014/main" id="{137384C5-6923-406A-8FD8-3D74C54FF3EF}"/>
              </a:ext>
            </a:extLst>
          </p:cNvPr>
          <p:cNvSpPr>
            <a:spLocks noGrp="1" noChangeArrowheads="1"/>
          </p:cNvSpPr>
          <p:nvPr>
            <p:ph type="body" idx="1"/>
          </p:nvPr>
        </p:nvSpPr>
        <p:spPr>
          <a:xfrm>
            <a:off x="2364259" y="1523893"/>
            <a:ext cx="8077200" cy="4953000"/>
          </a:xfrm>
          <a:solidFill>
            <a:schemeClr val="bg1"/>
          </a:solidFill>
        </p:spPr>
        <p:txBody>
          <a:bodyPr/>
          <a:lstStyle/>
          <a:p>
            <a:r>
              <a:rPr lang="en-US" altLang="en-US" sz="2400" dirty="0">
                <a:latin typeface="Cambria" panose="02040503050406030204" pitchFamily="18" charset="0"/>
                <a:ea typeface="Cambria" panose="02040503050406030204" pitchFamily="18" charset="0"/>
              </a:rPr>
              <a:t>For a point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2</a:t>
            </a:r>
            <a:r>
              <a:rPr lang="en-US" altLang="en-US" sz="2400" dirty="0">
                <a:latin typeface="Cambria" panose="02040503050406030204" pitchFamily="18" charset="0"/>
                <a:ea typeface="Cambria" panose="02040503050406030204" pitchFamily="18" charset="0"/>
                <a:sym typeface="Symbol" panose="05050102010706020507" pitchFamily="18" charset="2"/>
              </a:rPr>
              <a:t> close to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we approximate </a:t>
            </a:r>
            <a:r>
              <a:rPr lang="en-US" altLang="en-US" sz="2400" i="1" dirty="0">
                <a:latin typeface="Cambria" panose="02040503050406030204" pitchFamily="18" charset="0"/>
                <a:ea typeface="Cambria" panose="02040503050406030204" pitchFamily="18" charset="0"/>
                <a:sym typeface="Symbol" panose="05050102010706020507" pitchFamily="18" charset="2"/>
              </a:rPr>
              <a:t></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2</a:t>
            </a:r>
            <a:r>
              <a:rPr lang="en-US" altLang="en-US" sz="2400" dirty="0">
                <a:latin typeface="Cambria" panose="02040503050406030204" pitchFamily="18" charset="0"/>
                <a:ea typeface="Cambria" panose="02040503050406030204" pitchFamily="18" charset="0"/>
                <a:sym typeface="Symbol" panose="05050102010706020507" pitchFamily="18" charset="2"/>
              </a:rPr>
              <a:t>) using the line passing through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a:t>
            </a:r>
            <a:r>
              <a:rPr lang="en-US" altLang="en-US" sz="2400" i="1" dirty="0">
                <a:latin typeface="Cambria" panose="02040503050406030204" pitchFamily="18" charset="0"/>
                <a:ea typeface="Cambria" panose="02040503050406030204" pitchFamily="18" charset="0"/>
                <a:sym typeface="Symbol" panose="05050102010706020507" pitchFamily="18" charset="2"/>
              </a:rPr>
              <a:t>y</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with slope </a:t>
            </a:r>
            <a:r>
              <a:rPr lang="en-US" altLang="en-US" sz="2400" i="1" dirty="0">
                <a:latin typeface="Cambria" panose="02040503050406030204" pitchFamily="18" charset="0"/>
                <a:ea typeface="Cambria" panose="02040503050406030204" pitchFamily="18" charset="0"/>
                <a:sym typeface="Symbol" panose="05050102010706020507" pitchFamily="18" charset="2"/>
              </a:rPr>
              <a:t>f</a:t>
            </a:r>
            <a:r>
              <a:rPr lang="en-US" altLang="en-US" sz="800" dirty="0">
                <a:latin typeface="Cambria" panose="02040503050406030204" pitchFamily="18" charset="0"/>
                <a:ea typeface="Cambria" panose="02040503050406030204" pitchFamily="18" charset="0"/>
                <a:sym typeface="Symbol" panose="05050102010706020507" pitchFamily="18" charset="2"/>
              </a:rPr>
              <a:t> </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800" dirty="0">
                <a:latin typeface="Cambria" panose="02040503050406030204" pitchFamily="18" charset="0"/>
                <a:ea typeface="Cambria" panose="02040503050406030204" pitchFamily="18" charset="0"/>
                <a:sym typeface="Symbol" panose="05050102010706020507" pitchFamily="18" charset="2"/>
              </a:rPr>
              <a:t> </a:t>
            </a:r>
            <a:r>
              <a:rPr lang="en-US" altLang="en-US" sz="2400" i="1" dirty="0">
                <a:latin typeface="Cambria" panose="02040503050406030204" pitchFamily="18" charset="0"/>
                <a:ea typeface="Cambria" panose="02040503050406030204" pitchFamily="18" charset="0"/>
                <a:sym typeface="Symbol" panose="05050102010706020507" pitchFamily="18" charset="2"/>
              </a:rPr>
              <a:t>y</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a:t>
            </a:r>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r>
              <a:rPr lang="en-US" altLang="en-US" sz="2400" dirty="0">
                <a:latin typeface="Cambria" panose="02040503050406030204" pitchFamily="18" charset="0"/>
                <a:ea typeface="Cambria" panose="02040503050406030204" pitchFamily="18" charset="0"/>
              </a:rPr>
              <a:t>Thus we create a sequence </a:t>
            </a:r>
            <a:r>
              <a:rPr lang="en-US" altLang="en-US" sz="2400" i="1" dirty="0" err="1">
                <a:latin typeface="Cambria" panose="02040503050406030204" pitchFamily="18" charset="0"/>
                <a:ea typeface="Cambria" panose="02040503050406030204" pitchFamily="18" charset="0"/>
                <a:sym typeface="Symbol" panose="05050102010706020507" pitchFamily="18" charset="2"/>
              </a:rPr>
              <a:t>y</a:t>
            </a:r>
            <a:r>
              <a:rPr lang="en-US" altLang="en-US" sz="2400" i="1" baseline="-25000" dirty="0" err="1">
                <a:latin typeface="Cambria" panose="02040503050406030204" pitchFamily="18" charset="0"/>
                <a:ea typeface="Cambria" panose="02040503050406030204" pitchFamily="18" charset="0"/>
                <a:sym typeface="Symbol" panose="05050102010706020507" pitchFamily="18" charset="2"/>
              </a:rPr>
              <a:t>n</a:t>
            </a:r>
            <a:r>
              <a:rPr lang="en-US" altLang="en-US" sz="2400" dirty="0">
                <a:latin typeface="Cambria" panose="02040503050406030204" pitchFamily="18" charset="0"/>
                <a:ea typeface="Cambria" panose="02040503050406030204" pitchFamily="18" charset="0"/>
                <a:sym typeface="Symbol" panose="05050102010706020507" pitchFamily="18" charset="2"/>
              </a:rPr>
              <a:t> of a</a:t>
            </a:r>
            <a:r>
              <a:rPr lang="en-US" altLang="en-US" sz="2400" dirty="0">
                <a:latin typeface="Cambria" panose="02040503050406030204" pitchFamily="18" charset="0"/>
                <a:ea typeface="Cambria" panose="02040503050406030204" pitchFamily="18" charset="0"/>
              </a:rPr>
              <a:t>pproximations to </a:t>
            </a:r>
            <a:r>
              <a:rPr lang="en-US" altLang="en-US" sz="2400" i="1" dirty="0">
                <a:latin typeface="Cambria" panose="02040503050406030204" pitchFamily="18" charset="0"/>
                <a:ea typeface="Cambria" panose="02040503050406030204" pitchFamily="18" charset="0"/>
                <a:sym typeface="Symbol" panose="05050102010706020507" pitchFamily="18" charset="2"/>
              </a:rPr>
              <a:t></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i="1" dirty="0" err="1">
                <a:latin typeface="Cambria" panose="02040503050406030204" pitchFamily="18" charset="0"/>
                <a:ea typeface="Cambria" panose="02040503050406030204" pitchFamily="18" charset="0"/>
                <a:sym typeface="Symbol" panose="05050102010706020507" pitchFamily="18" charset="2"/>
              </a:rPr>
              <a:t>t</a:t>
            </a:r>
            <a:r>
              <a:rPr lang="en-US" altLang="en-US" sz="2400" i="1" baseline="-25000" dirty="0" err="1">
                <a:latin typeface="Cambria" panose="02040503050406030204" pitchFamily="18" charset="0"/>
                <a:ea typeface="Cambria" panose="02040503050406030204" pitchFamily="18" charset="0"/>
                <a:sym typeface="Symbol" panose="05050102010706020507" pitchFamily="18" charset="2"/>
              </a:rPr>
              <a:t>n</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dirty="0">
                <a:latin typeface="Cambria" panose="02040503050406030204" pitchFamily="18" charset="0"/>
                <a:ea typeface="Cambria" panose="02040503050406030204" pitchFamily="18" charset="0"/>
              </a:rPr>
              <a:t>:</a:t>
            </a: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endParaRPr lang="en-US" altLang="en-US" sz="1200" dirty="0">
              <a:latin typeface="Cambria" panose="02040503050406030204" pitchFamily="18" charset="0"/>
              <a:ea typeface="Cambria" panose="02040503050406030204" pitchFamily="18" charset="0"/>
            </a:endParaRPr>
          </a:p>
          <a:p>
            <a:pPr>
              <a:buFontTx/>
              <a:buNone/>
            </a:pPr>
            <a:r>
              <a:rPr lang="en-US" altLang="en-US" sz="1200" dirty="0">
                <a:latin typeface="Cambria" panose="02040503050406030204" pitchFamily="18" charset="0"/>
                <a:ea typeface="Cambria" panose="02040503050406030204" pitchFamily="18" charset="0"/>
              </a:rPr>
              <a:t>	</a:t>
            </a:r>
            <a:r>
              <a:rPr lang="en-US" altLang="en-US" sz="2400" dirty="0">
                <a:latin typeface="Cambria" panose="02040503050406030204" pitchFamily="18" charset="0"/>
                <a:ea typeface="Cambria" panose="02040503050406030204" pitchFamily="18" charset="0"/>
              </a:rPr>
              <a:t>	where </a:t>
            </a:r>
            <a:r>
              <a:rPr lang="en-US" altLang="en-US" sz="1600" i="1" dirty="0" err="1">
                <a:solidFill>
                  <a:srgbClr val="0000FF"/>
                </a:solidFill>
                <a:latin typeface="Cambria" panose="02040503050406030204" pitchFamily="18" charset="0"/>
                <a:ea typeface="Cambria" panose="02040503050406030204" pitchFamily="18" charset="0"/>
                <a:sym typeface="Symbol" panose="05050102010706020507" pitchFamily="18" charset="2"/>
              </a:rPr>
              <a:t>f</a:t>
            </a:r>
            <a:r>
              <a:rPr lang="en-US" altLang="en-US" sz="1600" i="1" baseline="-25000" dirty="0" err="1">
                <a:solidFill>
                  <a:srgbClr val="0000FF"/>
                </a:solidFill>
                <a:latin typeface="Cambria" panose="02040503050406030204" pitchFamily="18" charset="0"/>
                <a:ea typeface="Cambria" panose="02040503050406030204" pitchFamily="18" charset="0"/>
                <a:sym typeface="Symbol" panose="05050102010706020507" pitchFamily="18" charset="2"/>
              </a:rPr>
              <a:t>n</a:t>
            </a:r>
            <a:r>
              <a:rPr lang="en-US" altLang="en-US" sz="1600" dirty="0">
                <a:solidFill>
                  <a:srgbClr val="0000FF"/>
                </a:solidFill>
                <a:latin typeface="Cambria" panose="02040503050406030204" pitchFamily="18" charset="0"/>
                <a:ea typeface="Cambria" panose="02040503050406030204" pitchFamily="18" charset="0"/>
                <a:sym typeface="Symbol" panose="05050102010706020507" pitchFamily="18" charset="2"/>
              </a:rPr>
              <a:t> = </a:t>
            </a:r>
            <a:r>
              <a:rPr lang="en-US" altLang="en-US" sz="1600" i="1" dirty="0">
                <a:solidFill>
                  <a:srgbClr val="0000FF"/>
                </a:solidFill>
                <a:latin typeface="Cambria" panose="02040503050406030204" pitchFamily="18" charset="0"/>
                <a:ea typeface="Cambria" panose="02040503050406030204" pitchFamily="18" charset="0"/>
                <a:sym typeface="Symbol" panose="05050102010706020507" pitchFamily="18" charset="2"/>
              </a:rPr>
              <a:t>f</a:t>
            </a:r>
            <a:r>
              <a:rPr lang="en-US" altLang="en-US" sz="1600" dirty="0">
                <a:solidFill>
                  <a:srgbClr val="0000FF"/>
                </a:solidFill>
                <a:latin typeface="Cambria" panose="02040503050406030204" pitchFamily="18" charset="0"/>
                <a:ea typeface="Cambria" panose="02040503050406030204" pitchFamily="18" charset="0"/>
                <a:sym typeface="Symbol" panose="05050102010706020507" pitchFamily="18" charset="2"/>
              </a:rPr>
              <a:t> (</a:t>
            </a:r>
            <a:r>
              <a:rPr lang="en-US" altLang="en-US" sz="1600" i="1" dirty="0" err="1">
                <a:solidFill>
                  <a:srgbClr val="0000FF"/>
                </a:solidFill>
                <a:latin typeface="Cambria" panose="02040503050406030204" pitchFamily="18" charset="0"/>
                <a:ea typeface="Cambria" panose="02040503050406030204" pitchFamily="18" charset="0"/>
                <a:sym typeface="Symbol" panose="05050102010706020507" pitchFamily="18" charset="2"/>
              </a:rPr>
              <a:t>t</a:t>
            </a:r>
            <a:r>
              <a:rPr lang="en-US" altLang="en-US" sz="1600" i="1" baseline="-25000" dirty="0" err="1">
                <a:solidFill>
                  <a:srgbClr val="0000FF"/>
                </a:solidFill>
                <a:latin typeface="Cambria" panose="02040503050406030204" pitchFamily="18" charset="0"/>
                <a:ea typeface="Cambria" panose="02040503050406030204" pitchFamily="18" charset="0"/>
                <a:sym typeface="Symbol" panose="05050102010706020507" pitchFamily="18" charset="2"/>
              </a:rPr>
              <a:t>n</a:t>
            </a:r>
            <a:r>
              <a:rPr lang="en-US" altLang="en-US" sz="1600" dirty="0">
                <a:solidFill>
                  <a:srgbClr val="0000FF"/>
                </a:solidFill>
                <a:latin typeface="Cambria" panose="02040503050406030204" pitchFamily="18" charset="0"/>
                <a:ea typeface="Cambria" panose="02040503050406030204" pitchFamily="18" charset="0"/>
                <a:sym typeface="Symbol" panose="05050102010706020507" pitchFamily="18" charset="2"/>
              </a:rPr>
              <a:t>, </a:t>
            </a:r>
            <a:r>
              <a:rPr lang="en-US" altLang="en-US" sz="1600" i="1" dirty="0" err="1">
                <a:solidFill>
                  <a:srgbClr val="0000FF"/>
                </a:solidFill>
                <a:latin typeface="Cambria" panose="02040503050406030204" pitchFamily="18" charset="0"/>
                <a:ea typeface="Cambria" panose="02040503050406030204" pitchFamily="18" charset="0"/>
                <a:sym typeface="Symbol" panose="05050102010706020507" pitchFamily="18" charset="2"/>
              </a:rPr>
              <a:t>y</a:t>
            </a:r>
            <a:r>
              <a:rPr lang="en-US" altLang="en-US" sz="1600" i="1" baseline="-25000" dirty="0" err="1">
                <a:solidFill>
                  <a:srgbClr val="0000FF"/>
                </a:solidFill>
                <a:latin typeface="Cambria" panose="02040503050406030204" pitchFamily="18" charset="0"/>
                <a:ea typeface="Cambria" panose="02040503050406030204" pitchFamily="18" charset="0"/>
                <a:sym typeface="Symbol" panose="05050102010706020507" pitchFamily="18" charset="2"/>
              </a:rPr>
              <a:t>n</a:t>
            </a:r>
            <a:r>
              <a:rPr lang="en-US" altLang="en-US" sz="1600" dirty="0">
                <a:solidFill>
                  <a:srgbClr val="0000FF"/>
                </a:solidFill>
                <a:latin typeface="Cambria" panose="02040503050406030204" pitchFamily="18" charset="0"/>
                <a:ea typeface="Cambria" panose="02040503050406030204" pitchFamily="18" charset="0"/>
                <a:sym typeface="Symbol" panose="05050102010706020507" pitchFamily="18" charset="2"/>
              </a:rPr>
              <a:t>).  </a:t>
            </a:r>
          </a:p>
          <a:p>
            <a:r>
              <a:rPr lang="en-US" altLang="en-US" sz="2400" dirty="0">
                <a:latin typeface="Cambria" panose="02040503050406030204" pitchFamily="18" charset="0"/>
                <a:ea typeface="Cambria" panose="02040503050406030204" pitchFamily="18" charset="0"/>
              </a:rPr>
              <a:t>For a uniform step size </a:t>
            </a:r>
            <a:r>
              <a:rPr lang="en-US" altLang="en-US" sz="2400" i="1" dirty="0">
                <a:latin typeface="Cambria" panose="02040503050406030204" pitchFamily="18" charset="0"/>
                <a:ea typeface="Cambria" panose="02040503050406030204" pitchFamily="18" charset="0"/>
              </a:rPr>
              <a:t>h</a:t>
            </a:r>
            <a:r>
              <a:rPr lang="en-US" altLang="en-US" sz="2400" dirty="0">
                <a:latin typeface="Cambria" panose="02040503050406030204" pitchFamily="18" charset="0"/>
                <a:ea typeface="Cambria" panose="02040503050406030204" pitchFamily="18" charset="0"/>
              </a:rPr>
              <a:t> = </a:t>
            </a:r>
            <a:r>
              <a:rPr lang="en-US" altLang="en-US" sz="2400" i="1" dirty="0" err="1">
                <a:latin typeface="Cambria" panose="02040503050406030204" pitchFamily="18" charset="0"/>
                <a:ea typeface="Cambria" panose="02040503050406030204" pitchFamily="18" charset="0"/>
                <a:sym typeface="Symbol" panose="05050102010706020507" pitchFamily="18" charset="2"/>
              </a:rPr>
              <a:t>t</a:t>
            </a:r>
            <a:r>
              <a:rPr lang="en-US" altLang="en-US" sz="2400" i="1" baseline="-25000" dirty="0" err="1">
                <a:latin typeface="Cambria" panose="02040503050406030204" pitchFamily="18" charset="0"/>
                <a:ea typeface="Cambria" panose="02040503050406030204" pitchFamily="18" charset="0"/>
                <a:sym typeface="Symbol" panose="05050102010706020507" pitchFamily="18" charset="2"/>
              </a:rPr>
              <a:t>n</a:t>
            </a:r>
            <a:r>
              <a:rPr lang="en-US" altLang="en-US" sz="2400" dirty="0">
                <a:latin typeface="Cambria" panose="02040503050406030204" pitchFamily="18" charset="0"/>
                <a:ea typeface="Cambria" panose="02040503050406030204" pitchFamily="18" charset="0"/>
                <a:sym typeface="Symbol" panose="05050102010706020507" pitchFamily="18" charset="2"/>
              </a:rPr>
              <a:t> </a:t>
            </a:r>
            <a:r>
              <a:rPr lang="en-US" altLang="en-US" sz="2400" dirty="0">
                <a:latin typeface="Cambria" panose="02040503050406030204" pitchFamily="18" charset="0"/>
                <a:ea typeface="Cambria" panose="02040503050406030204" pitchFamily="18" charset="0"/>
              </a:rPr>
              <a:t>–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i="1" baseline="-25000" dirty="0">
                <a:latin typeface="Cambria" panose="02040503050406030204" pitchFamily="18" charset="0"/>
                <a:ea typeface="Cambria" panose="02040503050406030204" pitchFamily="18" charset="0"/>
                <a:sym typeface="Symbol" panose="05050102010706020507" pitchFamily="18" charset="2"/>
              </a:rPr>
              <a:t>n</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Euler’s formula becomes</a:t>
            </a:r>
            <a:endParaRPr lang="en-US" altLang="en-US" sz="2400" dirty="0">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55299" name="Object 7">
                <a:extLst>
                  <a:ext uri="{FF2B5EF4-FFF2-40B4-BE49-F238E27FC236}">
                    <a16:creationId xmlns:a16="http://schemas.microsoft.com/office/drawing/2014/main" id="{8215FC5E-575E-42A1-B068-74CDF450F4F7}"/>
                  </a:ext>
                </a:extLst>
              </p:cNvPr>
              <p:cNvSpPr txBox="1"/>
              <p:nvPr/>
            </p:nvSpPr>
            <p:spPr bwMode="auto">
              <a:xfrm>
                <a:off x="3385750" y="3292744"/>
                <a:ext cx="4240427" cy="164941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IN" sz="2400" i="1" smtClean="0">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𝑦</m:t>
                          </m:r>
                        </m:e>
                        <m:sub>
                          <m:r>
                            <a:rPr lang="en-IN" sz="2400" i="1">
                              <a:solidFill>
                                <a:srgbClr val="0000FF"/>
                              </a:solidFill>
                              <a:latin typeface="Cambria Math" panose="02040503050406030204" pitchFamily="18" charset="0"/>
                            </a:rPr>
                            <m:t>1</m:t>
                          </m:r>
                        </m:sub>
                      </m:sSub>
                      <m:r>
                        <a:rPr lang="en-IN" sz="2400" i="1">
                          <a:solidFill>
                            <a:srgbClr val="0000FF"/>
                          </a:solidFill>
                          <a:latin typeface="Cambria Math" panose="02040503050406030204" pitchFamily="18" charset="0"/>
                        </a:rPr>
                        <m:t>=</m:t>
                      </m:r>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𝑦</m:t>
                          </m:r>
                        </m:e>
                        <m:sub>
                          <m:r>
                            <a:rPr lang="en-IN" sz="2400" i="1">
                              <a:solidFill>
                                <a:srgbClr val="0000FF"/>
                              </a:solidFill>
                              <a:latin typeface="Cambria Math" panose="02040503050406030204" pitchFamily="18" charset="0"/>
                            </a:rPr>
                            <m:t>0</m:t>
                          </m:r>
                        </m:sub>
                      </m:sSub>
                      <m:r>
                        <a:rPr lang="en-IN" sz="2400" i="1">
                          <a:solidFill>
                            <a:srgbClr val="0000FF"/>
                          </a:solidFill>
                          <a:latin typeface="Cambria Math" panose="02040503050406030204" pitchFamily="18" charset="0"/>
                        </a:rPr>
                        <m:t>+</m:t>
                      </m:r>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𝑓</m:t>
                          </m:r>
                        </m:e>
                        <m:sub>
                          <m:r>
                            <a:rPr lang="en-IN" sz="2400" i="1">
                              <a:solidFill>
                                <a:srgbClr val="0000FF"/>
                              </a:solidFill>
                              <a:latin typeface="Cambria Math" panose="02040503050406030204" pitchFamily="18" charset="0"/>
                            </a:rPr>
                            <m:t>0</m:t>
                          </m:r>
                        </m:sub>
                      </m:sSub>
                      <m:r>
                        <a:rPr lang="en-IN" sz="2400" i="1">
                          <a:solidFill>
                            <a:srgbClr val="0000FF"/>
                          </a:solidFill>
                          <a:latin typeface="Cambria Math" panose="02040503050406030204" pitchFamily="18" charset="0"/>
                        </a:rPr>
                        <m:t>⋅</m:t>
                      </m:r>
                      <m:d>
                        <m:dPr>
                          <m:ctrlPr>
                            <a:rPr lang="en-IN" sz="2400" i="1">
                              <a:solidFill>
                                <a:srgbClr val="0000FF"/>
                              </a:solidFill>
                              <a:latin typeface="Cambria Math" panose="02040503050406030204" pitchFamily="18" charset="0"/>
                            </a:rPr>
                          </m:ctrlPr>
                        </m:dPr>
                        <m:e>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𝑡</m:t>
                              </m:r>
                            </m:e>
                            <m:sub>
                              <m:r>
                                <a:rPr lang="en-IN" sz="2400" i="1">
                                  <a:solidFill>
                                    <a:srgbClr val="0000FF"/>
                                  </a:solidFill>
                                  <a:latin typeface="Cambria Math" panose="02040503050406030204" pitchFamily="18" charset="0"/>
                                </a:rPr>
                                <m:t>1</m:t>
                              </m:r>
                            </m:sub>
                          </m:sSub>
                          <m:r>
                            <a:rPr lang="en-IN" sz="2400" i="1">
                              <a:solidFill>
                                <a:srgbClr val="0000FF"/>
                              </a:solidFill>
                              <a:latin typeface="Cambria Math" panose="02040503050406030204" pitchFamily="18" charset="0"/>
                            </a:rPr>
                            <m:t>−</m:t>
                          </m:r>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𝑡</m:t>
                              </m:r>
                            </m:e>
                            <m:sub>
                              <m:r>
                                <a:rPr lang="en-IN" sz="2400" i="1">
                                  <a:solidFill>
                                    <a:srgbClr val="0000FF"/>
                                  </a:solidFill>
                                  <a:latin typeface="Cambria Math" panose="02040503050406030204" pitchFamily="18" charset="0"/>
                                </a:rPr>
                                <m:t>0</m:t>
                              </m:r>
                            </m:sub>
                          </m:sSub>
                        </m:e>
                      </m:d>
                    </m:oMath>
                    <m:oMath xmlns:m="http://schemas.openxmlformats.org/officeDocument/2006/math">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𝑦</m:t>
                          </m:r>
                        </m:e>
                        <m:sub>
                          <m:r>
                            <a:rPr lang="en-IN" sz="2400" i="1">
                              <a:solidFill>
                                <a:srgbClr val="0000FF"/>
                              </a:solidFill>
                              <a:latin typeface="Cambria Math" panose="02040503050406030204" pitchFamily="18" charset="0"/>
                            </a:rPr>
                            <m:t>2</m:t>
                          </m:r>
                        </m:sub>
                      </m:sSub>
                      <m:r>
                        <a:rPr lang="en-IN" sz="2400" i="1">
                          <a:solidFill>
                            <a:srgbClr val="0000FF"/>
                          </a:solidFill>
                          <a:latin typeface="Cambria Math" panose="02040503050406030204" pitchFamily="18" charset="0"/>
                        </a:rPr>
                        <m:t>=</m:t>
                      </m:r>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𝑦</m:t>
                          </m:r>
                        </m:e>
                        <m:sub>
                          <m:r>
                            <a:rPr lang="en-IN" sz="2400" i="1">
                              <a:solidFill>
                                <a:srgbClr val="0000FF"/>
                              </a:solidFill>
                              <a:latin typeface="Cambria Math" panose="02040503050406030204" pitchFamily="18" charset="0"/>
                            </a:rPr>
                            <m:t>1</m:t>
                          </m:r>
                        </m:sub>
                      </m:sSub>
                      <m:r>
                        <a:rPr lang="en-IN" sz="2400" i="1">
                          <a:solidFill>
                            <a:srgbClr val="0000FF"/>
                          </a:solidFill>
                          <a:latin typeface="Cambria Math" panose="02040503050406030204" pitchFamily="18" charset="0"/>
                        </a:rPr>
                        <m:t>+</m:t>
                      </m:r>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𝑓</m:t>
                          </m:r>
                        </m:e>
                        <m:sub>
                          <m:r>
                            <a:rPr lang="en-IN" sz="2400" i="1">
                              <a:solidFill>
                                <a:srgbClr val="0000FF"/>
                              </a:solidFill>
                              <a:latin typeface="Cambria Math" panose="02040503050406030204" pitchFamily="18" charset="0"/>
                            </a:rPr>
                            <m:t>1</m:t>
                          </m:r>
                        </m:sub>
                      </m:sSub>
                      <m:r>
                        <a:rPr lang="en-IN" sz="2400" i="1">
                          <a:solidFill>
                            <a:srgbClr val="0000FF"/>
                          </a:solidFill>
                          <a:latin typeface="Cambria Math" panose="02040503050406030204" pitchFamily="18" charset="0"/>
                        </a:rPr>
                        <m:t>⋅</m:t>
                      </m:r>
                      <m:d>
                        <m:dPr>
                          <m:ctrlPr>
                            <a:rPr lang="en-IN" sz="2400" i="1">
                              <a:solidFill>
                                <a:srgbClr val="0000FF"/>
                              </a:solidFill>
                              <a:latin typeface="Cambria Math" panose="02040503050406030204" pitchFamily="18" charset="0"/>
                            </a:rPr>
                          </m:ctrlPr>
                        </m:dPr>
                        <m:e>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𝑡</m:t>
                              </m:r>
                            </m:e>
                            <m:sub>
                              <m:r>
                                <a:rPr lang="en-IN" sz="2400" i="1">
                                  <a:solidFill>
                                    <a:srgbClr val="0000FF"/>
                                  </a:solidFill>
                                  <a:latin typeface="Cambria Math" panose="02040503050406030204" pitchFamily="18" charset="0"/>
                                </a:rPr>
                                <m:t>2</m:t>
                              </m:r>
                            </m:sub>
                          </m:sSub>
                          <m:r>
                            <a:rPr lang="en-IN" sz="2400" i="1">
                              <a:solidFill>
                                <a:srgbClr val="0000FF"/>
                              </a:solidFill>
                              <a:latin typeface="Cambria Math" panose="02040503050406030204" pitchFamily="18" charset="0"/>
                            </a:rPr>
                            <m:t>−</m:t>
                          </m:r>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𝑡</m:t>
                              </m:r>
                            </m:e>
                            <m:sub>
                              <m:r>
                                <a:rPr lang="en-IN" sz="2400" i="1">
                                  <a:solidFill>
                                    <a:srgbClr val="0000FF"/>
                                  </a:solidFill>
                                  <a:latin typeface="Cambria Math" panose="02040503050406030204" pitchFamily="18" charset="0"/>
                                </a:rPr>
                                <m:t>1</m:t>
                              </m:r>
                            </m:sub>
                          </m:sSub>
                        </m:e>
                      </m:d>
                    </m:oMath>
                    <m:oMath xmlns:m="http://schemas.openxmlformats.org/officeDocument/2006/math">
                      <m:r>
                        <a:rPr lang="en-IN" sz="2400" i="1">
                          <a:solidFill>
                            <a:srgbClr val="0000FF"/>
                          </a:solidFill>
                          <a:latin typeface="Cambria Math" panose="02040503050406030204" pitchFamily="18" charset="0"/>
                        </a:rPr>
                        <m:t>⋮</m:t>
                      </m:r>
                    </m:oMath>
                    <m:oMath xmlns:m="http://schemas.openxmlformats.org/officeDocument/2006/math">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𝑦</m:t>
                          </m:r>
                        </m:e>
                        <m:sub>
                          <m:r>
                            <a:rPr lang="en-IN" sz="2400" i="1">
                              <a:solidFill>
                                <a:srgbClr val="0000FF"/>
                              </a:solidFill>
                              <a:latin typeface="Cambria Math" panose="02040503050406030204" pitchFamily="18" charset="0"/>
                            </a:rPr>
                            <m:t>𝑛</m:t>
                          </m:r>
                          <m:r>
                            <a:rPr lang="en-IN" sz="2400" i="1">
                              <a:solidFill>
                                <a:srgbClr val="0000FF"/>
                              </a:solidFill>
                              <a:latin typeface="Cambria Math" panose="02040503050406030204" pitchFamily="18" charset="0"/>
                            </a:rPr>
                            <m:t>+1</m:t>
                          </m:r>
                        </m:sub>
                      </m:sSub>
                      <m:r>
                        <a:rPr lang="en-IN" sz="2400" i="1">
                          <a:solidFill>
                            <a:srgbClr val="0000FF"/>
                          </a:solidFill>
                          <a:latin typeface="Cambria Math" panose="02040503050406030204" pitchFamily="18" charset="0"/>
                        </a:rPr>
                        <m:t>=</m:t>
                      </m:r>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𝑦</m:t>
                          </m:r>
                        </m:e>
                        <m:sub>
                          <m:r>
                            <a:rPr lang="en-IN" sz="2400" i="1">
                              <a:solidFill>
                                <a:srgbClr val="0000FF"/>
                              </a:solidFill>
                              <a:latin typeface="Cambria Math" panose="02040503050406030204" pitchFamily="18" charset="0"/>
                            </a:rPr>
                            <m:t>𝑛</m:t>
                          </m:r>
                        </m:sub>
                      </m:sSub>
                      <m:r>
                        <a:rPr lang="en-IN" sz="2400" i="1">
                          <a:solidFill>
                            <a:srgbClr val="0000FF"/>
                          </a:solidFill>
                          <a:latin typeface="Cambria Math" panose="02040503050406030204" pitchFamily="18" charset="0"/>
                        </a:rPr>
                        <m:t>+</m:t>
                      </m:r>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𝑓</m:t>
                          </m:r>
                        </m:e>
                        <m:sub>
                          <m:r>
                            <a:rPr lang="en-IN" sz="2400" i="1">
                              <a:solidFill>
                                <a:srgbClr val="0000FF"/>
                              </a:solidFill>
                              <a:latin typeface="Cambria Math" panose="02040503050406030204" pitchFamily="18" charset="0"/>
                            </a:rPr>
                            <m:t>𝑛</m:t>
                          </m:r>
                        </m:sub>
                      </m:sSub>
                      <m:r>
                        <a:rPr lang="en-IN" sz="2400" i="1">
                          <a:solidFill>
                            <a:srgbClr val="0000FF"/>
                          </a:solidFill>
                          <a:latin typeface="Cambria Math" panose="02040503050406030204" pitchFamily="18" charset="0"/>
                        </a:rPr>
                        <m:t>⋅</m:t>
                      </m:r>
                      <m:d>
                        <m:dPr>
                          <m:ctrlPr>
                            <a:rPr lang="en-IN" sz="2400" i="1">
                              <a:solidFill>
                                <a:srgbClr val="0000FF"/>
                              </a:solidFill>
                              <a:latin typeface="Cambria Math" panose="02040503050406030204" pitchFamily="18" charset="0"/>
                            </a:rPr>
                          </m:ctrlPr>
                        </m:dPr>
                        <m:e>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𝑡</m:t>
                              </m:r>
                            </m:e>
                            <m:sub>
                              <m:r>
                                <a:rPr lang="en-IN" sz="2400" i="1">
                                  <a:solidFill>
                                    <a:srgbClr val="0000FF"/>
                                  </a:solidFill>
                                  <a:latin typeface="Cambria Math" panose="02040503050406030204" pitchFamily="18" charset="0"/>
                                </a:rPr>
                                <m:t>𝑛</m:t>
                              </m:r>
                              <m:r>
                                <a:rPr lang="en-IN" sz="2400" i="1">
                                  <a:solidFill>
                                    <a:srgbClr val="0000FF"/>
                                  </a:solidFill>
                                  <a:latin typeface="Cambria Math" panose="02040503050406030204" pitchFamily="18" charset="0"/>
                                </a:rPr>
                                <m:t>+1</m:t>
                              </m:r>
                            </m:sub>
                          </m:sSub>
                          <m:r>
                            <a:rPr lang="en-IN" sz="2400" i="1">
                              <a:solidFill>
                                <a:srgbClr val="0000FF"/>
                              </a:solidFill>
                              <a:latin typeface="Cambria Math" panose="02040503050406030204" pitchFamily="18" charset="0"/>
                            </a:rPr>
                            <m:t>−</m:t>
                          </m:r>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𝑡</m:t>
                              </m:r>
                            </m:e>
                            <m:sub>
                              <m:r>
                                <a:rPr lang="en-IN" sz="2400" i="1">
                                  <a:solidFill>
                                    <a:srgbClr val="0000FF"/>
                                  </a:solidFill>
                                  <a:latin typeface="Cambria Math" panose="02040503050406030204" pitchFamily="18" charset="0"/>
                                </a:rPr>
                                <m:t>𝑛</m:t>
                              </m:r>
                            </m:sub>
                          </m:sSub>
                        </m:e>
                      </m:d>
                    </m:oMath>
                  </m:oMathPara>
                </a14:m>
                <a:endParaRPr lang="en-IN" sz="2400" dirty="0">
                  <a:solidFill>
                    <a:srgbClr val="0000FF"/>
                  </a:solidFill>
                </a:endParaRPr>
              </a:p>
            </p:txBody>
          </p:sp>
        </mc:Choice>
        <mc:Fallback xmlns="">
          <p:sp>
            <p:nvSpPr>
              <p:cNvPr id="55299" name="Object 7">
                <a:extLst>
                  <a:ext uri="{FF2B5EF4-FFF2-40B4-BE49-F238E27FC236}">
                    <a16:creationId xmlns:a16="http://schemas.microsoft.com/office/drawing/2014/main" id="{8215FC5E-575E-42A1-B068-74CDF450F4F7}"/>
                  </a:ext>
                </a:extLst>
              </p:cNvPr>
              <p:cNvSpPr txBox="1">
                <a:spLocks noRot="1" noChangeAspect="1" noMove="1" noResize="1" noEditPoints="1" noAdjustHandles="1" noChangeArrowheads="1" noChangeShapeType="1" noTextEdit="1"/>
              </p:cNvSpPr>
              <p:nvPr/>
            </p:nvSpPr>
            <p:spPr bwMode="auto">
              <a:xfrm>
                <a:off x="3385750" y="3292744"/>
                <a:ext cx="4240427" cy="1649413"/>
              </a:xfrm>
              <a:prstGeom prst="rect">
                <a:avLst/>
              </a:prstGeom>
              <a:blipFill>
                <a:blip r:embed="rId3"/>
                <a:stretch>
                  <a:fillRect l="-431"/>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300" name="Object 9">
                <a:extLst>
                  <a:ext uri="{FF2B5EF4-FFF2-40B4-BE49-F238E27FC236}">
                    <a16:creationId xmlns:a16="http://schemas.microsoft.com/office/drawing/2014/main" id="{E363FE1A-0F4D-4980-9F39-B954DA57CCA2}"/>
                  </a:ext>
                </a:extLst>
              </p:cNvPr>
              <p:cNvSpPr txBox="1"/>
              <p:nvPr/>
            </p:nvSpPr>
            <p:spPr bwMode="auto">
              <a:xfrm>
                <a:off x="4038599" y="2356375"/>
                <a:ext cx="4240427" cy="3841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IN" i="1" smtClean="0">
                              <a:solidFill>
                                <a:srgbClr val="0000FF"/>
                              </a:solidFill>
                              <a:latin typeface="Cambria Math" panose="02040503050406030204" pitchFamily="18" charset="0"/>
                            </a:rPr>
                          </m:ctrlPr>
                        </m:sSubPr>
                        <m:e>
                          <m:r>
                            <a:rPr lang="en-IN" i="1">
                              <a:solidFill>
                                <a:srgbClr val="0000FF"/>
                              </a:solidFill>
                              <a:latin typeface="Cambria Math" panose="02040503050406030204" pitchFamily="18" charset="0"/>
                            </a:rPr>
                            <m:t>𝑦</m:t>
                          </m:r>
                        </m:e>
                        <m:sub>
                          <m:r>
                            <a:rPr lang="en-IN" i="1">
                              <a:solidFill>
                                <a:srgbClr val="0000FF"/>
                              </a:solidFill>
                              <a:latin typeface="Cambria Math" panose="02040503050406030204" pitchFamily="18" charset="0"/>
                            </a:rPr>
                            <m:t>2</m:t>
                          </m:r>
                        </m:sub>
                      </m:sSub>
                      <m:r>
                        <a:rPr lang="en-IN" i="1">
                          <a:solidFill>
                            <a:srgbClr val="0000FF"/>
                          </a:solidFill>
                          <a:latin typeface="Cambria Math" panose="02040503050406030204" pitchFamily="18" charset="0"/>
                        </a:rPr>
                        <m:t>=</m:t>
                      </m:r>
                      <m:sSub>
                        <m:sSubPr>
                          <m:ctrlPr>
                            <a:rPr lang="en-IN" i="1">
                              <a:solidFill>
                                <a:srgbClr val="0000FF"/>
                              </a:solidFill>
                              <a:latin typeface="Cambria Math" panose="02040503050406030204" pitchFamily="18" charset="0"/>
                            </a:rPr>
                          </m:ctrlPr>
                        </m:sSubPr>
                        <m:e>
                          <m:r>
                            <a:rPr lang="en-IN" i="1">
                              <a:solidFill>
                                <a:srgbClr val="0000FF"/>
                              </a:solidFill>
                              <a:latin typeface="Cambria Math" panose="02040503050406030204" pitchFamily="18" charset="0"/>
                            </a:rPr>
                            <m:t>𝑦</m:t>
                          </m:r>
                        </m:e>
                        <m:sub>
                          <m:r>
                            <a:rPr lang="en-IN" i="1">
                              <a:solidFill>
                                <a:srgbClr val="0000FF"/>
                              </a:solidFill>
                              <a:latin typeface="Cambria Math" panose="02040503050406030204" pitchFamily="18" charset="0"/>
                            </a:rPr>
                            <m:t>1</m:t>
                          </m:r>
                        </m:sub>
                      </m:sSub>
                      <m:r>
                        <a:rPr lang="en-IN" i="1">
                          <a:solidFill>
                            <a:srgbClr val="0000FF"/>
                          </a:solidFill>
                          <a:latin typeface="Cambria Math" panose="02040503050406030204" pitchFamily="18" charset="0"/>
                        </a:rPr>
                        <m:t>+</m:t>
                      </m:r>
                      <m:r>
                        <a:rPr lang="en-IN" i="1">
                          <a:solidFill>
                            <a:srgbClr val="0000FF"/>
                          </a:solidFill>
                          <a:latin typeface="Cambria Math" panose="02040503050406030204" pitchFamily="18" charset="0"/>
                        </a:rPr>
                        <m:t>𝑓</m:t>
                      </m:r>
                      <m:d>
                        <m:dPr>
                          <m:ctrlPr>
                            <a:rPr lang="en-IN" i="1">
                              <a:solidFill>
                                <a:srgbClr val="0000FF"/>
                              </a:solidFill>
                              <a:latin typeface="Cambria Math" panose="02040503050406030204" pitchFamily="18" charset="0"/>
                            </a:rPr>
                          </m:ctrlPr>
                        </m:dPr>
                        <m:e>
                          <m:sSub>
                            <m:sSubPr>
                              <m:ctrlPr>
                                <a:rPr lang="en-IN" i="1">
                                  <a:solidFill>
                                    <a:srgbClr val="0000FF"/>
                                  </a:solidFill>
                                  <a:latin typeface="Cambria Math" panose="02040503050406030204" pitchFamily="18" charset="0"/>
                                </a:rPr>
                              </m:ctrlPr>
                            </m:sSubPr>
                            <m:e>
                              <m:r>
                                <a:rPr lang="en-IN" i="1">
                                  <a:solidFill>
                                    <a:srgbClr val="0000FF"/>
                                  </a:solidFill>
                                  <a:latin typeface="Cambria Math" panose="02040503050406030204" pitchFamily="18" charset="0"/>
                                </a:rPr>
                                <m:t>𝑡</m:t>
                              </m:r>
                            </m:e>
                            <m:sub>
                              <m:r>
                                <a:rPr lang="en-IN" i="1">
                                  <a:solidFill>
                                    <a:srgbClr val="0000FF"/>
                                  </a:solidFill>
                                  <a:latin typeface="Cambria Math" panose="02040503050406030204" pitchFamily="18" charset="0"/>
                                </a:rPr>
                                <m:t>1</m:t>
                              </m:r>
                            </m:sub>
                          </m:sSub>
                          <m:r>
                            <a:rPr lang="en-IN" i="1">
                              <a:solidFill>
                                <a:srgbClr val="0000FF"/>
                              </a:solidFill>
                              <a:latin typeface="Cambria Math" panose="02040503050406030204" pitchFamily="18" charset="0"/>
                            </a:rPr>
                            <m:t>,</m:t>
                          </m:r>
                          <m:sSub>
                            <m:sSubPr>
                              <m:ctrlPr>
                                <a:rPr lang="en-IN" i="1">
                                  <a:solidFill>
                                    <a:srgbClr val="0000FF"/>
                                  </a:solidFill>
                                  <a:latin typeface="Cambria Math" panose="02040503050406030204" pitchFamily="18" charset="0"/>
                                </a:rPr>
                              </m:ctrlPr>
                            </m:sSubPr>
                            <m:e>
                              <m:r>
                                <a:rPr lang="en-IN" i="1">
                                  <a:solidFill>
                                    <a:srgbClr val="0000FF"/>
                                  </a:solidFill>
                                  <a:latin typeface="Cambria Math" panose="02040503050406030204" pitchFamily="18" charset="0"/>
                                </a:rPr>
                                <m:t>𝑦</m:t>
                              </m:r>
                            </m:e>
                            <m:sub>
                              <m:r>
                                <a:rPr lang="en-IN" i="1">
                                  <a:solidFill>
                                    <a:srgbClr val="0000FF"/>
                                  </a:solidFill>
                                  <a:latin typeface="Cambria Math" panose="02040503050406030204" pitchFamily="18" charset="0"/>
                                </a:rPr>
                                <m:t>1</m:t>
                              </m:r>
                            </m:sub>
                          </m:sSub>
                        </m:e>
                      </m:d>
                      <m:d>
                        <m:dPr>
                          <m:ctrlPr>
                            <a:rPr lang="en-IN" i="1">
                              <a:solidFill>
                                <a:srgbClr val="0000FF"/>
                              </a:solidFill>
                              <a:latin typeface="Cambria Math" panose="02040503050406030204" pitchFamily="18" charset="0"/>
                            </a:rPr>
                          </m:ctrlPr>
                        </m:dPr>
                        <m:e>
                          <m:sSub>
                            <m:sSubPr>
                              <m:ctrlPr>
                                <a:rPr lang="en-IN" i="1">
                                  <a:solidFill>
                                    <a:srgbClr val="0000FF"/>
                                  </a:solidFill>
                                  <a:latin typeface="Cambria Math" panose="02040503050406030204" pitchFamily="18" charset="0"/>
                                </a:rPr>
                              </m:ctrlPr>
                            </m:sSubPr>
                            <m:e>
                              <m:r>
                                <a:rPr lang="en-IN" i="1">
                                  <a:solidFill>
                                    <a:srgbClr val="0000FF"/>
                                  </a:solidFill>
                                  <a:latin typeface="Cambria Math" panose="02040503050406030204" pitchFamily="18" charset="0"/>
                                </a:rPr>
                                <m:t>𝑡</m:t>
                              </m:r>
                            </m:e>
                            <m:sub>
                              <m:r>
                                <a:rPr lang="en-IN" i="1">
                                  <a:solidFill>
                                    <a:srgbClr val="0000FF"/>
                                  </a:solidFill>
                                  <a:latin typeface="Cambria Math" panose="02040503050406030204" pitchFamily="18" charset="0"/>
                                </a:rPr>
                                <m:t>2</m:t>
                              </m:r>
                            </m:sub>
                          </m:sSub>
                          <m:r>
                            <a:rPr lang="en-IN" i="1">
                              <a:solidFill>
                                <a:srgbClr val="0000FF"/>
                              </a:solidFill>
                              <a:latin typeface="Cambria Math" panose="02040503050406030204" pitchFamily="18" charset="0"/>
                            </a:rPr>
                            <m:t>−</m:t>
                          </m:r>
                          <m:sSub>
                            <m:sSubPr>
                              <m:ctrlPr>
                                <a:rPr lang="en-IN" i="1">
                                  <a:solidFill>
                                    <a:srgbClr val="0000FF"/>
                                  </a:solidFill>
                                  <a:latin typeface="Cambria Math" panose="02040503050406030204" pitchFamily="18" charset="0"/>
                                </a:rPr>
                              </m:ctrlPr>
                            </m:sSubPr>
                            <m:e>
                              <m:r>
                                <a:rPr lang="en-IN" i="1">
                                  <a:solidFill>
                                    <a:srgbClr val="0000FF"/>
                                  </a:solidFill>
                                  <a:latin typeface="Cambria Math" panose="02040503050406030204" pitchFamily="18" charset="0"/>
                                </a:rPr>
                                <m:t>𝑡</m:t>
                              </m:r>
                            </m:e>
                            <m:sub>
                              <m:r>
                                <a:rPr lang="en-IN" i="1">
                                  <a:solidFill>
                                    <a:srgbClr val="0000FF"/>
                                  </a:solidFill>
                                  <a:latin typeface="Cambria Math" panose="02040503050406030204" pitchFamily="18" charset="0"/>
                                </a:rPr>
                                <m:t>1</m:t>
                              </m:r>
                            </m:sub>
                          </m:sSub>
                        </m:e>
                      </m:d>
                    </m:oMath>
                  </m:oMathPara>
                </a14:m>
                <a:endParaRPr lang="en-IN">
                  <a:solidFill>
                    <a:srgbClr val="0000FF"/>
                  </a:solidFill>
                </a:endParaRPr>
              </a:p>
            </p:txBody>
          </p:sp>
        </mc:Choice>
        <mc:Fallback xmlns="">
          <p:sp>
            <p:nvSpPr>
              <p:cNvPr id="55300" name="Object 9">
                <a:extLst>
                  <a:ext uri="{FF2B5EF4-FFF2-40B4-BE49-F238E27FC236}">
                    <a16:creationId xmlns:a16="http://schemas.microsoft.com/office/drawing/2014/main" id="{E363FE1A-0F4D-4980-9F39-B954DA57CCA2}"/>
                  </a:ext>
                </a:extLst>
              </p:cNvPr>
              <p:cNvSpPr txBox="1">
                <a:spLocks noRot="1" noChangeAspect="1" noMove="1" noResize="1" noEditPoints="1" noAdjustHandles="1" noChangeArrowheads="1" noChangeShapeType="1" noTextEdit="1"/>
              </p:cNvSpPr>
              <p:nvPr/>
            </p:nvSpPr>
            <p:spPr bwMode="auto">
              <a:xfrm>
                <a:off x="4038599" y="2356375"/>
                <a:ext cx="4240427" cy="384175"/>
              </a:xfrm>
              <a:prstGeom prst="rect">
                <a:avLst/>
              </a:prstGeom>
              <a:blipFill>
                <a:blip r:embed="rId4"/>
                <a:stretch>
                  <a:fillRect b="-7937"/>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301" name="Object 11">
                <a:extLst>
                  <a:ext uri="{FF2B5EF4-FFF2-40B4-BE49-F238E27FC236}">
                    <a16:creationId xmlns:a16="http://schemas.microsoft.com/office/drawing/2014/main" id="{4465FCF6-D5EF-45CD-9FD8-A4892F6CC87B}"/>
                  </a:ext>
                </a:extLst>
              </p:cNvPr>
              <p:cNvSpPr txBox="1"/>
              <p:nvPr/>
            </p:nvSpPr>
            <p:spPr bwMode="auto">
              <a:xfrm>
                <a:off x="4697626" y="5866318"/>
                <a:ext cx="3581400" cy="457200"/>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ormAutofit/>
              </a:bodyPr>
              <a:lstStyle/>
              <a:p>
                <a:pPr/>
                <a14:m>
                  <m:oMathPara xmlns:m="http://schemas.openxmlformats.org/officeDocument/2006/math">
                    <m:oMathParaPr>
                      <m:jc m:val="left"/>
                    </m:oMathParaPr>
                    <m:oMath xmlns:m="http://schemas.openxmlformats.org/officeDocument/2006/math">
                      <m:sSub>
                        <m:sSubPr>
                          <m:ctrlPr>
                            <a:rPr lang="en-IN" sz="2000" i="1" smtClean="0">
                              <a:solidFill>
                                <a:srgbClr val="0000FF"/>
                              </a:solidFill>
                              <a:latin typeface="Cambria Math" panose="02040503050406030204" pitchFamily="18" charset="0"/>
                            </a:rPr>
                          </m:ctrlPr>
                        </m:sSubPr>
                        <m:e>
                          <m:r>
                            <a:rPr lang="en-IN" sz="2000" i="1">
                              <a:solidFill>
                                <a:srgbClr val="0000FF"/>
                              </a:solidFill>
                              <a:latin typeface="Cambria Math" panose="02040503050406030204" pitchFamily="18" charset="0"/>
                            </a:rPr>
                            <m:t>𝑦</m:t>
                          </m:r>
                        </m:e>
                        <m:sub>
                          <m:r>
                            <a:rPr lang="en-IN" sz="2000" i="1">
                              <a:solidFill>
                                <a:srgbClr val="0000FF"/>
                              </a:solidFill>
                              <a:latin typeface="Cambria Math" panose="02040503050406030204" pitchFamily="18" charset="0"/>
                            </a:rPr>
                            <m:t>𝑛</m:t>
                          </m:r>
                          <m:r>
                            <a:rPr lang="en-IN" sz="2000" i="1">
                              <a:solidFill>
                                <a:srgbClr val="0000FF"/>
                              </a:solidFill>
                              <a:latin typeface="Cambria Math" panose="02040503050406030204" pitchFamily="18" charset="0"/>
                            </a:rPr>
                            <m:t>+1</m:t>
                          </m:r>
                        </m:sub>
                      </m:sSub>
                      <m:r>
                        <a:rPr lang="en-IN" sz="2000" i="1">
                          <a:solidFill>
                            <a:srgbClr val="0000FF"/>
                          </a:solidFill>
                          <a:latin typeface="Cambria Math" panose="02040503050406030204" pitchFamily="18" charset="0"/>
                        </a:rPr>
                        <m:t>=</m:t>
                      </m:r>
                      <m:sSub>
                        <m:sSubPr>
                          <m:ctrlPr>
                            <a:rPr lang="en-IN" sz="2000" i="1">
                              <a:solidFill>
                                <a:srgbClr val="0000FF"/>
                              </a:solidFill>
                              <a:latin typeface="Cambria Math" panose="02040503050406030204" pitchFamily="18" charset="0"/>
                            </a:rPr>
                          </m:ctrlPr>
                        </m:sSubPr>
                        <m:e>
                          <m:r>
                            <a:rPr lang="en-IN" sz="2000" i="1">
                              <a:solidFill>
                                <a:srgbClr val="0000FF"/>
                              </a:solidFill>
                              <a:latin typeface="Cambria Math" panose="02040503050406030204" pitchFamily="18" charset="0"/>
                            </a:rPr>
                            <m:t>𝑦</m:t>
                          </m:r>
                        </m:e>
                        <m:sub>
                          <m:r>
                            <a:rPr lang="en-IN" sz="2000" i="1">
                              <a:solidFill>
                                <a:srgbClr val="0000FF"/>
                              </a:solidFill>
                              <a:latin typeface="Cambria Math" panose="02040503050406030204" pitchFamily="18" charset="0"/>
                            </a:rPr>
                            <m:t>𝑛</m:t>
                          </m:r>
                        </m:sub>
                      </m:sSub>
                      <m:r>
                        <a:rPr lang="en-IN" sz="2000" i="1">
                          <a:solidFill>
                            <a:srgbClr val="0000FF"/>
                          </a:solidFill>
                          <a:latin typeface="Cambria Math" panose="02040503050406030204" pitchFamily="18" charset="0"/>
                        </a:rPr>
                        <m:t>+</m:t>
                      </m:r>
                      <m:sSub>
                        <m:sSubPr>
                          <m:ctrlPr>
                            <a:rPr lang="en-IN" sz="2000" i="1">
                              <a:solidFill>
                                <a:srgbClr val="0000FF"/>
                              </a:solidFill>
                              <a:latin typeface="Cambria Math" panose="02040503050406030204" pitchFamily="18" charset="0"/>
                            </a:rPr>
                          </m:ctrlPr>
                        </m:sSubPr>
                        <m:e>
                          <m:r>
                            <a:rPr lang="en-IN" sz="2000" i="1">
                              <a:solidFill>
                                <a:srgbClr val="0000FF"/>
                              </a:solidFill>
                              <a:latin typeface="Cambria Math" panose="02040503050406030204" pitchFamily="18" charset="0"/>
                            </a:rPr>
                            <m:t>𝑓</m:t>
                          </m:r>
                        </m:e>
                        <m:sub>
                          <m:r>
                            <a:rPr lang="en-IN" sz="2000" i="1">
                              <a:solidFill>
                                <a:srgbClr val="0000FF"/>
                              </a:solidFill>
                              <a:latin typeface="Cambria Math" panose="02040503050406030204" pitchFamily="18" charset="0"/>
                            </a:rPr>
                            <m:t>𝑛</m:t>
                          </m:r>
                        </m:sub>
                      </m:sSub>
                      <m:r>
                        <a:rPr lang="en-IN" sz="2000" i="1">
                          <a:solidFill>
                            <a:srgbClr val="0000FF"/>
                          </a:solidFill>
                          <a:latin typeface="Cambria Math" panose="02040503050406030204" pitchFamily="18" charset="0"/>
                        </a:rPr>
                        <m:t>h</m:t>
                      </m:r>
                      <m:r>
                        <a:rPr lang="en-IN" sz="2000" i="1">
                          <a:solidFill>
                            <a:srgbClr val="0000FF"/>
                          </a:solidFill>
                          <a:latin typeface="Cambria Math" panose="02040503050406030204" pitchFamily="18" charset="0"/>
                        </a:rPr>
                        <m:t>,</m:t>
                      </m:r>
                      <m:r>
                        <a:rPr lang="en-IN" sz="2000" i="1">
                          <a:solidFill>
                            <a:srgbClr val="0000FF"/>
                          </a:solidFill>
                          <a:latin typeface="Cambria Math" panose="02040503050406030204" pitchFamily="18" charset="0"/>
                        </a:rPr>
                        <m:t>𝑛</m:t>
                      </m:r>
                      <m:r>
                        <a:rPr lang="en-IN" sz="2000" i="1">
                          <a:solidFill>
                            <a:srgbClr val="0000FF"/>
                          </a:solidFill>
                          <a:latin typeface="Cambria Math" panose="02040503050406030204" pitchFamily="18" charset="0"/>
                        </a:rPr>
                        <m:t>=0,1,2,…</m:t>
                      </m:r>
                    </m:oMath>
                  </m:oMathPara>
                </a14:m>
                <a:endParaRPr lang="en-IN" sz="2000" dirty="0">
                  <a:solidFill>
                    <a:srgbClr val="0000FF"/>
                  </a:solidFill>
                </a:endParaRPr>
              </a:p>
            </p:txBody>
          </p:sp>
        </mc:Choice>
        <mc:Fallback xmlns="">
          <p:sp>
            <p:nvSpPr>
              <p:cNvPr id="55301" name="Object 11">
                <a:extLst>
                  <a:ext uri="{FF2B5EF4-FFF2-40B4-BE49-F238E27FC236}">
                    <a16:creationId xmlns:a16="http://schemas.microsoft.com/office/drawing/2014/main" id="{4465FCF6-D5EF-45CD-9FD8-A4892F6CC87B}"/>
                  </a:ext>
                </a:extLst>
              </p:cNvPr>
              <p:cNvSpPr txBox="1">
                <a:spLocks noRot="1" noChangeAspect="1" noMove="1" noResize="1" noEditPoints="1" noAdjustHandles="1" noChangeArrowheads="1" noChangeShapeType="1" noTextEdit="1"/>
              </p:cNvSpPr>
              <p:nvPr/>
            </p:nvSpPr>
            <p:spPr bwMode="auto">
              <a:xfrm>
                <a:off x="4697626" y="5866318"/>
                <a:ext cx="3581400" cy="457200"/>
              </a:xfrm>
              <a:prstGeom prst="rect">
                <a:avLst/>
              </a:prstGeom>
              <a:blipFill>
                <a:blip r:embed="rId5"/>
                <a:stretch>
                  <a:fillRect/>
                </a:stretch>
              </a:blipFill>
              <a:ln>
                <a:noFill/>
              </a:ln>
            </p:spPr>
            <p:txBody>
              <a:bodyPr/>
              <a:lstStyle/>
              <a:p>
                <a:r>
                  <a:rPr lang="en-IN">
                    <a:noFill/>
                  </a:rPr>
                  <a:t> </a:t>
                </a:r>
              </a:p>
            </p:txBody>
          </p:sp>
        </mc:Fallback>
      </mc:AlternateContent>
      <p:sp>
        <p:nvSpPr>
          <p:cNvPr id="55302" name="Rectangle 2">
            <a:extLst>
              <a:ext uri="{FF2B5EF4-FFF2-40B4-BE49-F238E27FC236}">
                <a16:creationId xmlns:a16="http://schemas.microsoft.com/office/drawing/2014/main" id="{6384F58B-23BE-495E-9144-0E2FD07D5CF3}"/>
              </a:ext>
            </a:extLst>
          </p:cNvPr>
          <p:cNvSpPr>
            <a:spLocks noGrp="1" noChangeArrowheads="1"/>
          </p:cNvSpPr>
          <p:nvPr>
            <p:ph type="title"/>
          </p:nvPr>
        </p:nvSpPr>
        <p:spPr>
          <a:xfrm>
            <a:off x="2152650" y="125414"/>
            <a:ext cx="7886700" cy="708454"/>
          </a:xfrm>
          <a:solidFill>
            <a:schemeClr val="bg1"/>
          </a:solidFill>
        </p:spPr>
        <p:txBody>
          <a:bodyPr>
            <a:normAutofit fontScale="90000"/>
          </a:bodyPr>
          <a:lstStyle/>
          <a:p>
            <a:r>
              <a:rPr lang="en-US" altLang="en-US" sz="3200" b="1" dirty="0">
                <a:solidFill>
                  <a:srgbClr val="2125D7"/>
                </a:solidFill>
                <a:latin typeface="Cambria" panose="02040503050406030204" pitchFamily="18" charset="0"/>
                <a:ea typeface="Cambria" panose="02040503050406030204" pitchFamily="18" charset="0"/>
              </a:rPr>
              <a:t>Euler’s Method: Tangent Line Approximation</a:t>
            </a:r>
          </a:p>
        </p:txBody>
      </p:sp>
    </p:spTree>
    <p:extLst>
      <p:ext uri="{BB962C8B-B14F-4D97-AF65-F5344CB8AC3E}">
        <p14:creationId xmlns:p14="http://schemas.microsoft.com/office/powerpoint/2010/main" val="4148297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EB0034-D30D-0D88-F1A0-3FD4160414BA}"/>
              </a:ext>
            </a:extLst>
          </p:cNvPr>
          <p:cNvSpPr txBox="1"/>
          <p:nvPr/>
        </p:nvSpPr>
        <p:spPr>
          <a:xfrm>
            <a:off x="3047189" y="1720840"/>
            <a:ext cx="6094378" cy="3416320"/>
          </a:xfrm>
          <a:prstGeom prst="rect">
            <a:avLst/>
          </a:prstGeom>
          <a:noFill/>
        </p:spPr>
        <p:txBody>
          <a:bodyPr wrap="square">
            <a:spAutoFit/>
          </a:bodyPr>
          <a:lstStyle/>
          <a:p>
            <a:r>
              <a:rPr lang="en-IN" dirty="0"/>
              <a:t>Inputs: </a:t>
            </a:r>
            <a:r>
              <a:rPr lang="en-IN" dirty="0">
                <a:solidFill>
                  <a:srgbClr val="0000FF"/>
                </a:solidFill>
              </a:rPr>
              <a:t>a, b, </a:t>
            </a:r>
            <a:r>
              <a:rPr lang="en-IN" dirty="0"/>
              <a:t>u0, t0, </a:t>
            </a:r>
            <a:r>
              <a:rPr lang="en-IN" dirty="0" err="1"/>
              <a:t>tf</a:t>
            </a:r>
            <a:r>
              <a:rPr lang="en-IN" dirty="0"/>
              <a:t>, dt  // Initial conditions and step size</a:t>
            </a:r>
          </a:p>
          <a:p>
            <a:r>
              <a:rPr lang="en-IN" dirty="0"/>
              <a:t>N = (</a:t>
            </a:r>
            <a:r>
              <a:rPr lang="en-IN" dirty="0" err="1"/>
              <a:t>tf</a:t>
            </a:r>
            <a:r>
              <a:rPr lang="en-IN" dirty="0"/>
              <a:t> - t0) / dt            // Number of time steps</a:t>
            </a:r>
          </a:p>
          <a:p>
            <a:r>
              <a:rPr lang="en-IN" dirty="0"/>
              <a:t>t = t0</a:t>
            </a:r>
          </a:p>
          <a:p>
            <a:r>
              <a:rPr lang="en-IN" dirty="0"/>
              <a:t>u = u0</a:t>
            </a:r>
          </a:p>
          <a:p>
            <a:endParaRPr lang="en-IN" dirty="0"/>
          </a:p>
          <a:p>
            <a:r>
              <a:rPr lang="en-IN" dirty="0"/>
              <a:t>For </a:t>
            </a:r>
            <a:r>
              <a:rPr lang="en-IN" dirty="0" err="1"/>
              <a:t>i</a:t>
            </a:r>
            <a:r>
              <a:rPr lang="en-IN" dirty="0"/>
              <a:t> = 1 to N:</a:t>
            </a:r>
          </a:p>
          <a:p>
            <a:r>
              <a:rPr lang="en-IN" dirty="0">
                <a:solidFill>
                  <a:srgbClr val="0000FF"/>
                </a:solidFill>
              </a:rPr>
              <a:t>    </a:t>
            </a:r>
            <a:r>
              <a:rPr lang="en-IN" dirty="0" err="1">
                <a:solidFill>
                  <a:srgbClr val="0000FF"/>
                </a:solidFill>
              </a:rPr>
              <a:t>udot</a:t>
            </a:r>
            <a:r>
              <a:rPr lang="en-IN" dirty="0">
                <a:solidFill>
                  <a:srgbClr val="0000FF"/>
                </a:solidFill>
              </a:rPr>
              <a:t> = a - b * u          // Compute derivative</a:t>
            </a:r>
          </a:p>
          <a:p>
            <a:r>
              <a:rPr lang="en-IN" dirty="0">
                <a:solidFill>
                  <a:srgbClr val="0000FF"/>
                </a:solidFill>
              </a:rPr>
              <a:t>    u = u + </a:t>
            </a:r>
            <a:r>
              <a:rPr lang="en-IN" dirty="0" err="1">
                <a:solidFill>
                  <a:srgbClr val="0000FF"/>
                </a:solidFill>
              </a:rPr>
              <a:t>udot</a:t>
            </a:r>
            <a:r>
              <a:rPr lang="en-IN" dirty="0">
                <a:solidFill>
                  <a:srgbClr val="0000FF"/>
                </a:solidFill>
              </a:rPr>
              <a:t> * dt         // Euler update step</a:t>
            </a:r>
          </a:p>
          <a:p>
            <a:r>
              <a:rPr lang="en-IN" dirty="0"/>
              <a:t>    t = t + dt                // Update time</a:t>
            </a:r>
          </a:p>
          <a:p>
            <a:r>
              <a:rPr lang="en-IN" dirty="0"/>
              <a:t>    Print t, u                // Output time and state</a:t>
            </a:r>
          </a:p>
          <a:p>
            <a:endParaRPr lang="en-IN" dirty="0"/>
          </a:p>
          <a:p>
            <a:r>
              <a:rPr lang="en-IN" dirty="0"/>
              <a:t>End For</a:t>
            </a:r>
          </a:p>
        </p:txBody>
      </p:sp>
      <p:sp>
        <p:nvSpPr>
          <p:cNvPr id="2" name="Rectangle 2">
            <a:extLst>
              <a:ext uri="{FF2B5EF4-FFF2-40B4-BE49-F238E27FC236}">
                <a16:creationId xmlns:a16="http://schemas.microsoft.com/office/drawing/2014/main" id="{11013246-39BC-652E-AD99-C200356C03DA}"/>
              </a:ext>
            </a:extLst>
          </p:cNvPr>
          <p:cNvSpPr txBox="1">
            <a:spLocks noChangeArrowheads="1"/>
          </p:cNvSpPr>
          <p:nvPr/>
        </p:nvSpPr>
        <p:spPr>
          <a:xfrm>
            <a:off x="459947" y="83296"/>
            <a:ext cx="10974171" cy="678024"/>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en-US" sz="3200" b="1" dirty="0">
                <a:solidFill>
                  <a:srgbClr val="FF0000"/>
                </a:solidFill>
                <a:latin typeface="Cambria" panose="02040503050406030204" pitchFamily="18" charset="0"/>
                <a:ea typeface="Cambria" panose="02040503050406030204" pitchFamily="18" charset="0"/>
              </a:rPr>
              <a:t>Euler Method: Model 1 (pseudo code)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7E17511-5710-FE1A-3EDB-A63145424216}"/>
                  </a:ext>
                </a:extLst>
              </p:cNvPr>
              <p:cNvSpPr txBox="1"/>
              <p:nvPr/>
            </p:nvSpPr>
            <p:spPr>
              <a:xfrm>
                <a:off x="753113" y="978123"/>
                <a:ext cx="2064924" cy="52591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𝑑𝑢</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𝑢</m:t>
                          </m:r>
                        </m:e>
                      </m:d>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𝑏𝑢</m:t>
                      </m:r>
                    </m:oMath>
                  </m:oMathPara>
                </a14:m>
                <a:endParaRPr lang="en-IN" dirty="0"/>
              </a:p>
            </p:txBody>
          </p:sp>
        </mc:Choice>
        <mc:Fallback xmlns="">
          <p:sp>
            <p:nvSpPr>
              <p:cNvPr id="4" name="TextBox 3">
                <a:extLst>
                  <a:ext uri="{FF2B5EF4-FFF2-40B4-BE49-F238E27FC236}">
                    <a16:creationId xmlns:a16="http://schemas.microsoft.com/office/drawing/2014/main" id="{E7E17511-5710-FE1A-3EDB-A63145424216}"/>
                  </a:ext>
                </a:extLst>
              </p:cNvPr>
              <p:cNvSpPr txBox="1">
                <a:spLocks noRot="1" noChangeAspect="1" noMove="1" noResize="1" noEditPoints="1" noAdjustHandles="1" noChangeArrowheads="1" noChangeShapeType="1" noTextEdit="1"/>
              </p:cNvSpPr>
              <p:nvPr/>
            </p:nvSpPr>
            <p:spPr>
              <a:xfrm>
                <a:off x="753113" y="978123"/>
                <a:ext cx="2064924" cy="525913"/>
              </a:xfrm>
              <a:prstGeom prst="rect">
                <a:avLst/>
              </a:prstGeo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0123611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F2173A1-817B-6226-ED9A-3325A1F6EB0C}"/>
              </a:ext>
            </a:extLst>
          </p:cNvPr>
          <p:cNvSpPr txBox="1">
            <a:spLocks noChangeArrowheads="1"/>
          </p:cNvSpPr>
          <p:nvPr/>
        </p:nvSpPr>
        <p:spPr>
          <a:xfrm>
            <a:off x="849053" y="1279797"/>
            <a:ext cx="10974171" cy="114414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en-US" sz="3200" b="1" dirty="0">
                <a:solidFill>
                  <a:srgbClr val="FF0000"/>
                </a:solidFill>
                <a:latin typeface="Cambria" panose="02040503050406030204" pitchFamily="18" charset="0"/>
                <a:ea typeface="Cambria" panose="02040503050406030204" pitchFamily="18" charset="0"/>
              </a:rPr>
              <a:t>Stability and Fixed points of dynamical systems (linear stability analysis)</a:t>
            </a:r>
          </a:p>
        </p:txBody>
      </p:sp>
    </p:spTree>
    <p:extLst>
      <p:ext uri="{BB962C8B-B14F-4D97-AF65-F5344CB8AC3E}">
        <p14:creationId xmlns:p14="http://schemas.microsoft.com/office/powerpoint/2010/main" val="1080239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BAC19C6E-1362-8D93-CD6A-1AD50E72579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Rectangle 2">
            <a:extLst>
              <a:ext uri="{FF2B5EF4-FFF2-40B4-BE49-F238E27FC236}">
                <a16:creationId xmlns:a16="http://schemas.microsoft.com/office/drawing/2014/main" id="{8EFBF971-A446-CBB4-16FA-5E2E2C5903F0}"/>
              </a:ext>
            </a:extLst>
          </p:cNvPr>
          <p:cNvSpPr txBox="1">
            <a:spLocks noChangeArrowheads="1"/>
          </p:cNvSpPr>
          <p:nvPr/>
        </p:nvSpPr>
        <p:spPr>
          <a:xfrm>
            <a:off x="459947" y="83295"/>
            <a:ext cx="10974171" cy="114414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en-US" sz="3200" b="1" dirty="0">
                <a:solidFill>
                  <a:srgbClr val="FF0000"/>
                </a:solidFill>
                <a:latin typeface="Cambria" panose="02040503050406030204" pitchFamily="18" charset="0"/>
                <a:ea typeface="Cambria" panose="02040503050406030204" pitchFamily="18" charset="0"/>
              </a:rPr>
              <a:t>Stability and Fixed points of dynamical systems (linear stability analysis)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0375ED0-2931-273A-0533-CD920EEDFFC2}"/>
                  </a:ext>
                </a:extLst>
              </p:cNvPr>
              <p:cNvSpPr txBox="1"/>
              <p:nvPr/>
            </p:nvSpPr>
            <p:spPr>
              <a:xfrm>
                <a:off x="1296956" y="1426621"/>
                <a:ext cx="1142429" cy="369332"/>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rgbClr val="0000FF"/>
                              </a:solidFill>
                              <a:latin typeface="Cambria Math" panose="02040503050406030204" pitchFamily="18" charset="0"/>
                            </a:rPr>
                          </m:ctrlPr>
                        </m:accPr>
                        <m:e>
                          <m:r>
                            <a:rPr lang="en-US" b="0" i="1" smtClean="0">
                              <a:solidFill>
                                <a:srgbClr val="0000FF"/>
                              </a:solidFill>
                              <a:latin typeface="Cambria Math" panose="02040503050406030204" pitchFamily="18" charset="0"/>
                            </a:rPr>
                            <m:t>𝑢</m:t>
                          </m:r>
                        </m:e>
                      </m:acc>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𝑓</m:t>
                      </m:r>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𝑢</m:t>
                      </m:r>
                      <m:r>
                        <a:rPr lang="en-US" b="0" i="1" smtClean="0">
                          <a:solidFill>
                            <a:srgbClr val="0000FF"/>
                          </a:solidFill>
                          <a:latin typeface="Cambria Math" panose="02040503050406030204" pitchFamily="18" charset="0"/>
                        </a:rPr>
                        <m:t>)</m:t>
                      </m:r>
                    </m:oMath>
                  </m:oMathPara>
                </a14:m>
                <a:endParaRPr lang="en-IN" dirty="0">
                  <a:solidFill>
                    <a:srgbClr val="0000FF"/>
                  </a:solidFill>
                </a:endParaRPr>
              </a:p>
            </p:txBody>
          </p:sp>
        </mc:Choice>
        <mc:Fallback xmlns="">
          <p:sp>
            <p:nvSpPr>
              <p:cNvPr id="3" name="TextBox 2">
                <a:extLst>
                  <a:ext uri="{FF2B5EF4-FFF2-40B4-BE49-F238E27FC236}">
                    <a16:creationId xmlns:a16="http://schemas.microsoft.com/office/drawing/2014/main" id="{00375ED0-2931-273A-0533-CD920EEDFFC2}"/>
                  </a:ext>
                </a:extLst>
              </p:cNvPr>
              <p:cNvSpPr txBox="1">
                <a:spLocks noRot="1" noChangeAspect="1" noMove="1" noResize="1" noEditPoints="1" noAdjustHandles="1" noChangeArrowheads="1" noChangeShapeType="1" noTextEdit="1"/>
              </p:cNvSpPr>
              <p:nvPr/>
            </p:nvSpPr>
            <p:spPr>
              <a:xfrm>
                <a:off x="1296956" y="1426621"/>
                <a:ext cx="1142429" cy="369332"/>
              </a:xfrm>
              <a:prstGeom prst="rect">
                <a:avLst/>
              </a:prstGeom>
              <a:blipFill>
                <a:blip r:embed="rId3"/>
                <a:stretch>
                  <a:fillRect b="-13115"/>
                </a:stretch>
              </a:blipFill>
            </p:spPr>
            <p:txBody>
              <a:bodyPr/>
              <a:lstStyle/>
              <a:p>
                <a:r>
                  <a:rPr lang="en-IN">
                    <a:noFill/>
                  </a:rPr>
                  <a:t> </a:t>
                </a:r>
              </a:p>
            </p:txBody>
          </p:sp>
        </mc:Fallback>
      </mc:AlternateContent>
      <p:sp>
        <p:nvSpPr>
          <p:cNvPr id="10" name="TextBox 9">
            <a:extLst>
              <a:ext uri="{FF2B5EF4-FFF2-40B4-BE49-F238E27FC236}">
                <a16:creationId xmlns:a16="http://schemas.microsoft.com/office/drawing/2014/main" id="{E96CCC49-B91A-899A-B10B-347705CDA2C9}"/>
              </a:ext>
            </a:extLst>
          </p:cNvPr>
          <p:cNvSpPr txBox="1"/>
          <p:nvPr/>
        </p:nvSpPr>
        <p:spPr>
          <a:xfrm>
            <a:off x="2967135" y="1467361"/>
            <a:ext cx="3703771" cy="369332"/>
          </a:xfrm>
          <a:prstGeom prst="rect">
            <a:avLst/>
          </a:prstGeom>
          <a:solidFill>
            <a:schemeClr val="bg1"/>
          </a:solidFill>
        </p:spPr>
        <p:txBody>
          <a:bodyPr wrap="none" rtlCol="0">
            <a:spAutoFit/>
          </a:bodyPr>
          <a:lstStyle/>
          <a:p>
            <a:r>
              <a:rPr lang="en-US" dirty="0">
                <a:latin typeface="Cambria" panose="02040503050406030204" pitchFamily="18" charset="0"/>
                <a:ea typeface="Cambria" panose="02040503050406030204" pitchFamily="18" charset="0"/>
              </a:rPr>
              <a:t>Perturbing around the fixed points: </a:t>
            </a:r>
            <a:endParaRPr lang="en-IN" dirty="0">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3E5D14E-247C-6FBA-44DB-E60BE9615E42}"/>
                  </a:ext>
                </a:extLst>
              </p:cNvPr>
              <p:cNvSpPr txBox="1"/>
              <p:nvPr/>
            </p:nvSpPr>
            <p:spPr>
              <a:xfrm>
                <a:off x="2967135" y="2022419"/>
                <a:ext cx="6576800" cy="652936"/>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rgbClr val="0000FF"/>
                              </a:solidFill>
                              <a:latin typeface="Cambria Math" panose="02040503050406030204" pitchFamily="18" charset="0"/>
                            </a:rPr>
                          </m:ctrlPr>
                        </m:accPr>
                        <m:e>
                          <m:r>
                            <a:rPr lang="en-US" b="0" i="1" smtClean="0">
                              <a:solidFill>
                                <a:srgbClr val="0000FF"/>
                              </a:solidFill>
                              <a:latin typeface="Cambria Math" panose="02040503050406030204" pitchFamily="18" charset="0"/>
                            </a:rPr>
                            <m:t>𝑢</m:t>
                          </m:r>
                        </m:e>
                      </m:acc>
                      <m:r>
                        <a:rPr lang="en-US" b="0" i="1" smtClean="0">
                          <a:solidFill>
                            <a:srgbClr val="0000FF"/>
                          </a:solidFill>
                          <a:latin typeface="Cambria Math" panose="02040503050406030204" pitchFamily="18" charset="0"/>
                        </a:rPr>
                        <m:t>+</m:t>
                      </m:r>
                      <m:acc>
                        <m:accPr>
                          <m:chr m:val="̇"/>
                          <m:ctrlPr>
                            <a:rPr lang="en-US" i="1">
                              <a:solidFill>
                                <a:srgbClr val="0000FF"/>
                              </a:solidFill>
                              <a:latin typeface="Cambria Math" panose="02040503050406030204" pitchFamily="18" charset="0"/>
                            </a:rPr>
                          </m:ctrlPr>
                        </m:accPr>
                        <m:e>
                          <m:r>
                            <a:rPr lang="en-US" b="0" i="1" smtClean="0">
                              <a:solidFill>
                                <a:srgbClr val="0000FF"/>
                              </a:solidFill>
                              <a:latin typeface="Cambria Math" panose="02040503050406030204" pitchFamily="18" charset="0"/>
                            </a:rPr>
                            <m:t>𝜖</m:t>
                          </m:r>
                        </m:e>
                      </m:acc>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𝑓</m:t>
                      </m:r>
                      <m:d>
                        <m:dPr>
                          <m:ctrlPr>
                            <a:rPr lang="en-US" b="0" i="1" smtClean="0">
                              <a:solidFill>
                                <a:srgbClr val="0000FF"/>
                              </a:solidFill>
                              <a:latin typeface="Cambria Math" panose="02040503050406030204" pitchFamily="18" charset="0"/>
                            </a:rPr>
                          </m:ctrlPr>
                        </m:dPr>
                        <m:e>
                          <m:r>
                            <a:rPr lang="en-US" b="0" i="1" smtClean="0">
                              <a:solidFill>
                                <a:srgbClr val="0000FF"/>
                              </a:solidFill>
                              <a:latin typeface="Cambria Math" panose="02040503050406030204" pitchFamily="18" charset="0"/>
                            </a:rPr>
                            <m:t>𝑢</m:t>
                          </m:r>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𝜖</m:t>
                          </m:r>
                        </m:e>
                      </m:d>
                      <m:sSub>
                        <m:sSubPr>
                          <m:ctrlPr>
                            <a:rPr lang="en-US" b="0" i="1" smtClean="0">
                              <a:solidFill>
                                <a:srgbClr val="0000FF"/>
                              </a:solidFill>
                              <a:latin typeface="Cambria Math" panose="02040503050406030204" pitchFamily="18" charset="0"/>
                            </a:rPr>
                          </m:ctrlPr>
                        </m:sSubPr>
                        <m:e>
                          <m:d>
                            <m:dPr>
                              <m:begChr m:val=""/>
                              <m:endChr m:val="|"/>
                              <m:ctrlPr>
                                <a:rPr lang="en-US" b="0" i="1" smtClean="0">
                                  <a:solidFill>
                                    <a:srgbClr val="0000FF"/>
                                  </a:solidFill>
                                  <a:latin typeface="Cambria Math" panose="02040503050406030204" pitchFamily="18" charset="0"/>
                                </a:rPr>
                              </m:ctrlPr>
                            </m:dPr>
                            <m:e>
                              <m:r>
                                <a:rPr lang="en-IN">
                                  <a:solidFill>
                                    <a:srgbClr val="0000FF"/>
                                  </a:solidFill>
                                  <a:latin typeface="Cambria Math" panose="02040503050406030204" pitchFamily="18" charset="0"/>
                                </a:rPr>
                                <m:t>​</m:t>
                              </m:r>
                            </m:e>
                          </m:d>
                        </m:e>
                        <m:sub>
                          <m:r>
                            <a:rPr lang="en-US" b="0" i="1" smtClean="0">
                              <a:solidFill>
                                <a:srgbClr val="0000FF"/>
                              </a:solidFill>
                              <a:latin typeface="Cambria Math" panose="02040503050406030204" pitchFamily="18" charset="0"/>
                            </a:rPr>
                            <m:t>𝑢</m:t>
                          </m:r>
                          <m:r>
                            <a:rPr lang="en-US" b="0" i="1" smtClean="0">
                              <a:solidFill>
                                <a:srgbClr val="0000FF"/>
                              </a:solidFill>
                              <a:latin typeface="Cambria Math" panose="02040503050406030204" pitchFamily="18" charset="0"/>
                            </a:rPr>
                            <m:t>=</m:t>
                          </m:r>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𝑢</m:t>
                              </m:r>
                            </m:e>
                            <m:sup>
                              <m:r>
                                <a:rPr lang="en-US" b="0" i="1" smtClean="0">
                                  <a:solidFill>
                                    <a:srgbClr val="0000FF"/>
                                  </a:solidFill>
                                  <a:latin typeface="Cambria Math" panose="02040503050406030204" pitchFamily="18" charset="0"/>
                                </a:rPr>
                                <m:t>∗</m:t>
                              </m:r>
                            </m:sup>
                          </m:sSup>
                        </m:sub>
                      </m:sSub>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𝑓</m:t>
                      </m:r>
                      <m:d>
                        <m:dPr>
                          <m:ctrlPr>
                            <a:rPr lang="en-US" b="0" i="1" smtClean="0">
                              <a:solidFill>
                                <a:srgbClr val="0000FF"/>
                              </a:solidFill>
                              <a:latin typeface="Cambria Math" panose="02040503050406030204" pitchFamily="18" charset="0"/>
                            </a:rPr>
                          </m:ctrlPr>
                        </m:dPr>
                        <m:e>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𝑢</m:t>
                              </m:r>
                            </m:e>
                            <m:sup>
                              <m:r>
                                <a:rPr lang="en-US" b="0" i="1" smtClean="0">
                                  <a:solidFill>
                                    <a:srgbClr val="0000FF"/>
                                  </a:solidFill>
                                  <a:latin typeface="Cambria Math" panose="02040503050406030204" pitchFamily="18" charset="0"/>
                                </a:rPr>
                                <m:t>∗</m:t>
                              </m:r>
                            </m:sup>
                          </m:sSup>
                        </m:e>
                      </m:d>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𝜖</m:t>
                      </m:r>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𝑓</m:t>
                          </m:r>
                        </m:e>
                        <m:sup>
                          <m:r>
                            <a:rPr lang="en-US" b="0" i="1" smtClean="0">
                              <a:solidFill>
                                <a:srgbClr val="0000FF"/>
                              </a:solidFill>
                              <a:latin typeface="Cambria Math" panose="02040503050406030204" pitchFamily="18" charset="0"/>
                            </a:rPr>
                            <m:t>′</m:t>
                          </m:r>
                        </m:sup>
                      </m:sSup>
                      <m:d>
                        <m:dPr>
                          <m:ctrlPr>
                            <a:rPr lang="en-US" b="0" i="1" smtClean="0">
                              <a:solidFill>
                                <a:srgbClr val="0000FF"/>
                              </a:solidFill>
                              <a:latin typeface="Cambria Math" panose="02040503050406030204" pitchFamily="18" charset="0"/>
                            </a:rPr>
                          </m:ctrlPr>
                        </m:dPr>
                        <m:e>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𝑢</m:t>
                              </m:r>
                            </m:e>
                            <m:sup>
                              <m:r>
                                <a:rPr lang="en-US" b="0" i="1" smtClean="0">
                                  <a:solidFill>
                                    <a:srgbClr val="0000FF"/>
                                  </a:solidFill>
                                  <a:latin typeface="Cambria Math" panose="02040503050406030204" pitchFamily="18" charset="0"/>
                                </a:rPr>
                                <m:t>∗</m:t>
                              </m:r>
                            </m:sup>
                          </m:sSup>
                        </m:e>
                      </m:d>
                      <m:r>
                        <a:rPr lang="en-US" b="0" i="1" smtClean="0">
                          <a:solidFill>
                            <a:srgbClr val="0000FF"/>
                          </a:solidFill>
                          <a:latin typeface="Cambria Math" panose="02040503050406030204" pitchFamily="18" charset="0"/>
                        </a:rPr>
                        <m:t>+</m:t>
                      </m:r>
                      <m:f>
                        <m:fPr>
                          <m:ctrlPr>
                            <a:rPr lang="en-US" b="0" i="1" smtClean="0">
                              <a:solidFill>
                                <a:srgbClr val="0000FF"/>
                              </a:solidFill>
                              <a:latin typeface="Cambria Math" panose="02040503050406030204" pitchFamily="18" charset="0"/>
                            </a:rPr>
                          </m:ctrlPr>
                        </m:fPr>
                        <m:num>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𝜖</m:t>
                              </m:r>
                            </m:e>
                            <m:sup>
                              <m:r>
                                <a:rPr lang="en-US" b="0" i="1" smtClean="0">
                                  <a:solidFill>
                                    <a:srgbClr val="0000FF"/>
                                  </a:solidFill>
                                  <a:latin typeface="Cambria Math" panose="02040503050406030204" pitchFamily="18" charset="0"/>
                                </a:rPr>
                                <m:t>2</m:t>
                              </m:r>
                            </m:sup>
                          </m:sSup>
                        </m:num>
                        <m:den>
                          <m:r>
                            <a:rPr lang="en-US" b="0" i="1" smtClean="0">
                              <a:solidFill>
                                <a:srgbClr val="0000FF"/>
                              </a:solidFill>
                              <a:latin typeface="Cambria Math" panose="02040503050406030204" pitchFamily="18" charset="0"/>
                            </a:rPr>
                            <m:t>2</m:t>
                          </m:r>
                          <m:r>
                            <a:rPr lang="en-US" b="0" i="1" smtClean="0">
                              <a:solidFill>
                                <a:srgbClr val="0000FF"/>
                              </a:solidFill>
                              <a:latin typeface="Cambria Math" panose="02040503050406030204" pitchFamily="18" charset="0"/>
                            </a:rPr>
                            <m:t>!</m:t>
                          </m:r>
                        </m:den>
                      </m:f>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𝑓</m:t>
                          </m:r>
                        </m:e>
                        <m:sup>
                          <m:r>
                            <a:rPr lang="en-US" b="0" i="1" smtClean="0">
                              <a:solidFill>
                                <a:srgbClr val="0000FF"/>
                              </a:solidFill>
                              <a:latin typeface="Cambria Math" panose="02040503050406030204" pitchFamily="18" charset="0"/>
                            </a:rPr>
                            <m:t>′′</m:t>
                          </m:r>
                        </m:sup>
                      </m:sSup>
                      <m:d>
                        <m:dPr>
                          <m:ctrlPr>
                            <a:rPr lang="en-US" b="0" i="1" smtClean="0">
                              <a:solidFill>
                                <a:srgbClr val="0000FF"/>
                              </a:solidFill>
                              <a:latin typeface="Cambria Math" panose="02040503050406030204" pitchFamily="18" charset="0"/>
                            </a:rPr>
                          </m:ctrlPr>
                        </m:dPr>
                        <m:e>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𝑢</m:t>
                              </m:r>
                            </m:e>
                            <m:sup>
                              <m:r>
                                <a:rPr lang="en-US" b="0" i="1" smtClean="0">
                                  <a:solidFill>
                                    <a:srgbClr val="0000FF"/>
                                  </a:solidFill>
                                  <a:latin typeface="Cambria Math" panose="02040503050406030204" pitchFamily="18" charset="0"/>
                                </a:rPr>
                                <m:t>∗</m:t>
                              </m:r>
                            </m:sup>
                          </m:sSup>
                        </m:e>
                      </m:d>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𝑂</m:t>
                      </m:r>
                      <m:r>
                        <a:rPr lang="en-US" b="0" i="1" smtClean="0">
                          <a:solidFill>
                            <a:srgbClr val="0000FF"/>
                          </a:solidFill>
                          <a:latin typeface="Cambria Math" panose="02040503050406030204" pitchFamily="18" charset="0"/>
                        </a:rPr>
                        <m:t>(</m:t>
                      </m:r>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𝜖</m:t>
                          </m:r>
                        </m:e>
                        <m:sup>
                          <m:r>
                            <a:rPr lang="en-US" b="0" i="1" smtClean="0">
                              <a:solidFill>
                                <a:srgbClr val="0000FF"/>
                              </a:solidFill>
                              <a:latin typeface="Cambria Math" panose="02040503050406030204" pitchFamily="18" charset="0"/>
                            </a:rPr>
                            <m:t>3</m:t>
                          </m:r>
                        </m:sup>
                      </m:sSup>
                      <m:r>
                        <a:rPr lang="en-US" b="0" i="1" smtClean="0">
                          <a:solidFill>
                            <a:srgbClr val="0000FF"/>
                          </a:solidFill>
                          <a:latin typeface="Cambria Math" panose="02040503050406030204" pitchFamily="18" charset="0"/>
                        </a:rPr>
                        <m:t>)</m:t>
                      </m:r>
                    </m:oMath>
                  </m:oMathPara>
                </a14:m>
                <a:endParaRPr lang="en-IN" dirty="0">
                  <a:solidFill>
                    <a:srgbClr val="0000FF"/>
                  </a:solidFill>
                </a:endParaRPr>
              </a:p>
            </p:txBody>
          </p:sp>
        </mc:Choice>
        <mc:Fallback xmlns="">
          <p:sp>
            <p:nvSpPr>
              <p:cNvPr id="11" name="TextBox 10">
                <a:extLst>
                  <a:ext uri="{FF2B5EF4-FFF2-40B4-BE49-F238E27FC236}">
                    <a16:creationId xmlns:a16="http://schemas.microsoft.com/office/drawing/2014/main" id="{C3E5D14E-247C-6FBA-44DB-E60BE9615E42}"/>
                  </a:ext>
                </a:extLst>
              </p:cNvPr>
              <p:cNvSpPr txBox="1">
                <a:spLocks noRot="1" noChangeAspect="1" noMove="1" noResize="1" noEditPoints="1" noAdjustHandles="1" noChangeArrowheads="1" noChangeShapeType="1" noTextEdit="1"/>
              </p:cNvSpPr>
              <p:nvPr/>
            </p:nvSpPr>
            <p:spPr>
              <a:xfrm>
                <a:off x="2967135" y="2022419"/>
                <a:ext cx="6576800" cy="652936"/>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7230670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BAC19C6E-1362-8D93-CD6A-1AD50E72579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6" name="Picture 5">
            <a:extLst>
              <a:ext uri="{FF2B5EF4-FFF2-40B4-BE49-F238E27FC236}">
                <a16:creationId xmlns:a16="http://schemas.microsoft.com/office/drawing/2014/main" id="{5215093A-9FDA-37EA-7BFC-8B073AFF075F}"/>
              </a:ext>
            </a:extLst>
          </p:cNvPr>
          <p:cNvPicPr>
            <a:picLocks noChangeAspect="1"/>
          </p:cNvPicPr>
          <p:nvPr/>
        </p:nvPicPr>
        <p:blipFill rotWithShape="1">
          <a:blip r:embed="rId3"/>
          <a:srcRect t="64387"/>
          <a:stretch/>
        </p:blipFill>
        <p:spPr>
          <a:xfrm>
            <a:off x="1201698" y="5848674"/>
            <a:ext cx="9598363" cy="704103"/>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0375ED0-2931-273A-0533-CD920EEDFFC2}"/>
                  </a:ext>
                </a:extLst>
              </p:cNvPr>
              <p:cNvSpPr txBox="1"/>
              <p:nvPr/>
            </p:nvSpPr>
            <p:spPr>
              <a:xfrm>
                <a:off x="1296956" y="1426621"/>
                <a:ext cx="1142429" cy="369332"/>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rgbClr val="0000FF"/>
                              </a:solidFill>
                              <a:latin typeface="Cambria Math" panose="02040503050406030204" pitchFamily="18" charset="0"/>
                            </a:rPr>
                          </m:ctrlPr>
                        </m:accPr>
                        <m:e>
                          <m:r>
                            <a:rPr lang="en-US" b="0" i="1" smtClean="0">
                              <a:solidFill>
                                <a:srgbClr val="0000FF"/>
                              </a:solidFill>
                              <a:latin typeface="Cambria Math" panose="02040503050406030204" pitchFamily="18" charset="0"/>
                            </a:rPr>
                            <m:t>𝑢</m:t>
                          </m:r>
                        </m:e>
                      </m:acc>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𝑓</m:t>
                      </m:r>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𝑢</m:t>
                      </m:r>
                      <m:r>
                        <a:rPr lang="en-US" b="0" i="1" smtClean="0">
                          <a:solidFill>
                            <a:srgbClr val="0000FF"/>
                          </a:solidFill>
                          <a:latin typeface="Cambria Math" panose="02040503050406030204" pitchFamily="18" charset="0"/>
                        </a:rPr>
                        <m:t>)</m:t>
                      </m:r>
                    </m:oMath>
                  </m:oMathPara>
                </a14:m>
                <a:endParaRPr lang="en-IN" dirty="0">
                  <a:solidFill>
                    <a:srgbClr val="0000FF"/>
                  </a:solidFill>
                </a:endParaRPr>
              </a:p>
            </p:txBody>
          </p:sp>
        </mc:Choice>
        <mc:Fallback xmlns="">
          <p:sp>
            <p:nvSpPr>
              <p:cNvPr id="3" name="TextBox 2">
                <a:extLst>
                  <a:ext uri="{FF2B5EF4-FFF2-40B4-BE49-F238E27FC236}">
                    <a16:creationId xmlns:a16="http://schemas.microsoft.com/office/drawing/2014/main" id="{00375ED0-2931-273A-0533-CD920EEDFFC2}"/>
                  </a:ext>
                </a:extLst>
              </p:cNvPr>
              <p:cNvSpPr txBox="1">
                <a:spLocks noRot="1" noChangeAspect="1" noMove="1" noResize="1" noEditPoints="1" noAdjustHandles="1" noChangeArrowheads="1" noChangeShapeType="1" noTextEdit="1"/>
              </p:cNvSpPr>
              <p:nvPr/>
            </p:nvSpPr>
            <p:spPr>
              <a:xfrm>
                <a:off x="1296956" y="1426621"/>
                <a:ext cx="1142429" cy="369332"/>
              </a:xfrm>
              <a:prstGeom prst="rect">
                <a:avLst/>
              </a:prstGeom>
              <a:blipFill>
                <a:blip r:embed="rId4"/>
                <a:stretch>
                  <a:fillRect b="-13115"/>
                </a:stretch>
              </a:blipFill>
            </p:spPr>
            <p:txBody>
              <a:bodyPr/>
              <a:lstStyle/>
              <a:p>
                <a:r>
                  <a:rPr lang="en-IN">
                    <a:noFill/>
                  </a:rPr>
                  <a:t> </a:t>
                </a:r>
              </a:p>
            </p:txBody>
          </p:sp>
        </mc:Fallback>
      </mc:AlternateContent>
      <p:sp>
        <p:nvSpPr>
          <p:cNvPr id="10" name="TextBox 9">
            <a:extLst>
              <a:ext uri="{FF2B5EF4-FFF2-40B4-BE49-F238E27FC236}">
                <a16:creationId xmlns:a16="http://schemas.microsoft.com/office/drawing/2014/main" id="{E96CCC49-B91A-899A-B10B-347705CDA2C9}"/>
              </a:ext>
            </a:extLst>
          </p:cNvPr>
          <p:cNvSpPr txBox="1"/>
          <p:nvPr/>
        </p:nvSpPr>
        <p:spPr>
          <a:xfrm>
            <a:off x="2967135" y="1467361"/>
            <a:ext cx="5507149" cy="369332"/>
          </a:xfrm>
          <a:prstGeom prst="rect">
            <a:avLst/>
          </a:prstGeom>
          <a:solidFill>
            <a:schemeClr val="bg1"/>
          </a:solidFill>
        </p:spPr>
        <p:txBody>
          <a:bodyPr wrap="none" rtlCol="0">
            <a:spAutoFit/>
          </a:bodyPr>
          <a:lstStyle/>
          <a:p>
            <a:r>
              <a:rPr lang="en-US" dirty="0">
                <a:latin typeface="Cambria" panose="02040503050406030204" pitchFamily="18" charset="0"/>
                <a:ea typeface="Cambria" panose="02040503050406030204" pitchFamily="18" charset="0"/>
              </a:rPr>
              <a:t>Perturbing (small and linear) around the fixed points: </a:t>
            </a:r>
            <a:endParaRPr lang="en-IN" dirty="0">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3E5D14E-247C-6FBA-44DB-E60BE9615E42}"/>
                  </a:ext>
                </a:extLst>
              </p:cNvPr>
              <p:cNvSpPr txBox="1"/>
              <p:nvPr/>
            </p:nvSpPr>
            <p:spPr>
              <a:xfrm>
                <a:off x="2658632" y="2314993"/>
                <a:ext cx="6576800" cy="652936"/>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rgbClr val="0000FF"/>
                              </a:solidFill>
                              <a:latin typeface="Cambria Math" panose="02040503050406030204" pitchFamily="18" charset="0"/>
                            </a:rPr>
                          </m:ctrlPr>
                        </m:accPr>
                        <m:e>
                          <m:r>
                            <a:rPr lang="en-US" b="0" i="1" smtClean="0">
                              <a:solidFill>
                                <a:srgbClr val="0000FF"/>
                              </a:solidFill>
                              <a:latin typeface="Cambria Math" panose="02040503050406030204" pitchFamily="18" charset="0"/>
                            </a:rPr>
                            <m:t>𝑢</m:t>
                          </m:r>
                        </m:e>
                      </m:acc>
                      <m:r>
                        <a:rPr lang="en-US" b="0" i="1" smtClean="0">
                          <a:solidFill>
                            <a:srgbClr val="0000FF"/>
                          </a:solidFill>
                          <a:latin typeface="Cambria Math" panose="02040503050406030204" pitchFamily="18" charset="0"/>
                        </a:rPr>
                        <m:t>+</m:t>
                      </m:r>
                      <m:acc>
                        <m:accPr>
                          <m:chr m:val="̇"/>
                          <m:ctrlPr>
                            <a:rPr lang="en-US" i="1">
                              <a:solidFill>
                                <a:srgbClr val="0000FF"/>
                              </a:solidFill>
                              <a:latin typeface="Cambria Math" panose="02040503050406030204" pitchFamily="18" charset="0"/>
                            </a:rPr>
                          </m:ctrlPr>
                        </m:accPr>
                        <m:e>
                          <m:r>
                            <a:rPr lang="en-US" b="0" i="1" smtClean="0">
                              <a:solidFill>
                                <a:srgbClr val="0000FF"/>
                              </a:solidFill>
                              <a:latin typeface="Cambria Math" panose="02040503050406030204" pitchFamily="18" charset="0"/>
                            </a:rPr>
                            <m:t>𝜖</m:t>
                          </m:r>
                        </m:e>
                      </m:acc>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𝑓</m:t>
                      </m:r>
                      <m:d>
                        <m:dPr>
                          <m:ctrlPr>
                            <a:rPr lang="en-US" b="0" i="1" smtClean="0">
                              <a:solidFill>
                                <a:srgbClr val="0000FF"/>
                              </a:solidFill>
                              <a:latin typeface="Cambria Math" panose="02040503050406030204" pitchFamily="18" charset="0"/>
                            </a:rPr>
                          </m:ctrlPr>
                        </m:dPr>
                        <m:e>
                          <m:r>
                            <a:rPr lang="en-US" b="0" i="1" smtClean="0">
                              <a:solidFill>
                                <a:srgbClr val="0000FF"/>
                              </a:solidFill>
                              <a:latin typeface="Cambria Math" panose="02040503050406030204" pitchFamily="18" charset="0"/>
                            </a:rPr>
                            <m:t>𝑢</m:t>
                          </m:r>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𝜖</m:t>
                          </m:r>
                        </m:e>
                      </m:d>
                      <m:sSub>
                        <m:sSubPr>
                          <m:ctrlPr>
                            <a:rPr lang="en-US" b="0" i="1" smtClean="0">
                              <a:solidFill>
                                <a:srgbClr val="0000FF"/>
                              </a:solidFill>
                              <a:latin typeface="Cambria Math" panose="02040503050406030204" pitchFamily="18" charset="0"/>
                            </a:rPr>
                          </m:ctrlPr>
                        </m:sSubPr>
                        <m:e>
                          <m:d>
                            <m:dPr>
                              <m:begChr m:val=""/>
                              <m:endChr m:val="|"/>
                              <m:ctrlPr>
                                <a:rPr lang="en-US" b="0" i="1" smtClean="0">
                                  <a:solidFill>
                                    <a:srgbClr val="0000FF"/>
                                  </a:solidFill>
                                  <a:latin typeface="Cambria Math" panose="02040503050406030204" pitchFamily="18" charset="0"/>
                                </a:rPr>
                              </m:ctrlPr>
                            </m:dPr>
                            <m:e>
                              <m:r>
                                <a:rPr lang="en-IN">
                                  <a:solidFill>
                                    <a:srgbClr val="0000FF"/>
                                  </a:solidFill>
                                  <a:latin typeface="Cambria Math" panose="02040503050406030204" pitchFamily="18" charset="0"/>
                                </a:rPr>
                                <m:t>​</m:t>
                              </m:r>
                            </m:e>
                          </m:d>
                        </m:e>
                        <m:sub>
                          <m:r>
                            <a:rPr lang="en-US" b="0" i="1" smtClean="0">
                              <a:solidFill>
                                <a:srgbClr val="0000FF"/>
                              </a:solidFill>
                              <a:latin typeface="Cambria Math" panose="02040503050406030204" pitchFamily="18" charset="0"/>
                            </a:rPr>
                            <m:t>𝑢</m:t>
                          </m:r>
                          <m:r>
                            <a:rPr lang="en-US" b="0" i="1" smtClean="0">
                              <a:solidFill>
                                <a:srgbClr val="0000FF"/>
                              </a:solidFill>
                              <a:latin typeface="Cambria Math" panose="02040503050406030204" pitchFamily="18" charset="0"/>
                            </a:rPr>
                            <m:t>=</m:t>
                          </m:r>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𝑢</m:t>
                              </m:r>
                            </m:e>
                            <m:sup>
                              <m:r>
                                <a:rPr lang="en-US" b="0" i="1" smtClean="0">
                                  <a:solidFill>
                                    <a:srgbClr val="0000FF"/>
                                  </a:solidFill>
                                  <a:latin typeface="Cambria Math" panose="02040503050406030204" pitchFamily="18" charset="0"/>
                                </a:rPr>
                                <m:t>∗</m:t>
                              </m:r>
                            </m:sup>
                          </m:sSup>
                        </m:sub>
                      </m:sSub>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𝑓</m:t>
                      </m:r>
                      <m:d>
                        <m:dPr>
                          <m:ctrlPr>
                            <a:rPr lang="en-US" b="0" i="1" smtClean="0">
                              <a:solidFill>
                                <a:srgbClr val="0000FF"/>
                              </a:solidFill>
                              <a:latin typeface="Cambria Math" panose="02040503050406030204" pitchFamily="18" charset="0"/>
                            </a:rPr>
                          </m:ctrlPr>
                        </m:dPr>
                        <m:e>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𝑢</m:t>
                              </m:r>
                            </m:e>
                            <m:sup>
                              <m:r>
                                <a:rPr lang="en-US" b="0" i="1" smtClean="0">
                                  <a:solidFill>
                                    <a:srgbClr val="0000FF"/>
                                  </a:solidFill>
                                  <a:latin typeface="Cambria Math" panose="02040503050406030204" pitchFamily="18" charset="0"/>
                                </a:rPr>
                                <m:t>∗</m:t>
                              </m:r>
                            </m:sup>
                          </m:sSup>
                        </m:e>
                      </m:d>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𝜖</m:t>
                      </m:r>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𝑓</m:t>
                          </m:r>
                        </m:e>
                        <m:sup>
                          <m:r>
                            <a:rPr lang="en-US" b="0" i="1" smtClean="0">
                              <a:solidFill>
                                <a:srgbClr val="0000FF"/>
                              </a:solidFill>
                              <a:latin typeface="Cambria Math" panose="02040503050406030204" pitchFamily="18" charset="0"/>
                            </a:rPr>
                            <m:t>′</m:t>
                          </m:r>
                        </m:sup>
                      </m:sSup>
                      <m:d>
                        <m:dPr>
                          <m:ctrlPr>
                            <a:rPr lang="en-US" b="0" i="1" smtClean="0">
                              <a:solidFill>
                                <a:srgbClr val="0000FF"/>
                              </a:solidFill>
                              <a:latin typeface="Cambria Math" panose="02040503050406030204" pitchFamily="18" charset="0"/>
                            </a:rPr>
                          </m:ctrlPr>
                        </m:dPr>
                        <m:e>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𝑢</m:t>
                              </m:r>
                            </m:e>
                            <m:sup>
                              <m:r>
                                <a:rPr lang="en-US" b="0" i="1" smtClean="0">
                                  <a:solidFill>
                                    <a:srgbClr val="0000FF"/>
                                  </a:solidFill>
                                  <a:latin typeface="Cambria Math" panose="02040503050406030204" pitchFamily="18" charset="0"/>
                                </a:rPr>
                                <m:t>∗</m:t>
                              </m:r>
                            </m:sup>
                          </m:sSup>
                        </m:e>
                      </m:d>
                      <m:r>
                        <a:rPr lang="en-US" b="0" i="1" smtClean="0">
                          <a:solidFill>
                            <a:srgbClr val="0000FF"/>
                          </a:solidFill>
                          <a:latin typeface="Cambria Math" panose="02040503050406030204" pitchFamily="18" charset="0"/>
                        </a:rPr>
                        <m:t>+</m:t>
                      </m:r>
                      <m:f>
                        <m:fPr>
                          <m:ctrlPr>
                            <a:rPr lang="en-US" b="0" i="1" smtClean="0">
                              <a:solidFill>
                                <a:srgbClr val="0000FF"/>
                              </a:solidFill>
                              <a:latin typeface="Cambria Math" panose="02040503050406030204" pitchFamily="18" charset="0"/>
                            </a:rPr>
                          </m:ctrlPr>
                        </m:fPr>
                        <m:num>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𝜖</m:t>
                              </m:r>
                            </m:e>
                            <m:sup>
                              <m:r>
                                <a:rPr lang="en-US" b="0" i="1" smtClean="0">
                                  <a:solidFill>
                                    <a:srgbClr val="0000FF"/>
                                  </a:solidFill>
                                  <a:latin typeface="Cambria Math" panose="02040503050406030204" pitchFamily="18" charset="0"/>
                                </a:rPr>
                                <m:t>2</m:t>
                              </m:r>
                            </m:sup>
                          </m:sSup>
                        </m:num>
                        <m:den>
                          <m:r>
                            <a:rPr lang="en-US" b="0" i="1" smtClean="0">
                              <a:solidFill>
                                <a:srgbClr val="0000FF"/>
                              </a:solidFill>
                              <a:latin typeface="Cambria Math" panose="02040503050406030204" pitchFamily="18" charset="0"/>
                            </a:rPr>
                            <m:t>2!</m:t>
                          </m:r>
                        </m:den>
                      </m:f>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𝑓</m:t>
                          </m:r>
                        </m:e>
                        <m:sup>
                          <m:r>
                            <a:rPr lang="en-US" b="0" i="1" smtClean="0">
                              <a:solidFill>
                                <a:srgbClr val="0000FF"/>
                              </a:solidFill>
                              <a:latin typeface="Cambria Math" panose="02040503050406030204" pitchFamily="18" charset="0"/>
                            </a:rPr>
                            <m:t>′′</m:t>
                          </m:r>
                        </m:sup>
                      </m:sSup>
                      <m:d>
                        <m:dPr>
                          <m:ctrlPr>
                            <a:rPr lang="en-US" b="0" i="1" smtClean="0">
                              <a:solidFill>
                                <a:srgbClr val="0000FF"/>
                              </a:solidFill>
                              <a:latin typeface="Cambria Math" panose="02040503050406030204" pitchFamily="18" charset="0"/>
                            </a:rPr>
                          </m:ctrlPr>
                        </m:dPr>
                        <m:e>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𝑢</m:t>
                              </m:r>
                            </m:e>
                            <m:sup>
                              <m:r>
                                <a:rPr lang="en-US" b="0" i="1" smtClean="0">
                                  <a:solidFill>
                                    <a:srgbClr val="0000FF"/>
                                  </a:solidFill>
                                  <a:latin typeface="Cambria Math" panose="02040503050406030204" pitchFamily="18" charset="0"/>
                                </a:rPr>
                                <m:t>∗</m:t>
                              </m:r>
                            </m:sup>
                          </m:sSup>
                        </m:e>
                      </m:d>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𝑂</m:t>
                      </m:r>
                      <m:r>
                        <a:rPr lang="en-US" b="0" i="1" smtClean="0">
                          <a:solidFill>
                            <a:srgbClr val="0000FF"/>
                          </a:solidFill>
                          <a:latin typeface="Cambria Math" panose="02040503050406030204" pitchFamily="18" charset="0"/>
                        </a:rPr>
                        <m:t>(</m:t>
                      </m:r>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𝜖</m:t>
                          </m:r>
                        </m:e>
                        <m:sup>
                          <m:r>
                            <a:rPr lang="en-US" b="0" i="1" smtClean="0">
                              <a:solidFill>
                                <a:srgbClr val="0000FF"/>
                              </a:solidFill>
                              <a:latin typeface="Cambria Math" panose="02040503050406030204" pitchFamily="18" charset="0"/>
                            </a:rPr>
                            <m:t>3</m:t>
                          </m:r>
                        </m:sup>
                      </m:sSup>
                      <m:r>
                        <a:rPr lang="en-US" b="0" i="1" smtClean="0">
                          <a:solidFill>
                            <a:srgbClr val="0000FF"/>
                          </a:solidFill>
                          <a:latin typeface="Cambria Math" panose="02040503050406030204" pitchFamily="18" charset="0"/>
                        </a:rPr>
                        <m:t>)</m:t>
                      </m:r>
                    </m:oMath>
                  </m:oMathPara>
                </a14:m>
                <a:endParaRPr lang="en-IN" dirty="0">
                  <a:solidFill>
                    <a:srgbClr val="0000FF"/>
                  </a:solidFill>
                </a:endParaRPr>
              </a:p>
            </p:txBody>
          </p:sp>
        </mc:Choice>
        <mc:Fallback xmlns="">
          <p:sp>
            <p:nvSpPr>
              <p:cNvPr id="11" name="TextBox 10">
                <a:extLst>
                  <a:ext uri="{FF2B5EF4-FFF2-40B4-BE49-F238E27FC236}">
                    <a16:creationId xmlns:a16="http://schemas.microsoft.com/office/drawing/2014/main" id="{C3E5D14E-247C-6FBA-44DB-E60BE9615E42}"/>
                  </a:ext>
                </a:extLst>
              </p:cNvPr>
              <p:cNvSpPr txBox="1">
                <a:spLocks noRot="1" noChangeAspect="1" noMove="1" noResize="1" noEditPoints="1" noAdjustHandles="1" noChangeArrowheads="1" noChangeShapeType="1" noTextEdit="1"/>
              </p:cNvSpPr>
              <p:nvPr/>
            </p:nvSpPr>
            <p:spPr>
              <a:xfrm>
                <a:off x="2658632" y="2314993"/>
                <a:ext cx="6576800" cy="652936"/>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9297861-D90D-AD70-66EE-9F4BD7F53002}"/>
                  </a:ext>
                </a:extLst>
              </p:cNvPr>
              <p:cNvSpPr txBox="1"/>
              <p:nvPr/>
            </p:nvSpPr>
            <p:spPr>
              <a:xfrm>
                <a:off x="9592418" y="2457868"/>
                <a:ext cx="1399679" cy="369332"/>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i="1">
                              <a:solidFill>
                                <a:srgbClr val="0000FF"/>
                              </a:solidFill>
                              <a:latin typeface="Cambria Math" panose="02040503050406030204" pitchFamily="18" charset="0"/>
                            </a:rPr>
                          </m:ctrlPr>
                        </m:accPr>
                        <m:e>
                          <m:r>
                            <a:rPr lang="en-US" b="0" i="1" smtClean="0">
                              <a:solidFill>
                                <a:srgbClr val="0000FF"/>
                              </a:solidFill>
                              <a:latin typeface="Cambria Math" panose="02040503050406030204" pitchFamily="18" charset="0"/>
                            </a:rPr>
                            <m:t>𝜖</m:t>
                          </m:r>
                        </m:e>
                      </m:acc>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𝜖</m:t>
                      </m:r>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𝑓</m:t>
                          </m:r>
                        </m:e>
                        <m:sup>
                          <m:r>
                            <a:rPr lang="en-US" b="0" i="1" smtClean="0">
                              <a:solidFill>
                                <a:srgbClr val="0000FF"/>
                              </a:solidFill>
                              <a:latin typeface="Cambria Math" panose="02040503050406030204" pitchFamily="18" charset="0"/>
                            </a:rPr>
                            <m:t>′</m:t>
                          </m:r>
                        </m:sup>
                      </m:sSup>
                      <m:d>
                        <m:dPr>
                          <m:ctrlPr>
                            <a:rPr lang="en-US" b="0" i="1" smtClean="0">
                              <a:solidFill>
                                <a:srgbClr val="0000FF"/>
                              </a:solidFill>
                              <a:latin typeface="Cambria Math" panose="02040503050406030204" pitchFamily="18" charset="0"/>
                            </a:rPr>
                          </m:ctrlPr>
                        </m:dPr>
                        <m:e>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𝑢</m:t>
                              </m:r>
                            </m:e>
                            <m:sup>
                              <m:r>
                                <a:rPr lang="en-US" b="0" i="1" smtClean="0">
                                  <a:solidFill>
                                    <a:srgbClr val="0000FF"/>
                                  </a:solidFill>
                                  <a:latin typeface="Cambria Math" panose="02040503050406030204" pitchFamily="18" charset="0"/>
                                </a:rPr>
                                <m:t>∗</m:t>
                              </m:r>
                            </m:sup>
                          </m:sSup>
                        </m:e>
                      </m:d>
                    </m:oMath>
                  </m:oMathPara>
                </a14:m>
                <a:endParaRPr lang="en-IN" dirty="0">
                  <a:solidFill>
                    <a:srgbClr val="0000FF"/>
                  </a:solidFill>
                </a:endParaRPr>
              </a:p>
            </p:txBody>
          </p:sp>
        </mc:Choice>
        <mc:Fallback xmlns="">
          <p:sp>
            <p:nvSpPr>
              <p:cNvPr id="5" name="TextBox 4">
                <a:extLst>
                  <a:ext uri="{FF2B5EF4-FFF2-40B4-BE49-F238E27FC236}">
                    <a16:creationId xmlns:a16="http://schemas.microsoft.com/office/drawing/2014/main" id="{C9297861-D90D-AD70-66EE-9F4BD7F53002}"/>
                  </a:ext>
                </a:extLst>
              </p:cNvPr>
              <p:cNvSpPr txBox="1">
                <a:spLocks noRot="1" noChangeAspect="1" noMove="1" noResize="1" noEditPoints="1" noAdjustHandles="1" noChangeArrowheads="1" noChangeShapeType="1" noTextEdit="1"/>
              </p:cNvSpPr>
              <p:nvPr/>
            </p:nvSpPr>
            <p:spPr>
              <a:xfrm>
                <a:off x="9592418" y="2457868"/>
                <a:ext cx="1399679" cy="369332"/>
              </a:xfrm>
              <a:prstGeom prst="rect">
                <a:avLst/>
              </a:prstGeom>
              <a:blipFill>
                <a:blip r:embed="rId6"/>
                <a:stretch>
                  <a:fillRect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D1E2B06-444B-8D84-81DF-9ABB3D7646A0}"/>
                  </a:ext>
                </a:extLst>
              </p:cNvPr>
              <p:cNvSpPr txBox="1"/>
              <p:nvPr/>
            </p:nvSpPr>
            <p:spPr>
              <a:xfrm>
                <a:off x="1711626" y="3459835"/>
                <a:ext cx="8768747" cy="461665"/>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400" dirty="0">
                    <a:latin typeface="Cambria" panose="02040503050406030204" pitchFamily="18" charset="0"/>
                    <a:ea typeface="Cambria" panose="02040503050406030204" pitchFamily="18" charset="0"/>
                  </a:rPr>
                  <a:t>The perturbation grows if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𝑓</m:t>
                        </m:r>
                      </m:e>
                      <m:sup>
                        <m:r>
                          <a:rPr lang="en-US" sz="2400" b="0" i="1" smtClean="0">
                            <a:latin typeface="Cambria Math" panose="02040503050406030204" pitchFamily="18" charset="0"/>
                          </a:rPr>
                          <m:t>′</m:t>
                        </m:r>
                      </m:sup>
                    </m:sSup>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𝑢</m:t>
                            </m:r>
                          </m:e>
                          <m:sup>
                            <m:r>
                              <a:rPr lang="en-US" sz="2400" b="0" i="1" smtClean="0">
                                <a:latin typeface="Cambria Math" panose="02040503050406030204" pitchFamily="18" charset="0"/>
                              </a:rPr>
                              <m:t>∗</m:t>
                            </m:r>
                          </m:sup>
                        </m:sSup>
                      </m:e>
                    </m:d>
                    <m:r>
                      <a:rPr lang="en-US" sz="2400" b="0" i="1" smtClean="0">
                        <a:latin typeface="Cambria Math" panose="02040503050406030204" pitchFamily="18" charset="0"/>
                      </a:rPr>
                      <m:t>&gt;0</m:t>
                    </m:r>
                  </m:oMath>
                </a14:m>
                <a:r>
                  <a:rPr lang="en-IN" sz="2400" dirty="0">
                    <a:latin typeface="Cambria" panose="02040503050406030204" pitchFamily="18" charset="0"/>
                    <a:ea typeface="Cambria" panose="02040503050406030204" pitchFamily="18" charset="0"/>
                  </a:rPr>
                  <a:t> and decreases if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𝑓</m:t>
                        </m:r>
                      </m:e>
                      <m:sup>
                        <m:r>
                          <a:rPr lang="en-US" sz="2400" i="1">
                            <a:latin typeface="Cambria Math" panose="02040503050406030204" pitchFamily="18" charset="0"/>
                          </a:rPr>
                          <m:t>′</m:t>
                        </m:r>
                      </m:sup>
                    </m:sSup>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𝑢</m:t>
                            </m:r>
                          </m:e>
                          <m:sup>
                            <m:r>
                              <a:rPr lang="en-US" sz="2400" i="1">
                                <a:latin typeface="Cambria Math" panose="02040503050406030204" pitchFamily="18" charset="0"/>
                              </a:rPr>
                              <m:t>∗</m:t>
                            </m:r>
                          </m:sup>
                        </m:sSup>
                      </m:e>
                    </m:d>
                    <m:r>
                      <a:rPr lang="en-US" sz="2400" b="0" i="1" smtClean="0">
                        <a:latin typeface="Cambria Math" panose="02040503050406030204" pitchFamily="18" charset="0"/>
                      </a:rPr>
                      <m:t>&lt;</m:t>
                    </m:r>
                    <m:r>
                      <a:rPr lang="en-US" sz="2400" i="1">
                        <a:latin typeface="Cambria Math" panose="02040503050406030204" pitchFamily="18" charset="0"/>
                      </a:rPr>
                      <m:t>0</m:t>
                    </m:r>
                  </m:oMath>
                </a14:m>
                <a:r>
                  <a:rPr lang="en-IN" sz="2400" dirty="0">
                    <a:latin typeface="Cambria" panose="02040503050406030204" pitchFamily="18" charset="0"/>
                    <a:ea typeface="Cambria" panose="02040503050406030204" pitchFamily="18" charset="0"/>
                  </a:rPr>
                  <a:t> </a:t>
                </a:r>
              </a:p>
            </p:txBody>
          </p:sp>
        </mc:Choice>
        <mc:Fallback xmlns="">
          <p:sp>
            <p:nvSpPr>
              <p:cNvPr id="12" name="TextBox 11">
                <a:extLst>
                  <a:ext uri="{FF2B5EF4-FFF2-40B4-BE49-F238E27FC236}">
                    <a16:creationId xmlns:a16="http://schemas.microsoft.com/office/drawing/2014/main" id="{4D1E2B06-444B-8D84-81DF-9ABB3D7646A0}"/>
                  </a:ext>
                </a:extLst>
              </p:cNvPr>
              <p:cNvSpPr txBox="1">
                <a:spLocks noRot="1" noChangeAspect="1" noMove="1" noResize="1" noEditPoints="1" noAdjustHandles="1" noChangeArrowheads="1" noChangeShapeType="1" noTextEdit="1"/>
              </p:cNvSpPr>
              <p:nvPr/>
            </p:nvSpPr>
            <p:spPr>
              <a:xfrm>
                <a:off x="1711626" y="3459835"/>
                <a:ext cx="8768747" cy="461665"/>
              </a:xfrm>
              <a:prstGeom prst="rect">
                <a:avLst/>
              </a:prstGeom>
              <a:blipFill>
                <a:blip r:embed="rId7"/>
                <a:stretch>
                  <a:fillRect l="-1042" t="-9091" b="-28571"/>
                </a:stretch>
              </a:blip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CCB2B15-F599-60E8-E545-7ED63CAD67ED}"/>
                  </a:ext>
                </a:extLst>
              </p:cNvPr>
              <p:cNvSpPr txBox="1"/>
              <p:nvPr/>
            </p:nvSpPr>
            <p:spPr>
              <a:xfrm>
                <a:off x="2915771" y="4069090"/>
                <a:ext cx="6360455" cy="1402179"/>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latin typeface="Cambria" panose="02040503050406030204" pitchFamily="18" charset="0"/>
                    <a:ea typeface="Cambria" panose="02040503050406030204" pitchFamily="18" charset="0"/>
                  </a:rPr>
                  <a:t>Dropping higher order terms we obtain </a:t>
                </a:r>
              </a:p>
              <a:p>
                <a:pPr algn="ctr"/>
                <a:r>
                  <a:rPr lang="en-US" sz="2400" dirty="0">
                    <a:solidFill>
                      <a:srgbClr val="0000FF"/>
                    </a:solidFill>
                    <a:latin typeface="Cambria" panose="02040503050406030204" pitchFamily="18" charset="0"/>
                    <a:ea typeface="Cambria" panose="02040503050406030204" pitchFamily="18" charset="0"/>
                  </a:rPr>
                  <a:t> </a:t>
                </a:r>
                <a14:m>
                  <m:oMath xmlns:m="http://schemas.openxmlformats.org/officeDocument/2006/math">
                    <m:r>
                      <a:rPr lang="en-US" sz="2400" b="0" i="1" smtClean="0">
                        <a:solidFill>
                          <a:srgbClr val="0000FF"/>
                        </a:solidFill>
                        <a:latin typeface="Cambria Math" panose="02040503050406030204" pitchFamily="18" charset="0"/>
                        <a:ea typeface="Cambria" panose="02040503050406030204" pitchFamily="18" charset="0"/>
                      </a:rPr>
                      <m:t>𝜖</m:t>
                    </m:r>
                    <m:d>
                      <m:dPr>
                        <m:ctrlPr>
                          <a:rPr lang="en-US" sz="2400" b="0" i="1" smtClean="0">
                            <a:solidFill>
                              <a:srgbClr val="0000FF"/>
                            </a:solidFill>
                            <a:latin typeface="Cambria Math" panose="02040503050406030204" pitchFamily="18" charset="0"/>
                            <a:ea typeface="Cambria" panose="02040503050406030204" pitchFamily="18" charset="0"/>
                          </a:rPr>
                        </m:ctrlPr>
                      </m:dPr>
                      <m:e>
                        <m:r>
                          <a:rPr lang="en-US" sz="2400" b="0" i="1" smtClean="0">
                            <a:solidFill>
                              <a:srgbClr val="0000FF"/>
                            </a:solidFill>
                            <a:latin typeface="Cambria Math" panose="02040503050406030204" pitchFamily="18" charset="0"/>
                            <a:ea typeface="Cambria" panose="02040503050406030204" pitchFamily="18" charset="0"/>
                          </a:rPr>
                          <m:t>𝑡</m:t>
                        </m:r>
                      </m:e>
                    </m:d>
                    <m:r>
                      <a:rPr lang="en-US" sz="2400" b="0" i="1" smtClean="0">
                        <a:solidFill>
                          <a:srgbClr val="0000FF"/>
                        </a:solidFill>
                        <a:latin typeface="Cambria Math" panose="02040503050406030204" pitchFamily="18" charset="0"/>
                        <a:ea typeface="Cambria" panose="02040503050406030204" pitchFamily="18" charset="0"/>
                      </a:rPr>
                      <m:t>=</m:t>
                    </m:r>
                    <m:func>
                      <m:funcPr>
                        <m:ctrlPr>
                          <a:rPr lang="en-US" sz="2400" b="0" i="1" smtClean="0">
                            <a:solidFill>
                              <a:srgbClr val="0000FF"/>
                            </a:solidFill>
                            <a:latin typeface="Cambria Math" panose="02040503050406030204" pitchFamily="18" charset="0"/>
                            <a:ea typeface="Cambria" panose="02040503050406030204" pitchFamily="18" charset="0"/>
                          </a:rPr>
                        </m:ctrlPr>
                      </m:funcPr>
                      <m:fName>
                        <m:r>
                          <m:rPr>
                            <m:sty m:val="p"/>
                          </m:rPr>
                          <a:rPr lang="en-US" sz="2400" b="0" i="0" smtClean="0">
                            <a:solidFill>
                              <a:srgbClr val="0000FF"/>
                            </a:solidFill>
                            <a:latin typeface="Cambria Math" panose="02040503050406030204" pitchFamily="18" charset="0"/>
                            <a:ea typeface="Cambria" panose="02040503050406030204" pitchFamily="18" charset="0"/>
                          </a:rPr>
                          <m:t>exp</m:t>
                        </m:r>
                      </m:fName>
                      <m:e>
                        <m:d>
                          <m:dPr>
                            <m:begChr m:val="["/>
                            <m:endChr m:val="]"/>
                            <m:ctrlPr>
                              <a:rPr lang="en-US" sz="2400" b="0" i="1" smtClean="0">
                                <a:solidFill>
                                  <a:srgbClr val="0000FF"/>
                                </a:solidFill>
                                <a:latin typeface="Cambria Math" panose="02040503050406030204" pitchFamily="18" charset="0"/>
                                <a:ea typeface="Cambria" panose="02040503050406030204" pitchFamily="18" charset="0"/>
                              </a:rPr>
                            </m:ctrlPr>
                          </m:dPr>
                          <m:e>
                            <m:sSup>
                              <m:sSupPr>
                                <m:ctrlPr>
                                  <a:rPr lang="en-US" sz="2400" b="0" i="1" smtClean="0">
                                    <a:solidFill>
                                      <a:srgbClr val="0000FF"/>
                                    </a:solidFill>
                                    <a:latin typeface="Cambria Math" panose="02040503050406030204" pitchFamily="18" charset="0"/>
                                    <a:ea typeface="Cambria" panose="02040503050406030204" pitchFamily="18" charset="0"/>
                                  </a:rPr>
                                </m:ctrlPr>
                              </m:sSupPr>
                              <m:e>
                                <m:r>
                                  <a:rPr lang="en-US" sz="2400" b="0" i="1" smtClean="0">
                                    <a:solidFill>
                                      <a:srgbClr val="0000FF"/>
                                    </a:solidFill>
                                    <a:latin typeface="Cambria Math" panose="02040503050406030204" pitchFamily="18" charset="0"/>
                                    <a:ea typeface="Cambria" panose="02040503050406030204" pitchFamily="18" charset="0"/>
                                  </a:rPr>
                                  <m:t>𝑓</m:t>
                                </m:r>
                              </m:e>
                              <m:sup>
                                <m:r>
                                  <a:rPr lang="en-US" sz="2400" b="0" i="1" smtClean="0">
                                    <a:solidFill>
                                      <a:srgbClr val="0000FF"/>
                                    </a:solidFill>
                                    <a:latin typeface="Cambria Math" panose="02040503050406030204" pitchFamily="18" charset="0"/>
                                    <a:ea typeface="Cambria" panose="02040503050406030204" pitchFamily="18" charset="0"/>
                                  </a:rPr>
                                  <m:t>′</m:t>
                                </m:r>
                              </m:sup>
                            </m:sSup>
                            <m:d>
                              <m:dPr>
                                <m:ctrlPr>
                                  <a:rPr lang="en-US" sz="2400" b="0" i="1" smtClean="0">
                                    <a:solidFill>
                                      <a:srgbClr val="0000FF"/>
                                    </a:solidFill>
                                    <a:latin typeface="Cambria Math" panose="02040503050406030204" pitchFamily="18" charset="0"/>
                                    <a:ea typeface="Cambria" panose="02040503050406030204" pitchFamily="18" charset="0"/>
                                  </a:rPr>
                                </m:ctrlPr>
                              </m:dPr>
                              <m:e>
                                <m:sSup>
                                  <m:sSupPr>
                                    <m:ctrlPr>
                                      <a:rPr lang="en-US" sz="2400" b="0" i="1" smtClean="0">
                                        <a:solidFill>
                                          <a:srgbClr val="0000FF"/>
                                        </a:solidFill>
                                        <a:latin typeface="Cambria Math" panose="02040503050406030204" pitchFamily="18" charset="0"/>
                                        <a:ea typeface="Cambria" panose="02040503050406030204" pitchFamily="18" charset="0"/>
                                      </a:rPr>
                                    </m:ctrlPr>
                                  </m:sSupPr>
                                  <m:e>
                                    <m:r>
                                      <a:rPr lang="en-US" sz="2400" b="0" i="1" smtClean="0">
                                        <a:solidFill>
                                          <a:srgbClr val="0000FF"/>
                                        </a:solidFill>
                                        <a:latin typeface="Cambria Math" panose="02040503050406030204" pitchFamily="18" charset="0"/>
                                        <a:ea typeface="Cambria" panose="02040503050406030204" pitchFamily="18" charset="0"/>
                                      </a:rPr>
                                      <m:t>𝑢</m:t>
                                    </m:r>
                                  </m:e>
                                  <m:sup>
                                    <m:r>
                                      <a:rPr lang="en-US" sz="2400" b="0" i="1" smtClean="0">
                                        <a:solidFill>
                                          <a:srgbClr val="0000FF"/>
                                        </a:solidFill>
                                        <a:latin typeface="Cambria Math" panose="02040503050406030204" pitchFamily="18" charset="0"/>
                                        <a:ea typeface="Cambria" panose="02040503050406030204" pitchFamily="18" charset="0"/>
                                      </a:rPr>
                                      <m:t>∗</m:t>
                                    </m:r>
                                  </m:sup>
                                </m:sSup>
                              </m:e>
                            </m:d>
                            <m:r>
                              <a:rPr lang="en-US" sz="2400" b="0" i="1" smtClean="0">
                                <a:solidFill>
                                  <a:srgbClr val="0000FF"/>
                                </a:solidFill>
                                <a:latin typeface="Cambria Math" panose="02040503050406030204" pitchFamily="18" charset="0"/>
                                <a:ea typeface="Cambria" panose="02040503050406030204" pitchFamily="18" charset="0"/>
                              </a:rPr>
                              <m:t>𝑡</m:t>
                            </m:r>
                          </m:e>
                        </m:d>
                      </m:e>
                    </m:func>
                    <m:r>
                      <a:rPr lang="en-US" sz="2400" b="0" i="1" smtClean="0">
                        <a:solidFill>
                          <a:srgbClr val="0000FF"/>
                        </a:solidFill>
                        <a:latin typeface="Cambria Math" panose="02040503050406030204" pitchFamily="18" charset="0"/>
                        <a:ea typeface="Cambria" panose="02040503050406030204" pitchFamily="18" charset="0"/>
                      </a:rPr>
                      <m:t>𝜖</m:t>
                    </m:r>
                    <m:r>
                      <a:rPr lang="en-US" sz="2400" b="0" i="1" smtClean="0">
                        <a:solidFill>
                          <a:srgbClr val="0000FF"/>
                        </a:solidFill>
                        <a:latin typeface="Cambria Math" panose="02040503050406030204" pitchFamily="18" charset="0"/>
                        <a:ea typeface="Cambria" panose="02040503050406030204" pitchFamily="18" charset="0"/>
                      </a:rPr>
                      <m:t>(0)</m:t>
                    </m:r>
                  </m:oMath>
                </a14:m>
                <a:r>
                  <a:rPr lang="en-US" sz="2400" dirty="0">
                    <a:solidFill>
                      <a:srgbClr val="0000FF"/>
                    </a:solidFill>
                    <a:latin typeface="Cambria" panose="02040503050406030204" pitchFamily="18" charset="0"/>
                    <a:ea typeface="Cambria" panose="02040503050406030204" pitchFamily="18" charset="0"/>
                  </a:rPr>
                  <a:t> </a:t>
                </a:r>
              </a:p>
              <a:p>
                <a:pPr algn="ctr"/>
                <a:r>
                  <a:rPr lang="en-US" sz="2400" dirty="0">
                    <a:latin typeface="Cambria" panose="02040503050406030204" pitchFamily="18" charset="0"/>
                    <a:ea typeface="Cambria" panose="02040503050406030204" pitchFamily="18" charset="0"/>
                  </a:rPr>
                  <a:t>Or  </a:t>
                </a:r>
                <a14:m>
                  <m:oMath xmlns:m="http://schemas.openxmlformats.org/officeDocument/2006/math">
                    <m:r>
                      <a:rPr lang="en-US" sz="2400" b="0" i="1" smtClean="0">
                        <a:solidFill>
                          <a:srgbClr val="0000FF"/>
                        </a:solidFill>
                        <a:latin typeface="Cambria Math" panose="02040503050406030204" pitchFamily="18" charset="0"/>
                        <a:ea typeface="Cambria" panose="02040503050406030204" pitchFamily="18" charset="0"/>
                      </a:rPr>
                      <m:t>𝑡</m:t>
                    </m:r>
                    <m:d>
                      <m:dPr>
                        <m:ctrlPr>
                          <a:rPr lang="en-US" sz="2400" b="0" i="1" smtClean="0">
                            <a:solidFill>
                              <a:srgbClr val="0000FF"/>
                            </a:solidFill>
                            <a:latin typeface="Cambria Math" panose="02040503050406030204" pitchFamily="18" charset="0"/>
                            <a:ea typeface="Cambria" panose="02040503050406030204" pitchFamily="18" charset="0"/>
                          </a:rPr>
                        </m:ctrlPr>
                      </m:dPr>
                      <m:e>
                        <m:r>
                          <a:rPr lang="en-US" sz="2400" b="0" i="1" smtClean="0">
                            <a:solidFill>
                              <a:srgbClr val="0000FF"/>
                            </a:solidFill>
                            <a:latin typeface="Cambria Math" panose="02040503050406030204" pitchFamily="18" charset="0"/>
                            <a:ea typeface="Cambria" panose="02040503050406030204" pitchFamily="18" charset="0"/>
                          </a:rPr>
                          <m:t>𝜖</m:t>
                        </m:r>
                      </m:e>
                    </m:d>
                    <m:r>
                      <a:rPr lang="en-US" sz="2400" b="0" i="1" smtClean="0">
                        <a:solidFill>
                          <a:srgbClr val="0000FF"/>
                        </a:solidFill>
                        <a:latin typeface="Cambria Math" panose="02040503050406030204" pitchFamily="18" charset="0"/>
                        <a:ea typeface="Cambria" panose="02040503050406030204" pitchFamily="18" charset="0"/>
                      </a:rPr>
                      <m:t>=</m:t>
                    </m:r>
                    <m:f>
                      <m:fPr>
                        <m:ctrlPr>
                          <a:rPr lang="en-US" sz="2400" b="0" i="1" smtClean="0">
                            <a:solidFill>
                              <a:srgbClr val="0000FF"/>
                            </a:solidFill>
                            <a:latin typeface="Cambria Math" panose="02040503050406030204" pitchFamily="18" charset="0"/>
                            <a:ea typeface="Cambria" panose="02040503050406030204" pitchFamily="18" charset="0"/>
                          </a:rPr>
                        </m:ctrlPr>
                      </m:fPr>
                      <m:num>
                        <m:r>
                          <a:rPr lang="en-US" sz="2400" b="0" i="1" smtClean="0">
                            <a:solidFill>
                              <a:srgbClr val="0000FF"/>
                            </a:solidFill>
                            <a:latin typeface="Cambria Math" panose="02040503050406030204" pitchFamily="18" charset="0"/>
                            <a:ea typeface="Cambria" panose="02040503050406030204" pitchFamily="18" charset="0"/>
                          </a:rPr>
                          <m:t>1</m:t>
                        </m:r>
                      </m:num>
                      <m:den>
                        <m:sSup>
                          <m:sSupPr>
                            <m:ctrlPr>
                              <a:rPr lang="en-US" sz="2400" b="0" i="1" smtClean="0">
                                <a:solidFill>
                                  <a:srgbClr val="0000FF"/>
                                </a:solidFill>
                                <a:latin typeface="Cambria Math" panose="02040503050406030204" pitchFamily="18" charset="0"/>
                                <a:ea typeface="Cambria" panose="02040503050406030204" pitchFamily="18" charset="0"/>
                              </a:rPr>
                            </m:ctrlPr>
                          </m:sSupPr>
                          <m:e>
                            <m:r>
                              <a:rPr lang="en-US" sz="2400" b="0" i="1" smtClean="0">
                                <a:solidFill>
                                  <a:srgbClr val="0000FF"/>
                                </a:solidFill>
                                <a:latin typeface="Cambria Math" panose="02040503050406030204" pitchFamily="18" charset="0"/>
                                <a:ea typeface="Cambria" panose="02040503050406030204" pitchFamily="18" charset="0"/>
                              </a:rPr>
                              <m:t>𝑓</m:t>
                            </m:r>
                          </m:e>
                          <m:sup>
                            <m:r>
                              <a:rPr lang="en-US" sz="2400" b="0" i="1" smtClean="0">
                                <a:solidFill>
                                  <a:srgbClr val="0000FF"/>
                                </a:solidFill>
                                <a:latin typeface="Cambria Math" panose="02040503050406030204" pitchFamily="18" charset="0"/>
                                <a:ea typeface="Cambria" panose="02040503050406030204" pitchFamily="18" charset="0"/>
                              </a:rPr>
                              <m:t>′</m:t>
                            </m:r>
                          </m:sup>
                        </m:sSup>
                        <m:d>
                          <m:dPr>
                            <m:ctrlPr>
                              <a:rPr lang="en-US" sz="2400" b="0" i="1" smtClean="0">
                                <a:solidFill>
                                  <a:srgbClr val="0000FF"/>
                                </a:solidFill>
                                <a:latin typeface="Cambria Math" panose="02040503050406030204" pitchFamily="18" charset="0"/>
                                <a:ea typeface="Cambria" panose="02040503050406030204" pitchFamily="18" charset="0"/>
                              </a:rPr>
                            </m:ctrlPr>
                          </m:dPr>
                          <m:e>
                            <m:sSup>
                              <m:sSupPr>
                                <m:ctrlPr>
                                  <a:rPr lang="en-US" sz="2400" b="0" i="1" smtClean="0">
                                    <a:solidFill>
                                      <a:srgbClr val="0000FF"/>
                                    </a:solidFill>
                                    <a:latin typeface="Cambria Math" panose="02040503050406030204" pitchFamily="18" charset="0"/>
                                    <a:ea typeface="Cambria" panose="02040503050406030204" pitchFamily="18" charset="0"/>
                                  </a:rPr>
                                </m:ctrlPr>
                              </m:sSupPr>
                              <m:e>
                                <m:r>
                                  <a:rPr lang="en-US" sz="2400" b="0" i="1" smtClean="0">
                                    <a:solidFill>
                                      <a:srgbClr val="0000FF"/>
                                    </a:solidFill>
                                    <a:latin typeface="Cambria Math" panose="02040503050406030204" pitchFamily="18" charset="0"/>
                                    <a:ea typeface="Cambria" panose="02040503050406030204" pitchFamily="18" charset="0"/>
                                  </a:rPr>
                                  <m:t>𝑢</m:t>
                                </m:r>
                              </m:e>
                              <m:sup>
                                <m:r>
                                  <a:rPr lang="en-US" sz="2400" b="0" i="1" smtClean="0">
                                    <a:solidFill>
                                      <a:srgbClr val="0000FF"/>
                                    </a:solidFill>
                                    <a:latin typeface="Cambria Math" panose="02040503050406030204" pitchFamily="18" charset="0"/>
                                    <a:ea typeface="Cambria" panose="02040503050406030204" pitchFamily="18" charset="0"/>
                                  </a:rPr>
                                  <m:t>∗</m:t>
                                </m:r>
                              </m:sup>
                            </m:sSup>
                          </m:e>
                        </m:d>
                      </m:den>
                    </m:f>
                    <m:r>
                      <m:rPr>
                        <m:sty m:val="p"/>
                      </m:rPr>
                      <a:rPr lang="en-US" sz="2400" b="0" i="0" smtClean="0">
                        <a:solidFill>
                          <a:srgbClr val="0000FF"/>
                        </a:solidFill>
                        <a:latin typeface="Cambria Math" panose="02040503050406030204" pitchFamily="18" charset="0"/>
                        <a:ea typeface="Cambria" panose="02040503050406030204" pitchFamily="18" charset="0"/>
                      </a:rPr>
                      <m:t>ln</m:t>
                    </m:r>
                    <m:r>
                      <a:rPr lang="en-US" sz="2400" b="0" i="1" smtClean="0">
                        <a:solidFill>
                          <a:srgbClr val="0000FF"/>
                        </a:solidFill>
                        <a:latin typeface="Cambria Math" panose="02040503050406030204" pitchFamily="18" charset="0"/>
                        <a:ea typeface="Cambria" panose="02040503050406030204" pitchFamily="18" charset="0"/>
                      </a:rPr>
                      <m:t>⁡(</m:t>
                    </m:r>
                    <m:f>
                      <m:fPr>
                        <m:ctrlPr>
                          <a:rPr lang="en-US" sz="2400" b="0" i="1" smtClean="0">
                            <a:solidFill>
                              <a:srgbClr val="0000FF"/>
                            </a:solidFill>
                            <a:latin typeface="Cambria Math" panose="02040503050406030204" pitchFamily="18" charset="0"/>
                            <a:ea typeface="Cambria" panose="02040503050406030204" pitchFamily="18" charset="0"/>
                          </a:rPr>
                        </m:ctrlPr>
                      </m:fPr>
                      <m:num>
                        <m:r>
                          <a:rPr lang="en-US" sz="2400" b="0" i="1" smtClean="0">
                            <a:solidFill>
                              <a:srgbClr val="0000FF"/>
                            </a:solidFill>
                            <a:latin typeface="Cambria Math" panose="02040503050406030204" pitchFamily="18" charset="0"/>
                            <a:ea typeface="Cambria" panose="02040503050406030204" pitchFamily="18" charset="0"/>
                          </a:rPr>
                          <m:t>𝜖</m:t>
                        </m:r>
                      </m:num>
                      <m:den>
                        <m:r>
                          <a:rPr lang="en-US" sz="2400" b="0" i="1" smtClean="0">
                            <a:solidFill>
                              <a:srgbClr val="0000FF"/>
                            </a:solidFill>
                            <a:latin typeface="Cambria Math" panose="02040503050406030204" pitchFamily="18" charset="0"/>
                            <a:ea typeface="Cambria" panose="02040503050406030204" pitchFamily="18" charset="0"/>
                          </a:rPr>
                          <m:t>𝜖</m:t>
                        </m:r>
                        <m:r>
                          <a:rPr lang="en-US" sz="2400" b="0" i="1" smtClean="0">
                            <a:solidFill>
                              <a:srgbClr val="0000FF"/>
                            </a:solidFill>
                            <a:latin typeface="Cambria Math" panose="02040503050406030204" pitchFamily="18" charset="0"/>
                            <a:ea typeface="Cambria" panose="02040503050406030204" pitchFamily="18" charset="0"/>
                          </a:rPr>
                          <m:t>(0) </m:t>
                        </m:r>
                      </m:den>
                    </m:f>
                    <m:r>
                      <a:rPr lang="en-US" sz="2400" b="0" i="1" smtClean="0">
                        <a:solidFill>
                          <a:srgbClr val="0000FF"/>
                        </a:solidFill>
                        <a:latin typeface="Cambria Math" panose="02040503050406030204" pitchFamily="18" charset="0"/>
                        <a:ea typeface="Cambria" panose="02040503050406030204" pitchFamily="18" charset="0"/>
                      </a:rPr>
                      <m:t>)</m:t>
                    </m:r>
                  </m:oMath>
                </a14:m>
                <a:endParaRPr lang="en-IN" sz="2400" dirty="0">
                  <a:latin typeface="Cambria" panose="02040503050406030204" pitchFamily="18" charset="0"/>
                  <a:ea typeface="Cambria" panose="02040503050406030204" pitchFamily="18" charset="0"/>
                </a:endParaRPr>
              </a:p>
            </p:txBody>
          </p:sp>
        </mc:Choice>
        <mc:Fallback xmlns="">
          <p:sp>
            <p:nvSpPr>
              <p:cNvPr id="13" name="TextBox 12">
                <a:extLst>
                  <a:ext uri="{FF2B5EF4-FFF2-40B4-BE49-F238E27FC236}">
                    <a16:creationId xmlns:a16="http://schemas.microsoft.com/office/drawing/2014/main" id="{ECCB2B15-F599-60E8-E545-7ED63CAD67ED}"/>
                  </a:ext>
                </a:extLst>
              </p:cNvPr>
              <p:cNvSpPr txBox="1">
                <a:spLocks noRot="1" noChangeAspect="1" noMove="1" noResize="1" noEditPoints="1" noAdjustHandles="1" noChangeArrowheads="1" noChangeShapeType="1" noTextEdit="1"/>
              </p:cNvSpPr>
              <p:nvPr/>
            </p:nvSpPr>
            <p:spPr>
              <a:xfrm>
                <a:off x="2915771" y="4069090"/>
                <a:ext cx="6360455" cy="1402179"/>
              </a:xfrm>
              <a:prstGeom prst="rect">
                <a:avLst/>
              </a:prstGeom>
              <a:blipFill>
                <a:blip r:embed="rId8"/>
                <a:stretch>
                  <a:fillRect l="-1338" t="-3017"/>
                </a:stretch>
              </a:blipFill>
              <a:ln/>
            </p:spPr>
            <p:txBody>
              <a:bodyPr/>
              <a:lstStyle/>
              <a:p>
                <a:r>
                  <a:rPr lang="en-IN">
                    <a:noFill/>
                  </a:rPr>
                  <a:t> </a:t>
                </a:r>
              </a:p>
            </p:txBody>
          </p:sp>
        </mc:Fallback>
      </mc:AlternateContent>
      <p:sp>
        <p:nvSpPr>
          <p:cNvPr id="7" name="Rectangle 2">
            <a:extLst>
              <a:ext uri="{FF2B5EF4-FFF2-40B4-BE49-F238E27FC236}">
                <a16:creationId xmlns:a16="http://schemas.microsoft.com/office/drawing/2014/main" id="{96B61DA8-1844-3927-4FA0-F80860C2EDF3}"/>
              </a:ext>
            </a:extLst>
          </p:cNvPr>
          <p:cNvSpPr txBox="1">
            <a:spLocks noChangeArrowheads="1"/>
          </p:cNvSpPr>
          <p:nvPr/>
        </p:nvSpPr>
        <p:spPr>
          <a:xfrm>
            <a:off x="459947" y="83295"/>
            <a:ext cx="10974171" cy="114414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en-US" sz="3200" b="1" dirty="0">
                <a:solidFill>
                  <a:srgbClr val="FF0000"/>
                </a:solidFill>
                <a:latin typeface="Cambria" panose="02040503050406030204" pitchFamily="18" charset="0"/>
                <a:ea typeface="Cambria" panose="02040503050406030204" pitchFamily="18" charset="0"/>
              </a:rPr>
              <a:t>Stability and Fixed points of dynamical systems (linear stability analysis)</a:t>
            </a:r>
          </a:p>
        </p:txBody>
      </p:sp>
    </p:spTree>
    <p:extLst>
      <p:ext uri="{BB962C8B-B14F-4D97-AF65-F5344CB8AC3E}">
        <p14:creationId xmlns:p14="http://schemas.microsoft.com/office/powerpoint/2010/main" val="3057042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fade">
                                      <p:cBhvr>
                                        <p:cTn id="7" dur="1000"/>
                                        <p:tgtEl>
                                          <p:spTgt spid="13">
                                            <p:txEl>
                                              <p:pRg st="2" end="2"/>
                                            </p:txEl>
                                          </p:spTgt>
                                        </p:tgtEl>
                                      </p:cBhvr>
                                    </p:animEffect>
                                    <p:anim calcmode="lin" valueType="num">
                                      <p:cBhvr>
                                        <p:cTn id="8" dur="1000" fill="hold"/>
                                        <p:tgtEl>
                                          <p:spTgt spid="1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31574-E38E-BBBA-5890-536B8CBCCC77}"/>
            </a:ext>
          </a:extLst>
        </p:cNvPr>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FAC6E210-28AF-9695-532D-EFB491DE9E59}"/>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5"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Rectangle 2">
            <a:extLst>
              <a:ext uri="{FF2B5EF4-FFF2-40B4-BE49-F238E27FC236}">
                <a16:creationId xmlns:a16="http://schemas.microsoft.com/office/drawing/2014/main" id="{B5A1FA3F-6BC5-D7E5-25DA-180DC6946823}"/>
              </a:ext>
            </a:extLst>
          </p:cNvPr>
          <p:cNvSpPr txBox="1">
            <a:spLocks noChangeArrowheads="1"/>
          </p:cNvSpPr>
          <p:nvPr/>
        </p:nvSpPr>
        <p:spPr>
          <a:xfrm>
            <a:off x="-82103" y="83295"/>
            <a:ext cx="11516222" cy="114414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en-US" sz="3200" b="1" dirty="0">
                <a:solidFill>
                  <a:srgbClr val="FF0000"/>
                </a:solidFill>
                <a:latin typeface="Cambria" panose="02040503050406030204" pitchFamily="18" charset="0"/>
                <a:ea typeface="Cambria" panose="02040503050406030204" pitchFamily="18" charset="0"/>
              </a:rPr>
              <a:t>Stability and Fixed points of dynamical systems (vector flow)</a:t>
            </a:r>
          </a:p>
        </p:txBody>
      </p:sp>
      <p:pic>
        <p:nvPicPr>
          <p:cNvPr id="5" name="Picture 4">
            <a:extLst>
              <a:ext uri="{FF2B5EF4-FFF2-40B4-BE49-F238E27FC236}">
                <a16:creationId xmlns:a16="http://schemas.microsoft.com/office/drawing/2014/main" id="{01FDF7D4-7487-F526-4828-066134BEB367}"/>
              </a:ext>
            </a:extLst>
          </p:cNvPr>
          <p:cNvPicPr>
            <a:picLocks noChangeAspect="1"/>
          </p:cNvPicPr>
          <p:nvPr/>
        </p:nvPicPr>
        <p:blipFill>
          <a:blip r:embed="rId3"/>
          <a:stretch>
            <a:fillRect/>
          </a:stretch>
        </p:blipFill>
        <p:spPr>
          <a:xfrm>
            <a:off x="2310851" y="1309347"/>
            <a:ext cx="7570298" cy="2202020"/>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B699C98-2E99-7D85-809C-F289E4E734E5}"/>
                  </a:ext>
                </a:extLst>
              </p:cNvPr>
              <p:cNvSpPr txBox="1"/>
              <p:nvPr/>
            </p:nvSpPr>
            <p:spPr>
              <a:xfrm>
                <a:off x="931715" y="1416907"/>
                <a:ext cx="1090811" cy="52591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𝑑𝑢</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m:t>
                      </m:r>
                    </m:oMath>
                  </m:oMathPara>
                </a14:m>
                <a:endParaRPr lang="en-IN" dirty="0"/>
              </a:p>
            </p:txBody>
          </p:sp>
        </mc:Choice>
        <mc:Fallback xmlns="">
          <p:sp>
            <p:nvSpPr>
              <p:cNvPr id="3" name="TextBox 2">
                <a:extLst>
                  <a:ext uri="{FF2B5EF4-FFF2-40B4-BE49-F238E27FC236}">
                    <a16:creationId xmlns:a16="http://schemas.microsoft.com/office/drawing/2014/main" id="{59586E11-0704-DCAB-F583-4B451DBFAD0B}"/>
                  </a:ext>
                </a:extLst>
              </p:cNvPr>
              <p:cNvSpPr txBox="1">
                <a:spLocks noRot="1" noChangeAspect="1" noMove="1" noResize="1" noEditPoints="1" noAdjustHandles="1" noChangeArrowheads="1" noChangeShapeType="1" noTextEdit="1"/>
              </p:cNvSpPr>
              <p:nvPr/>
            </p:nvSpPr>
            <p:spPr>
              <a:xfrm>
                <a:off x="931715" y="1416907"/>
                <a:ext cx="1090811" cy="525913"/>
              </a:xfrm>
              <a:prstGeom prst="rect">
                <a:avLst/>
              </a:prstGeom>
              <a:blipFill>
                <a:blip r:embed="rId4"/>
                <a:stretch>
                  <a:fillRect/>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1B5C4F03-34CA-FD69-70F1-34D44560DE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92780" y="1416907"/>
            <a:ext cx="4816141" cy="3995923"/>
          </a:xfrm>
          <a:prstGeom prst="rect">
            <a:avLst/>
          </a:prstGeom>
        </p:spPr>
      </p:pic>
      <p:cxnSp>
        <p:nvCxnSpPr>
          <p:cNvPr id="12" name="Straight Arrow Connector 11">
            <a:extLst>
              <a:ext uri="{FF2B5EF4-FFF2-40B4-BE49-F238E27FC236}">
                <a16:creationId xmlns:a16="http://schemas.microsoft.com/office/drawing/2014/main" id="{F9CD8D8A-593E-AC2D-EEBA-B31A47D2CFD2}"/>
              </a:ext>
            </a:extLst>
          </p:cNvPr>
          <p:cNvCxnSpPr/>
          <p:nvPr/>
        </p:nvCxnSpPr>
        <p:spPr>
          <a:xfrm flipH="1">
            <a:off x="10005349" y="2125351"/>
            <a:ext cx="593124" cy="138601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1D6B5E5-A74E-AD6E-2E98-BB82346A510E}"/>
                  </a:ext>
                </a:extLst>
              </p:cNvPr>
              <p:cNvSpPr txBox="1"/>
              <p:nvPr/>
            </p:nvSpPr>
            <p:spPr>
              <a:xfrm>
                <a:off x="8946292" y="3908100"/>
                <a:ext cx="126500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1</m:t>
                      </m:r>
                    </m:oMath>
                  </m:oMathPara>
                </a14:m>
                <a:endParaRPr lang="en-IN" dirty="0"/>
              </a:p>
            </p:txBody>
          </p:sp>
        </mc:Choice>
        <mc:Fallback xmlns="">
          <p:sp>
            <p:nvSpPr>
              <p:cNvPr id="6" name="TextBox 5">
                <a:extLst>
                  <a:ext uri="{FF2B5EF4-FFF2-40B4-BE49-F238E27FC236}">
                    <a16:creationId xmlns:a16="http://schemas.microsoft.com/office/drawing/2014/main" id="{D0B5BD2C-183C-AF67-6297-EB7FBDE36157}"/>
                  </a:ext>
                </a:extLst>
              </p:cNvPr>
              <p:cNvSpPr txBox="1">
                <a:spLocks noRot="1" noChangeAspect="1" noMove="1" noResize="1" noEditPoints="1" noAdjustHandles="1" noChangeArrowheads="1" noChangeShapeType="1" noTextEdit="1"/>
              </p:cNvSpPr>
              <p:nvPr/>
            </p:nvSpPr>
            <p:spPr>
              <a:xfrm>
                <a:off x="8946292" y="3908100"/>
                <a:ext cx="1265003" cy="369332"/>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6A83BB7-43B8-6A63-16E8-12B8D5FB33F7}"/>
                  </a:ext>
                </a:extLst>
              </p:cNvPr>
              <p:cNvSpPr txBox="1"/>
              <p:nvPr/>
            </p:nvSpPr>
            <p:spPr>
              <a:xfrm>
                <a:off x="2243640" y="6330420"/>
                <a:ext cx="8768747" cy="461665"/>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400" dirty="0">
                    <a:latin typeface="Cambria" panose="02040503050406030204" pitchFamily="18" charset="0"/>
                    <a:ea typeface="Cambria" panose="02040503050406030204" pitchFamily="18" charset="0"/>
                  </a:rPr>
                  <a:t>The perturbation grows if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𝑓</m:t>
                        </m:r>
                      </m:e>
                      <m:sup>
                        <m:r>
                          <a:rPr lang="en-US" sz="2400" b="0" i="1" smtClean="0">
                            <a:latin typeface="Cambria Math" panose="02040503050406030204" pitchFamily="18" charset="0"/>
                          </a:rPr>
                          <m:t>′</m:t>
                        </m:r>
                      </m:sup>
                    </m:sSup>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𝑢</m:t>
                            </m:r>
                          </m:e>
                          <m:sup>
                            <m:r>
                              <a:rPr lang="en-US" sz="2400" b="0" i="1" smtClean="0">
                                <a:latin typeface="Cambria Math" panose="02040503050406030204" pitchFamily="18" charset="0"/>
                              </a:rPr>
                              <m:t>∗</m:t>
                            </m:r>
                          </m:sup>
                        </m:sSup>
                      </m:e>
                    </m:d>
                    <m:r>
                      <a:rPr lang="en-US" sz="2400" b="0" i="1" smtClean="0">
                        <a:latin typeface="Cambria Math" panose="02040503050406030204" pitchFamily="18" charset="0"/>
                      </a:rPr>
                      <m:t>&gt;</m:t>
                    </m:r>
                    <m:r>
                      <a:rPr lang="en-US" sz="2400" b="0" i="1" smtClean="0">
                        <a:latin typeface="Cambria Math" panose="02040503050406030204" pitchFamily="18" charset="0"/>
                      </a:rPr>
                      <m:t>0</m:t>
                    </m:r>
                  </m:oMath>
                </a14:m>
                <a:r>
                  <a:rPr lang="en-IN" sz="2400" dirty="0">
                    <a:latin typeface="Cambria" panose="02040503050406030204" pitchFamily="18" charset="0"/>
                    <a:ea typeface="Cambria" panose="02040503050406030204" pitchFamily="18" charset="0"/>
                  </a:rPr>
                  <a:t> and decreases if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𝑓</m:t>
                        </m:r>
                      </m:e>
                      <m:sup>
                        <m:r>
                          <a:rPr lang="en-US" sz="2400" i="1">
                            <a:latin typeface="Cambria Math" panose="02040503050406030204" pitchFamily="18" charset="0"/>
                          </a:rPr>
                          <m:t>′</m:t>
                        </m:r>
                      </m:sup>
                    </m:sSup>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𝑢</m:t>
                            </m:r>
                          </m:e>
                          <m:sup>
                            <m:r>
                              <a:rPr lang="en-US" sz="2400" i="1">
                                <a:latin typeface="Cambria Math" panose="02040503050406030204" pitchFamily="18" charset="0"/>
                              </a:rPr>
                              <m:t>∗</m:t>
                            </m:r>
                          </m:sup>
                        </m:sSup>
                      </m:e>
                    </m:d>
                    <m:r>
                      <a:rPr lang="en-US" sz="2400" b="0" i="1" smtClean="0">
                        <a:latin typeface="Cambria Math" panose="02040503050406030204" pitchFamily="18" charset="0"/>
                      </a:rPr>
                      <m:t>&lt;</m:t>
                    </m:r>
                    <m:r>
                      <a:rPr lang="en-US" sz="2400" i="1">
                        <a:latin typeface="Cambria Math" panose="02040503050406030204" pitchFamily="18" charset="0"/>
                      </a:rPr>
                      <m:t>0</m:t>
                    </m:r>
                  </m:oMath>
                </a14:m>
                <a:r>
                  <a:rPr lang="en-IN" sz="2400" dirty="0">
                    <a:latin typeface="Cambria" panose="02040503050406030204" pitchFamily="18" charset="0"/>
                    <a:ea typeface="Cambria" panose="02040503050406030204" pitchFamily="18" charset="0"/>
                  </a:rPr>
                  <a:t> </a:t>
                </a:r>
              </a:p>
            </p:txBody>
          </p:sp>
        </mc:Choice>
        <mc:Fallback xmlns="">
          <p:sp>
            <p:nvSpPr>
              <p:cNvPr id="9" name="TextBox 8">
                <a:extLst>
                  <a:ext uri="{FF2B5EF4-FFF2-40B4-BE49-F238E27FC236}">
                    <a16:creationId xmlns:a16="http://schemas.microsoft.com/office/drawing/2014/main" id="{86A83BB7-43B8-6A63-16E8-12B8D5FB33F7}"/>
                  </a:ext>
                </a:extLst>
              </p:cNvPr>
              <p:cNvSpPr txBox="1">
                <a:spLocks noRot="1" noChangeAspect="1" noMove="1" noResize="1" noEditPoints="1" noAdjustHandles="1" noChangeArrowheads="1" noChangeShapeType="1" noTextEdit="1"/>
              </p:cNvSpPr>
              <p:nvPr/>
            </p:nvSpPr>
            <p:spPr>
              <a:xfrm>
                <a:off x="2243640" y="6330420"/>
                <a:ext cx="8768747" cy="461665"/>
              </a:xfrm>
              <a:prstGeom prst="rect">
                <a:avLst/>
              </a:prstGeom>
              <a:blipFill>
                <a:blip r:embed="rId8"/>
                <a:stretch>
                  <a:fillRect l="-972" t="-8974" b="-26923"/>
                </a:stretch>
              </a:blipFill>
              <a:ln/>
            </p:spPr>
            <p:txBody>
              <a:bodyPr/>
              <a:lstStyle/>
              <a:p>
                <a:r>
                  <a:rPr lang="en-IN">
                    <a:noFill/>
                  </a:rPr>
                  <a:t> </a:t>
                </a:r>
              </a:p>
            </p:txBody>
          </p:sp>
        </mc:Fallback>
      </mc:AlternateContent>
    </p:spTree>
    <p:extLst>
      <p:ext uri="{BB962C8B-B14F-4D97-AF65-F5344CB8AC3E}">
        <p14:creationId xmlns:p14="http://schemas.microsoft.com/office/powerpoint/2010/main" val="2117784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8E2E878-2D71-12BD-8AD7-B1233CAE7E35}"/>
              </a:ext>
            </a:extLst>
          </p:cNvPr>
          <p:cNvSpPr txBox="1">
            <a:spLocks noChangeArrowheads="1"/>
          </p:cNvSpPr>
          <p:nvPr/>
        </p:nvSpPr>
        <p:spPr>
          <a:xfrm>
            <a:off x="3459803" y="1928746"/>
            <a:ext cx="6406110" cy="519113"/>
          </a:xfrm>
          <a:prstGeom prst="rect">
            <a:avLst/>
          </a:prstGeom>
          <a:solidFill>
            <a:schemeClr val="bg1"/>
          </a:solidFill>
        </p:spPr>
        <p:txBody>
          <a:bodyP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US" sz="2800" b="1" dirty="0">
                <a:solidFill>
                  <a:srgbClr val="FF0000"/>
                </a:solidFill>
                <a:latin typeface="Cambria" panose="02040503050406030204" pitchFamily="18" charset="0"/>
                <a:ea typeface="Cambria" panose="02040503050406030204" pitchFamily="18" charset="0"/>
              </a:rPr>
              <a:t>RC Circuit: Charging Capacitor (Model 2)</a:t>
            </a:r>
          </a:p>
        </p:txBody>
      </p:sp>
    </p:spTree>
    <p:extLst>
      <p:ext uri="{BB962C8B-B14F-4D97-AF65-F5344CB8AC3E}">
        <p14:creationId xmlns:p14="http://schemas.microsoft.com/office/powerpoint/2010/main" val="37531913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D46632B5-BEDB-5424-58D9-B31AA1BB1767}"/>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604332" y="-80507"/>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mc:AlternateContent xmlns:mc="http://schemas.openxmlformats.org/markup-compatibility/2006" xmlns:a14="http://schemas.microsoft.com/office/drawing/2010/main">
        <mc:Choice Requires="a14">
          <p:sp>
            <p:nvSpPr>
              <p:cNvPr id="6173" name="Object 4">
                <a:extLst>
                  <a:ext uri="{FF2B5EF4-FFF2-40B4-BE49-F238E27FC236}">
                    <a16:creationId xmlns:a16="http://schemas.microsoft.com/office/drawing/2014/main" id="{8BDE13F3-F813-EE54-7809-DE62A61ACE64}"/>
                  </a:ext>
                </a:extLst>
              </p:cNvPr>
              <p:cNvSpPr txBox="1"/>
              <p:nvPr/>
            </p:nvSpPr>
            <p:spPr bwMode="auto">
              <a:xfrm>
                <a:off x="4912842" y="1475177"/>
                <a:ext cx="2182813" cy="1123950"/>
              </a:xfrm>
              <a:prstGeom prst="rect">
                <a:avLst/>
              </a:prstGeom>
              <a:solidFill>
                <a:srgbClr val="CCFFCC"/>
              </a:solidFill>
              <a:ln w="38100">
                <a:solidFill>
                  <a:srgbClr val="000000"/>
                </a:solidFill>
                <a:miter lim="800000"/>
                <a:headEnd/>
                <a:tailEnd/>
              </a:ln>
              <a:effectLst>
                <a:outerShdw dist="107763" dir="2700000" algn="ctr" rotWithShape="0">
                  <a:schemeClr val="bg2"/>
                </a:outerShdw>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b="0" i="1" smtClean="0">
                              <a:solidFill>
                                <a:srgbClr val="000000"/>
                              </a:solidFill>
                              <a:latin typeface="Cambria Math" panose="02040503050406030204" pitchFamily="18" charset="0"/>
                            </a:rPr>
                          </m:ctrlPr>
                        </m:sSubPr>
                        <m:e>
                          <m:r>
                            <a:rPr lang="en-IN" i="1" smtClean="0">
                              <a:solidFill>
                                <a:srgbClr val="000000"/>
                              </a:solidFill>
                              <a:latin typeface="Cambria Math" panose="02040503050406030204" pitchFamily="18" charset="0"/>
                            </a:rPr>
                            <m:t>𝑉</m:t>
                          </m:r>
                        </m:e>
                        <m:sub>
                          <m:r>
                            <a:rPr lang="en-US" b="0" i="1" smtClean="0">
                              <a:solidFill>
                                <a:srgbClr val="000000"/>
                              </a:solidFill>
                              <a:latin typeface="Cambria Math" panose="02040503050406030204" pitchFamily="18" charset="0"/>
                            </a:rPr>
                            <m:t>0</m:t>
                          </m:r>
                        </m:sub>
                      </m:sSub>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𝑞</m:t>
                          </m:r>
                        </m:num>
                        <m:den>
                          <m:r>
                            <a:rPr lang="en-IN" i="1">
                              <a:solidFill>
                                <a:srgbClr val="000000"/>
                              </a:solidFill>
                              <a:latin typeface="Cambria Math" panose="02040503050406030204" pitchFamily="18" charset="0"/>
                            </a:rPr>
                            <m:t>𝐶</m:t>
                          </m:r>
                        </m:den>
                      </m:f>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𝑖𝑅</m:t>
                      </m:r>
                    </m:oMath>
                  </m:oMathPara>
                </a14:m>
                <a:endParaRPr lang="en-IN" dirty="0"/>
              </a:p>
            </p:txBody>
          </p:sp>
        </mc:Choice>
        <mc:Fallback xmlns="">
          <p:sp>
            <p:nvSpPr>
              <p:cNvPr id="6173" name="Object 4">
                <a:extLst>
                  <a:ext uri="{FF2B5EF4-FFF2-40B4-BE49-F238E27FC236}">
                    <a16:creationId xmlns:a16="http://schemas.microsoft.com/office/drawing/2014/main" id="{8BDE13F3-F813-EE54-7809-DE62A61ACE64}"/>
                  </a:ext>
                </a:extLst>
              </p:cNvPr>
              <p:cNvSpPr txBox="1">
                <a:spLocks noRot="1" noChangeAspect="1" noMove="1" noResize="1" noEditPoints="1" noAdjustHandles="1" noChangeArrowheads="1" noChangeShapeType="1" noTextEdit="1"/>
              </p:cNvSpPr>
              <p:nvPr/>
            </p:nvSpPr>
            <p:spPr bwMode="auto">
              <a:xfrm>
                <a:off x="4912842" y="1475177"/>
                <a:ext cx="2182813" cy="1123950"/>
              </a:xfrm>
              <a:prstGeom prst="rect">
                <a:avLst/>
              </a:prstGeom>
              <a:blipFill>
                <a:blip r:embed="rId6"/>
                <a:stretch>
                  <a:fillRect/>
                </a:stretch>
              </a:blipFill>
              <a:ln w="38100">
                <a:solidFill>
                  <a:srgbClr val="000000"/>
                </a:solidFill>
                <a:miter lim="800000"/>
                <a:headEnd/>
                <a:tailEnd/>
              </a:ln>
              <a:effectLst>
                <a:outerShdw dist="107763" dir="2700000" algn="ctr" rotWithShape="0">
                  <a:schemeClr val="bg2"/>
                </a:outerShdw>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74" name="Object 64">
                <a:extLst>
                  <a:ext uri="{FF2B5EF4-FFF2-40B4-BE49-F238E27FC236}">
                    <a16:creationId xmlns:a16="http://schemas.microsoft.com/office/drawing/2014/main" id="{E47F359B-6927-EFF0-CE58-3CF2D820D65A}"/>
                  </a:ext>
                </a:extLst>
              </p:cNvPr>
              <p:cNvSpPr txBox="1"/>
              <p:nvPr/>
            </p:nvSpPr>
            <p:spPr bwMode="auto">
              <a:xfrm>
                <a:off x="5029200" y="2803661"/>
                <a:ext cx="1950098" cy="685800"/>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IN" b="0" i="1" smtClean="0">
                          <a:solidFill>
                            <a:srgbClr val="FF0000"/>
                          </a:solidFill>
                          <a:latin typeface="Cambria Math" panose="02040503050406030204" pitchFamily="18" charset="0"/>
                        </a:rPr>
                        <m:t>𝑅</m:t>
                      </m:r>
                      <m:f>
                        <m:fPr>
                          <m:ctrlPr>
                            <a:rPr lang="en-IN" i="1">
                              <a:solidFill>
                                <a:srgbClr val="FF0000"/>
                              </a:solidFill>
                              <a:latin typeface="Cambria Math" panose="02040503050406030204" pitchFamily="18" charset="0"/>
                            </a:rPr>
                          </m:ctrlPr>
                        </m:fPr>
                        <m:num>
                          <m:r>
                            <a:rPr lang="en-IN" b="0" i="1">
                              <a:solidFill>
                                <a:srgbClr val="FF0000"/>
                              </a:solidFill>
                              <a:latin typeface="Cambria Math" panose="02040503050406030204" pitchFamily="18" charset="0"/>
                            </a:rPr>
                            <m:t>𝑑𝑞</m:t>
                          </m:r>
                        </m:num>
                        <m:den>
                          <m:r>
                            <a:rPr lang="en-IN" b="0" i="1">
                              <a:solidFill>
                                <a:srgbClr val="FF0000"/>
                              </a:solidFill>
                              <a:latin typeface="Cambria Math" panose="02040503050406030204" pitchFamily="18" charset="0"/>
                            </a:rPr>
                            <m:t>𝑑𝑡</m:t>
                          </m:r>
                        </m:den>
                      </m:f>
                      <m:r>
                        <a:rPr lang="en-IN" b="0" i="1">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a:rPr lang="en-IN" b="0" i="1">
                              <a:solidFill>
                                <a:srgbClr val="FF0000"/>
                              </a:solidFill>
                              <a:latin typeface="Cambria Math" panose="02040503050406030204" pitchFamily="18" charset="0"/>
                            </a:rPr>
                            <m:t>𝑉</m:t>
                          </m:r>
                        </m:e>
                        <m:sub>
                          <m:r>
                            <a:rPr lang="en-IN" b="0" i="1">
                              <a:solidFill>
                                <a:srgbClr val="FF0000"/>
                              </a:solidFill>
                              <a:latin typeface="Cambria Math" panose="02040503050406030204" pitchFamily="18" charset="0"/>
                            </a:rPr>
                            <m:t>0</m:t>
                          </m:r>
                        </m:sub>
                      </m:sSub>
                      <m:r>
                        <a:rPr lang="en-IN" b="0" i="1">
                          <a:solidFill>
                            <a:srgbClr val="FF0000"/>
                          </a:solidFill>
                          <a:latin typeface="Cambria Math" panose="02040503050406030204" pitchFamily="18" charset="0"/>
                        </a:rPr>
                        <m:t>−</m:t>
                      </m:r>
                      <m:f>
                        <m:fPr>
                          <m:ctrlPr>
                            <a:rPr lang="en-IN" i="1">
                              <a:solidFill>
                                <a:srgbClr val="FF0000"/>
                              </a:solidFill>
                              <a:latin typeface="Cambria Math" panose="02040503050406030204" pitchFamily="18" charset="0"/>
                            </a:rPr>
                          </m:ctrlPr>
                        </m:fPr>
                        <m:num>
                          <m:r>
                            <a:rPr lang="en-IN" b="0" i="1">
                              <a:solidFill>
                                <a:srgbClr val="FF0000"/>
                              </a:solidFill>
                              <a:latin typeface="Cambria Math" panose="02040503050406030204" pitchFamily="18" charset="0"/>
                            </a:rPr>
                            <m:t>𝑞</m:t>
                          </m:r>
                        </m:num>
                        <m:den>
                          <m:r>
                            <a:rPr lang="en-IN" b="0" i="1">
                              <a:solidFill>
                                <a:srgbClr val="FF0000"/>
                              </a:solidFill>
                              <a:latin typeface="Cambria Math" panose="02040503050406030204" pitchFamily="18" charset="0"/>
                            </a:rPr>
                            <m:t>𝐶</m:t>
                          </m:r>
                        </m:den>
                      </m:f>
                    </m:oMath>
                  </m:oMathPara>
                </a14:m>
                <a:endParaRPr lang="en-IN" dirty="0">
                  <a:solidFill>
                    <a:srgbClr val="FF0000"/>
                  </a:solidFill>
                </a:endParaRPr>
              </a:p>
            </p:txBody>
          </p:sp>
        </mc:Choice>
        <mc:Fallback xmlns="">
          <p:sp>
            <p:nvSpPr>
              <p:cNvPr id="6174" name="Object 64">
                <a:extLst>
                  <a:ext uri="{FF2B5EF4-FFF2-40B4-BE49-F238E27FC236}">
                    <a16:creationId xmlns:a16="http://schemas.microsoft.com/office/drawing/2014/main" id="{E47F359B-6927-EFF0-CE58-3CF2D820D65A}"/>
                  </a:ext>
                </a:extLst>
              </p:cNvPr>
              <p:cNvSpPr txBox="1">
                <a:spLocks noRot="1" noChangeAspect="1" noMove="1" noResize="1" noEditPoints="1" noAdjustHandles="1" noChangeArrowheads="1" noChangeShapeType="1" noTextEdit="1"/>
              </p:cNvSpPr>
              <p:nvPr/>
            </p:nvSpPr>
            <p:spPr bwMode="auto">
              <a:xfrm>
                <a:off x="5029200" y="2803661"/>
                <a:ext cx="1950098" cy="685800"/>
              </a:xfrm>
              <a:prstGeom prst="rect">
                <a:avLst/>
              </a:prstGeom>
              <a:blipFill>
                <a:blip r:embed="rId7"/>
                <a:stretch>
                  <a:fillRect/>
                </a:stretch>
              </a:blipFill>
              <a:ln>
                <a:noFill/>
              </a:ln>
              <a:effectLst/>
            </p:spPr>
            <p:txBody>
              <a:bodyPr/>
              <a:lstStyle/>
              <a:p>
                <a:r>
                  <a:rPr lang="en-IN">
                    <a:noFill/>
                  </a:rPr>
                  <a:t> </a:t>
                </a:r>
              </a:p>
            </p:txBody>
          </p:sp>
        </mc:Fallback>
      </mc:AlternateContent>
      <p:grpSp>
        <p:nvGrpSpPr>
          <p:cNvPr id="6176" name="Group 6175">
            <a:extLst>
              <a:ext uri="{FF2B5EF4-FFF2-40B4-BE49-F238E27FC236}">
                <a16:creationId xmlns:a16="http://schemas.microsoft.com/office/drawing/2014/main" id="{156DD987-0D3E-F38A-19E4-F52D5582C23E}"/>
              </a:ext>
            </a:extLst>
          </p:cNvPr>
          <p:cNvGrpSpPr/>
          <p:nvPr/>
        </p:nvGrpSpPr>
        <p:grpSpPr>
          <a:xfrm>
            <a:off x="607400" y="1150533"/>
            <a:ext cx="4029805" cy="2603218"/>
            <a:chOff x="607400" y="1139312"/>
            <a:chExt cx="4029805" cy="2603218"/>
          </a:xfrm>
        </p:grpSpPr>
        <p:pic>
          <p:nvPicPr>
            <p:cNvPr id="6177" name="Picture 6176">
              <a:extLst>
                <a:ext uri="{FF2B5EF4-FFF2-40B4-BE49-F238E27FC236}">
                  <a16:creationId xmlns:a16="http://schemas.microsoft.com/office/drawing/2014/main" id="{BC379EC0-D5AF-C0E7-1C81-08C74D03FAE6}"/>
                </a:ext>
              </a:extLst>
            </p:cNvPr>
            <p:cNvPicPr>
              <a:picLocks noChangeAspect="1"/>
            </p:cNvPicPr>
            <p:nvPr/>
          </p:nvPicPr>
          <p:blipFill>
            <a:blip r:embed="rId8"/>
            <a:stretch>
              <a:fillRect/>
            </a:stretch>
          </p:blipFill>
          <p:spPr>
            <a:xfrm>
              <a:off x="607400" y="1139312"/>
              <a:ext cx="4029805" cy="2603218"/>
            </a:xfrm>
            <a:prstGeom prst="rect">
              <a:avLst/>
            </a:prstGeom>
          </p:spPr>
        </p:pic>
        <mc:AlternateContent xmlns:mc="http://schemas.openxmlformats.org/markup-compatibility/2006" xmlns:a14="http://schemas.microsoft.com/office/drawing/2010/main">
          <mc:Choice Requires="a14">
            <p:sp>
              <p:nvSpPr>
                <p:cNvPr id="6178" name="TextBox 6177">
                  <a:extLst>
                    <a:ext uri="{FF2B5EF4-FFF2-40B4-BE49-F238E27FC236}">
                      <a16:creationId xmlns:a16="http://schemas.microsoft.com/office/drawing/2014/main" id="{B8B0A766-EB1F-E39E-2EE9-D9DD11428050}"/>
                    </a:ext>
                  </a:extLst>
                </p:cNvPr>
                <p:cNvSpPr txBox="1"/>
                <p:nvPr/>
              </p:nvSpPr>
              <p:spPr>
                <a:xfrm>
                  <a:off x="779105" y="1873449"/>
                  <a:ext cx="47119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800" b="1" i="1" smtClean="0">
                                <a:solidFill>
                                  <a:schemeClr val="tx1"/>
                                </a:solidFill>
                                <a:latin typeface="Cambria Math" panose="02040503050406030204" pitchFamily="18" charset="0"/>
                              </a:rPr>
                            </m:ctrlPr>
                          </m:sSubPr>
                          <m:e>
                            <m:r>
                              <a:rPr lang="en-IN" sz="2800" b="1" i="1" smtClean="0">
                                <a:solidFill>
                                  <a:schemeClr val="tx1"/>
                                </a:solidFill>
                                <a:latin typeface="Cambria Math" panose="02040503050406030204" pitchFamily="18" charset="0"/>
                              </a:rPr>
                              <m:t>𝑽</m:t>
                            </m:r>
                          </m:e>
                          <m:sub>
                            <m:r>
                              <a:rPr lang="en-US" sz="2800" b="1" i="1" smtClean="0">
                                <a:solidFill>
                                  <a:schemeClr val="tx1"/>
                                </a:solidFill>
                                <a:latin typeface="Cambria Math" panose="02040503050406030204" pitchFamily="18" charset="0"/>
                              </a:rPr>
                              <m:t>𝟎</m:t>
                            </m:r>
                          </m:sub>
                        </m:sSub>
                      </m:oMath>
                    </m:oMathPara>
                  </a14:m>
                  <a:endParaRPr lang="en-IN" sz="2800" b="1" dirty="0">
                    <a:solidFill>
                      <a:schemeClr val="tx1"/>
                    </a:solidFill>
                  </a:endParaRPr>
                </a:p>
              </p:txBody>
            </p:sp>
          </mc:Choice>
          <mc:Fallback xmlns="">
            <p:sp>
              <p:nvSpPr>
                <p:cNvPr id="6178" name="TextBox 6177">
                  <a:extLst>
                    <a:ext uri="{FF2B5EF4-FFF2-40B4-BE49-F238E27FC236}">
                      <a16:creationId xmlns:a16="http://schemas.microsoft.com/office/drawing/2014/main" id="{B8B0A766-EB1F-E39E-2EE9-D9DD11428050}"/>
                    </a:ext>
                  </a:extLst>
                </p:cNvPr>
                <p:cNvSpPr txBox="1">
                  <a:spLocks noRot="1" noChangeAspect="1" noMove="1" noResize="1" noEditPoints="1" noAdjustHandles="1" noChangeArrowheads="1" noChangeShapeType="1" noTextEdit="1"/>
                </p:cNvSpPr>
                <p:nvPr/>
              </p:nvSpPr>
              <p:spPr>
                <a:xfrm>
                  <a:off x="779105" y="1873449"/>
                  <a:ext cx="471197" cy="523220"/>
                </a:xfrm>
                <a:prstGeom prst="rect">
                  <a:avLst/>
                </a:prstGeom>
                <a:blipFill>
                  <a:blip r:embed="rId9"/>
                  <a:stretch>
                    <a:fillRect/>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DDE27EF-4FF1-99D7-9D4B-8767B389D4F7}"/>
                  </a:ext>
                </a:extLst>
              </p:cNvPr>
              <p:cNvSpPr txBox="1"/>
              <p:nvPr/>
            </p:nvSpPr>
            <p:spPr>
              <a:xfrm>
                <a:off x="7576130" y="1952796"/>
                <a:ext cx="3899178" cy="646331"/>
              </a:xfrm>
              <a:prstGeom prst="rect">
                <a:avLst/>
              </a:prstGeom>
              <a:solidFill>
                <a:schemeClr val="bg1"/>
              </a:solidFill>
            </p:spPr>
            <p:txBody>
              <a:bodyPr wrap="square" rtlCol="0">
                <a:spAutoFit/>
              </a:bodyPr>
              <a:lstStyle/>
              <a:p>
                <a:r>
                  <a:rPr lang="en-US" dirty="0">
                    <a:solidFill>
                      <a:srgbClr val="FF0000"/>
                    </a:solidFill>
                    <a:latin typeface="Cambria" panose="02040503050406030204" pitchFamily="18" charset="0"/>
                    <a:ea typeface="Cambria" panose="02040503050406030204" pitchFamily="18" charset="0"/>
                  </a:rPr>
                  <a:t>Q: What will be the asymptotic value of </a:t>
                </a:r>
                <a14:m>
                  <m:oMath xmlns:m="http://schemas.openxmlformats.org/officeDocument/2006/math">
                    <m:r>
                      <a:rPr lang="en-US" i="1" dirty="0" smtClean="0">
                        <a:solidFill>
                          <a:srgbClr val="FF0000"/>
                        </a:solidFill>
                        <a:latin typeface="Cambria Math" panose="02040503050406030204" pitchFamily="18" charset="0"/>
                      </a:rPr>
                      <m:t>𝑞</m:t>
                    </m:r>
                  </m:oMath>
                </a14:m>
                <a:r>
                  <a:rPr lang="en-US" dirty="0">
                    <a:solidFill>
                      <a:srgbClr val="FF0000"/>
                    </a:solidFill>
                    <a:latin typeface="Cambria" panose="02040503050406030204" pitchFamily="18" charset="0"/>
                    <a:ea typeface="Cambria" panose="02040503050406030204" pitchFamily="18" charset="0"/>
                  </a:rPr>
                  <a:t>?</a:t>
                </a:r>
              </a:p>
            </p:txBody>
          </p:sp>
        </mc:Choice>
        <mc:Fallback xmlns="">
          <p:sp>
            <p:nvSpPr>
              <p:cNvPr id="3" name="TextBox 2">
                <a:extLst>
                  <a:ext uri="{FF2B5EF4-FFF2-40B4-BE49-F238E27FC236}">
                    <a16:creationId xmlns:a16="http://schemas.microsoft.com/office/drawing/2014/main" id="{6DDE27EF-4FF1-99D7-9D4B-8767B389D4F7}"/>
                  </a:ext>
                </a:extLst>
              </p:cNvPr>
              <p:cNvSpPr txBox="1">
                <a:spLocks noRot="1" noChangeAspect="1" noMove="1" noResize="1" noEditPoints="1" noAdjustHandles="1" noChangeArrowheads="1" noChangeShapeType="1" noTextEdit="1"/>
              </p:cNvSpPr>
              <p:nvPr/>
            </p:nvSpPr>
            <p:spPr>
              <a:xfrm>
                <a:off x="7576130" y="1952796"/>
                <a:ext cx="3899178" cy="646331"/>
              </a:xfrm>
              <a:prstGeom prst="rect">
                <a:avLst/>
              </a:prstGeom>
              <a:blipFill>
                <a:blip r:embed="rId10"/>
                <a:stretch>
                  <a:fillRect l="-1408" t="-5660" b="-13208"/>
                </a:stretch>
              </a:blipFill>
            </p:spPr>
            <p:txBody>
              <a:bodyPr/>
              <a:lstStyle/>
              <a:p>
                <a:r>
                  <a:rPr lang="en-IN">
                    <a:noFill/>
                  </a:rPr>
                  <a:t> </a:t>
                </a:r>
              </a:p>
            </p:txBody>
          </p:sp>
        </mc:Fallback>
      </mc:AlternateContent>
      <p:sp>
        <p:nvSpPr>
          <p:cNvPr id="7" name="Rectangle 2">
            <a:extLst>
              <a:ext uri="{FF2B5EF4-FFF2-40B4-BE49-F238E27FC236}">
                <a16:creationId xmlns:a16="http://schemas.microsoft.com/office/drawing/2014/main" id="{3CE21C21-D34D-6BD3-0CE0-4737267D824A}"/>
              </a:ext>
            </a:extLst>
          </p:cNvPr>
          <p:cNvSpPr>
            <a:spLocks noGrp="1" noChangeArrowheads="1"/>
          </p:cNvSpPr>
          <p:nvPr>
            <p:ph type="title"/>
          </p:nvPr>
        </p:nvSpPr>
        <p:spPr>
          <a:xfrm>
            <a:off x="5035684" y="41580"/>
            <a:ext cx="6406110" cy="519113"/>
          </a:xfrm>
          <a:solidFill>
            <a:schemeClr val="bg1"/>
          </a:solidFill>
        </p:spPr>
        <p:txBody>
          <a:bodyPr>
            <a:normAutofit/>
          </a:bodyPr>
          <a:lstStyle/>
          <a:p>
            <a:pPr algn="ctr"/>
            <a:r>
              <a:rPr lang="en-US" altLang="en-US" sz="2800" b="1">
                <a:solidFill>
                  <a:srgbClr val="FF0000"/>
                </a:solidFill>
                <a:latin typeface="Cambria" panose="02040503050406030204" pitchFamily="18" charset="0"/>
                <a:ea typeface="Cambria" panose="02040503050406030204" pitchFamily="18" charset="0"/>
              </a:rPr>
              <a:t>RC Circuit: Charging Capacitor</a:t>
            </a:r>
          </a:p>
        </p:txBody>
      </p:sp>
    </p:spTree>
    <p:extLst>
      <p:ext uri="{BB962C8B-B14F-4D97-AF65-F5344CB8AC3E}">
        <p14:creationId xmlns:p14="http://schemas.microsoft.com/office/powerpoint/2010/main" val="9030287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D46632B5-BEDB-5424-58D9-B31AA1BB1767}"/>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604332" y="-80507"/>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4" name="Rectangle 2">
            <a:extLst>
              <a:ext uri="{FF2B5EF4-FFF2-40B4-BE49-F238E27FC236}">
                <a16:creationId xmlns:a16="http://schemas.microsoft.com/office/drawing/2014/main" id="{BF0A5A60-2D94-0F8B-3F19-C1E7531D5474}"/>
              </a:ext>
            </a:extLst>
          </p:cNvPr>
          <p:cNvSpPr>
            <a:spLocks noGrp="1" noChangeArrowheads="1"/>
          </p:cNvSpPr>
          <p:nvPr>
            <p:ph type="title"/>
          </p:nvPr>
        </p:nvSpPr>
        <p:spPr>
          <a:xfrm>
            <a:off x="5035684" y="41580"/>
            <a:ext cx="6406110" cy="519113"/>
          </a:xfrm>
          <a:solidFill>
            <a:schemeClr val="bg1"/>
          </a:solidFill>
        </p:spPr>
        <p:txBody>
          <a:bodyPr>
            <a:normAutofit/>
          </a:bodyPr>
          <a:lstStyle/>
          <a:p>
            <a:pPr algn="ctr"/>
            <a:r>
              <a:rPr lang="en-US" altLang="en-US" sz="2800" b="1">
                <a:solidFill>
                  <a:srgbClr val="FF0000"/>
                </a:solidFill>
                <a:latin typeface="Cambria" panose="02040503050406030204" pitchFamily="18" charset="0"/>
                <a:ea typeface="Cambria" panose="02040503050406030204" pitchFamily="18" charset="0"/>
              </a:rPr>
              <a:t>RC Circuit: Charging Capacitor</a:t>
            </a:r>
          </a:p>
        </p:txBody>
      </p:sp>
      <mc:AlternateContent xmlns:mc="http://schemas.openxmlformats.org/markup-compatibility/2006" xmlns:a14="http://schemas.microsoft.com/office/drawing/2010/main">
        <mc:Choice Requires="a14">
          <p:sp>
            <p:nvSpPr>
              <p:cNvPr id="6" name="Object 4">
                <a:extLst>
                  <a:ext uri="{FF2B5EF4-FFF2-40B4-BE49-F238E27FC236}">
                    <a16:creationId xmlns:a16="http://schemas.microsoft.com/office/drawing/2014/main" id="{E9DAE0C5-EA0B-B4A5-FBF4-FD348A5940CF}"/>
                  </a:ext>
                </a:extLst>
              </p:cNvPr>
              <p:cNvSpPr txBox="1"/>
              <p:nvPr/>
            </p:nvSpPr>
            <p:spPr bwMode="auto">
              <a:xfrm>
                <a:off x="4912842" y="1475177"/>
                <a:ext cx="2182813" cy="1123950"/>
              </a:xfrm>
              <a:prstGeom prst="rect">
                <a:avLst/>
              </a:prstGeom>
              <a:solidFill>
                <a:srgbClr val="CCFFCC"/>
              </a:solidFill>
              <a:ln w="38100">
                <a:solidFill>
                  <a:srgbClr val="000000"/>
                </a:solidFill>
                <a:miter lim="800000"/>
                <a:headEnd/>
                <a:tailEnd/>
              </a:ln>
              <a:effectLst>
                <a:outerShdw dist="107763" dir="2700000" algn="ctr" rotWithShape="0">
                  <a:schemeClr val="bg2"/>
                </a:outerShdw>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b="0" i="1" smtClean="0">
                              <a:solidFill>
                                <a:srgbClr val="000000"/>
                              </a:solidFill>
                              <a:latin typeface="Cambria Math" panose="02040503050406030204" pitchFamily="18" charset="0"/>
                            </a:rPr>
                          </m:ctrlPr>
                        </m:sSubPr>
                        <m:e>
                          <m:r>
                            <a:rPr lang="en-IN" i="1" smtClean="0">
                              <a:solidFill>
                                <a:srgbClr val="000000"/>
                              </a:solidFill>
                              <a:latin typeface="Cambria Math" panose="02040503050406030204" pitchFamily="18" charset="0"/>
                            </a:rPr>
                            <m:t>𝑉</m:t>
                          </m:r>
                        </m:e>
                        <m:sub>
                          <m:r>
                            <a:rPr lang="en-US" b="0" i="1" smtClean="0">
                              <a:solidFill>
                                <a:srgbClr val="000000"/>
                              </a:solidFill>
                              <a:latin typeface="Cambria Math" panose="02040503050406030204" pitchFamily="18" charset="0"/>
                            </a:rPr>
                            <m:t>0</m:t>
                          </m:r>
                        </m:sub>
                      </m:sSub>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𝑞</m:t>
                          </m:r>
                        </m:num>
                        <m:den>
                          <m:r>
                            <a:rPr lang="en-IN" i="1">
                              <a:solidFill>
                                <a:srgbClr val="000000"/>
                              </a:solidFill>
                              <a:latin typeface="Cambria Math" panose="02040503050406030204" pitchFamily="18" charset="0"/>
                            </a:rPr>
                            <m:t>𝐶</m:t>
                          </m:r>
                        </m:den>
                      </m:f>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𝑖𝑅</m:t>
                      </m:r>
                    </m:oMath>
                  </m:oMathPara>
                </a14:m>
                <a:endParaRPr lang="en-IN" dirty="0"/>
              </a:p>
            </p:txBody>
          </p:sp>
        </mc:Choice>
        <mc:Fallback xmlns="">
          <p:sp>
            <p:nvSpPr>
              <p:cNvPr id="6" name="Object 4">
                <a:extLst>
                  <a:ext uri="{FF2B5EF4-FFF2-40B4-BE49-F238E27FC236}">
                    <a16:creationId xmlns:a16="http://schemas.microsoft.com/office/drawing/2014/main" id="{E9DAE0C5-EA0B-B4A5-FBF4-FD348A5940CF}"/>
                  </a:ext>
                </a:extLst>
              </p:cNvPr>
              <p:cNvSpPr txBox="1">
                <a:spLocks noRot="1" noChangeAspect="1" noMove="1" noResize="1" noEditPoints="1" noAdjustHandles="1" noChangeArrowheads="1" noChangeShapeType="1" noTextEdit="1"/>
              </p:cNvSpPr>
              <p:nvPr/>
            </p:nvSpPr>
            <p:spPr bwMode="auto">
              <a:xfrm>
                <a:off x="4912842" y="1475177"/>
                <a:ext cx="2182813" cy="1123950"/>
              </a:xfrm>
              <a:prstGeom prst="rect">
                <a:avLst/>
              </a:prstGeom>
              <a:blipFill>
                <a:blip r:embed="rId4"/>
                <a:stretch>
                  <a:fillRect/>
                </a:stretch>
              </a:blipFill>
              <a:ln w="38100">
                <a:solidFill>
                  <a:srgbClr val="000000"/>
                </a:solidFill>
                <a:miter lim="800000"/>
                <a:headEnd/>
                <a:tailEnd/>
              </a:ln>
              <a:effectLst>
                <a:outerShdw dist="107763" dir="2700000" algn="ctr" rotWithShape="0">
                  <a:schemeClr val="bg2"/>
                </a:outerShdw>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55" name="Object 64">
                <a:extLst>
                  <a:ext uri="{FF2B5EF4-FFF2-40B4-BE49-F238E27FC236}">
                    <a16:creationId xmlns:a16="http://schemas.microsoft.com/office/drawing/2014/main" id="{BB4A131F-18D1-2407-EECB-95F365B5F7DA}"/>
                  </a:ext>
                </a:extLst>
              </p:cNvPr>
              <p:cNvSpPr txBox="1"/>
              <p:nvPr/>
            </p:nvSpPr>
            <p:spPr bwMode="auto">
              <a:xfrm>
                <a:off x="5029200" y="2803661"/>
                <a:ext cx="1950098" cy="685800"/>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IN" b="0" i="1" smtClean="0">
                          <a:solidFill>
                            <a:srgbClr val="FF0000"/>
                          </a:solidFill>
                          <a:latin typeface="Cambria Math" panose="02040503050406030204" pitchFamily="18" charset="0"/>
                        </a:rPr>
                        <m:t>𝑅</m:t>
                      </m:r>
                      <m:f>
                        <m:fPr>
                          <m:ctrlPr>
                            <a:rPr lang="en-IN" i="1">
                              <a:solidFill>
                                <a:srgbClr val="FF0000"/>
                              </a:solidFill>
                              <a:latin typeface="Cambria Math" panose="02040503050406030204" pitchFamily="18" charset="0"/>
                            </a:rPr>
                          </m:ctrlPr>
                        </m:fPr>
                        <m:num>
                          <m:r>
                            <a:rPr lang="en-IN" b="0" i="1">
                              <a:solidFill>
                                <a:srgbClr val="FF0000"/>
                              </a:solidFill>
                              <a:latin typeface="Cambria Math" panose="02040503050406030204" pitchFamily="18" charset="0"/>
                            </a:rPr>
                            <m:t>𝑑𝑞</m:t>
                          </m:r>
                        </m:num>
                        <m:den>
                          <m:r>
                            <a:rPr lang="en-IN" b="0" i="1">
                              <a:solidFill>
                                <a:srgbClr val="FF0000"/>
                              </a:solidFill>
                              <a:latin typeface="Cambria Math" panose="02040503050406030204" pitchFamily="18" charset="0"/>
                            </a:rPr>
                            <m:t>𝑑𝑡</m:t>
                          </m:r>
                        </m:den>
                      </m:f>
                      <m:r>
                        <a:rPr lang="en-IN" b="0" i="1">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a:rPr lang="en-IN" b="0" i="1">
                              <a:solidFill>
                                <a:srgbClr val="FF0000"/>
                              </a:solidFill>
                              <a:latin typeface="Cambria Math" panose="02040503050406030204" pitchFamily="18" charset="0"/>
                            </a:rPr>
                            <m:t>𝑉</m:t>
                          </m:r>
                        </m:e>
                        <m:sub>
                          <m:r>
                            <a:rPr lang="en-IN" b="0" i="1">
                              <a:solidFill>
                                <a:srgbClr val="FF0000"/>
                              </a:solidFill>
                              <a:latin typeface="Cambria Math" panose="02040503050406030204" pitchFamily="18" charset="0"/>
                            </a:rPr>
                            <m:t>0</m:t>
                          </m:r>
                        </m:sub>
                      </m:sSub>
                      <m:r>
                        <a:rPr lang="en-IN" b="0" i="1">
                          <a:solidFill>
                            <a:srgbClr val="FF0000"/>
                          </a:solidFill>
                          <a:latin typeface="Cambria Math" panose="02040503050406030204" pitchFamily="18" charset="0"/>
                        </a:rPr>
                        <m:t>−</m:t>
                      </m:r>
                      <m:f>
                        <m:fPr>
                          <m:ctrlPr>
                            <a:rPr lang="en-IN" i="1">
                              <a:solidFill>
                                <a:srgbClr val="FF0000"/>
                              </a:solidFill>
                              <a:latin typeface="Cambria Math" panose="02040503050406030204" pitchFamily="18" charset="0"/>
                            </a:rPr>
                          </m:ctrlPr>
                        </m:fPr>
                        <m:num>
                          <m:r>
                            <a:rPr lang="en-IN" b="0" i="1">
                              <a:solidFill>
                                <a:srgbClr val="FF0000"/>
                              </a:solidFill>
                              <a:latin typeface="Cambria Math" panose="02040503050406030204" pitchFamily="18" charset="0"/>
                            </a:rPr>
                            <m:t>𝑞</m:t>
                          </m:r>
                        </m:num>
                        <m:den>
                          <m:r>
                            <a:rPr lang="en-IN" b="0" i="1">
                              <a:solidFill>
                                <a:srgbClr val="FF0000"/>
                              </a:solidFill>
                              <a:latin typeface="Cambria Math" panose="02040503050406030204" pitchFamily="18" charset="0"/>
                            </a:rPr>
                            <m:t>𝐶</m:t>
                          </m:r>
                        </m:den>
                      </m:f>
                    </m:oMath>
                  </m:oMathPara>
                </a14:m>
                <a:endParaRPr lang="en-IN" dirty="0">
                  <a:solidFill>
                    <a:srgbClr val="FF0000"/>
                  </a:solidFill>
                </a:endParaRPr>
              </a:p>
            </p:txBody>
          </p:sp>
        </mc:Choice>
        <mc:Fallback xmlns="">
          <p:sp>
            <p:nvSpPr>
              <p:cNvPr id="6155" name="Object 64">
                <a:extLst>
                  <a:ext uri="{FF2B5EF4-FFF2-40B4-BE49-F238E27FC236}">
                    <a16:creationId xmlns:a16="http://schemas.microsoft.com/office/drawing/2014/main" id="{BB4A131F-18D1-2407-EECB-95F365B5F7DA}"/>
                  </a:ext>
                </a:extLst>
              </p:cNvPr>
              <p:cNvSpPr txBox="1">
                <a:spLocks noRot="1" noChangeAspect="1" noMove="1" noResize="1" noEditPoints="1" noAdjustHandles="1" noChangeArrowheads="1" noChangeShapeType="1" noTextEdit="1"/>
              </p:cNvSpPr>
              <p:nvPr/>
            </p:nvSpPr>
            <p:spPr bwMode="auto">
              <a:xfrm>
                <a:off x="5029200" y="2803661"/>
                <a:ext cx="1950098" cy="685800"/>
              </a:xfrm>
              <a:prstGeom prst="rect">
                <a:avLst/>
              </a:prstGeom>
              <a:blipFill>
                <a:blip r:embed="rId5"/>
                <a:stretch>
                  <a:fillRect/>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58" name="Object 67">
                <a:extLst>
                  <a:ext uri="{FF2B5EF4-FFF2-40B4-BE49-F238E27FC236}">
                    <a16:creationId xmlns:a16="http://schemas.microsoft.com/office/drawing/2014/main" id="{795C5B30-BE7C-B433-56A7-5AC0B564C28D}"/>
                  </a:ext>
                </a:extLst>
              </p:cNvPr>
              <p:cNvSpPr txBox="1"/>
              <p:nvPr/>
            </p:nvSpPr>
            <p:spPr bwMode="auto">
              <a:xfrm>
                <a:off x="7773701" y="2175392"/>
                <a:ext cx="2629678" cy="828869"/>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xmlns:m="http://schemas.openxmlformats.org/officeDocument/2006/math">
                      <m:nary>
                        <m:naryPr>
                          <m:ctrlPr>
                            <a:rPr lang="en-IN" i="1" smtClean="0">
                              <a:solidFill>
                                <a:srgbClr val="FF0000"/>
                              </a:solidFill>
                              <a:latin typeface="Cambria Math" panose="02040503050406030204" pitchFamily="18" charset="0"/>
                            </a:rPr>
                          </m:ctrlPr>
                        </m:naryPr>
                        <m:sub>
                          <m:r>
                            <a:rPr lang="en-IN" i="1">
                              <a:solidFill>
                                <a:srgbClr val="FF0000"/>
                              </a:solidFill>
                              <a:latin typeface="Cambria Math" panose="02040503050406030204" pitchFamily="18" charset="0"/>
                            </a:rPr>
                            <m:t>0</m:t>
                          </m:r>
                        </m:sub>
                        <m:sup>
                          <m:r>
                            <a:rPr lang="en-IN" i="1">
                              <a:solidFill>
                                <a:srgbClr val="FF0000"/>
                              </a:solidFill>
                              <a:latin typeface="Cambria Math" panose="02040503050406030204" pitchFamily="18" charset="0"/>
                            </a:rPr>
                            <m:t>𝑞</m:t>
                          </m:r>
                        </m:sup>
                        <m:e>
                          <m:f>
                            <m:fPr>
                              <m:ctrlPr>
                                <a:rPr lang="en-IN" i="1">
                                  <a:solidFill>
                                    <a:srgbClr val="FF0000"/>
                                  </a:solidFill>
                                  <a:latin typeface="Cambria Math" panose="02040503050406030204" pitchFamily="18" charset="0"/>
                                </a:rPr>
                              </m:ctrlPr>
                            </m:fPr>
                            <m:num>
                              <m:r>
                                <a:rPr lang="en-IN" i="1">
                                  <a:solidFill>
                                    <a:srgbClr val="FF0000"/>
                                  </a:solidFill>
                                  <a:latin typeface="Cambria Math" panose="02040503050406030204" pitchFamily="18" charset="0"/>
                                </a:rPr>
                                <m:t>𝑑𝑞</m:t>
                              </m:r>
                            </m:num>
                            <m:den>
                              <m:r>
                                <a:rPr lang="en-IN" i="1">
                                  <a:solidFill>
                                    <a:srgbClr val="FF0000"/>
                                  </a:solidFill>
                                  <a:latin typeface="Cambria Math" panose="02040503050406030204" pitchFamily="18" charset="0"/>
                                </a:rPr>
                                <m:t>(</m:t>
                              </m:r>
                              <m:r>
                                <a:rPr lang="en-IN" i="1">
                                  <a:solidFill>
                                    <a:srgbClr val="FF0000"/>
                                  </a:solidFill>
                                  <a:latin typeface="Cambria Math" panose="02040503050406030204" pitchFamily="18" charset="0"/>
                                </a:rPr>
                                <m:t>𝐶</m:t>
                              </m:r>
                              <m:sSub>
                                <m:sSubPr>
                                  <m:ctrlPr>
                                    <a:rPr lang="en-IN" b="1" i="1">
                                      <a:solidFill>
                                        <a:srgbClr val="FF0000"/>
                                      </a:solidFill>
                                      <a:latin typeface="Cambria Math" panose="02040503050406030204" pitchFamily="18" charset="0"/>
                                    </a:rPr>
                                  </m:ctrlPr>
                                </m:sSubPr>
                                <m:e>
                                  <m:r>
                                    <a:rPr lang="en-IN" b="0" i="1">
                                      <a:solidFill>
                                        <a:srgbClr val="FF0000"/>
                                      </a:solidFill>
                                      <a:latin typeface="Cambria Math" panose="02040503050406030204" pitchFamily="18" charset="0"/>
                                    </a:rPr>
                                    <m:t>𝑉</m:t>
                                  </m:r>
                                </m:e>
                                <m:sub>
                                  <m:r>
                                    <a:rPr lang="en-IN" b="1" i="1">
                                      <a:solidFill>
                                        <a:srgbClr val="FF0000"/>
                                      </a:solidFill>
                                      <a:latin typeface="Cambria Math" panose="02040503050406030204" pitchFamily="18" charset="0"/>
                                    </a:rPr>
                                    <m:t>𝟎</m:t>
                                  </m:r>
                                </m:sub>
                              </m:sSub>
                              <m:r>
                                <a:rPr lang="en-IN" i="1">
                                  <a:solidFill>
                                    <a:srgbClr val="FF0000"/>
                                  </a:solidFill>
                                  <a:latin typeface="Cambria Math" panose="02040503050406030204" pitchFamily="18" charset="0"/>
                                </a:rPr>
                                <m:t>−</m:t>
                              </m:r>
                              <m:r>
                                <a:rPr lang="en-IN" i="1">
                                  <a:solidFill>
                                    <a:srgbClr val="FF0000"/>
                                  </a:solidFill>
                                  <a:latin typeface="Cambria Math" panose="02040503050406030204" pitchFamily="18" charset="0"/>
                                </a:rPr>
                                <m:t>𝑞</m:t>
                              </m:r>
                              <m:r>
                                <a:rPr lang="en-IN" i="1">
                                  <a:solidFill>
                                    <a:srgbClr val="FF0000"/>
                                  </a:solidFill>
                                  <a:latin typeface="Cambria Math" panose="02040503050406030204" pitchFamily="18" charset="0"/>
                                </a:rPr>
                                <m:t>)</m:t>
                              </m:r>
                            </m:den>
                          </m:f>
                        </m:e>
                      </m:nary>
                      <m:r>
                        <a:rPr lang="en-IN" i="1">
                          <a:solidFill>
                            <a:srgbClr val="FF0000"/>
                          </a:solidFill>
                          <a:latin typeface="Cambria Math" panose="02040503050406030204" pitchFamily="18" charset="0"/>
                        </a:rPr>
                        <m:t>=</m:t>
                      </m:r>
                      <m:nary>
                        <m:naryPr>
                          <m:ctrlPr>
                            <a:rPr lang="en-IN" i="1">
                              <a:solidFill>
                                <a:srgbClr val="FF0000"/>
                              </a:solidFill>
                              <a:latin typeface="Cambria Math" panose="02040503050406030204" pitchFamily="18" charset="0"/>
                            </a:rPr>
                          </m:ctrlPr>
                        </m:naryPr>
                        <m:sub>
                          <m:r>
                            <a:rPr lang="en-IN" i="1">
                              <a:solidFill>
                                <a:srgbClr val="FF0000"/>
                              </a:solidFill>
                              <a:latin typeface="Cambria Math" panose="02040503050406030204" pitchFamily="18" charset="0"/>
                            </a:rPr>
                            <m:t>𝑜</m:t>
                          </m:r>
                        </m:sub>
                        <m:sup>
                          <m:r>
                            <a:rPr lang="en-IN" i="1">
                              <a:solidFill>
                                <a:srgbClr val="FF0000"/>
                              </a:solidFill>
                              <a:latin typeface="Cambria Math" panose="02040503050406030204" pitchFamily="18" charset="0"/>
                            </a:rPr>
                            <m:t>𝑡</m:t>
                          </m:r>
                        </m:sup>
                        <m:e>
                          <m:f>
                            <m:fPr>
                              <m:ctrlPr>
                                <a:rPr lang="en-IN" i="1">
                                  <a:solidFill>
                                    <a:srgbClr val="FF0000"/>
                                  </a:solidFill>
                                  <a:latin typeface="Cambria Math" panose="02040503050406030204" pitchFamily="18" charset="0"/>
                                </a:rPr>
                              </m:ctrlPr>
                            </m:fPr>
                            <m:num>
                              <m:r>
                                <a:rPr lang="en-IN" i="1">
                                  <a:solidFill>
                                    <a:srgbClr val="FF0000"/>
                                  </a:solidFill>
                                  <a:latin typeface="Cambria Math" panose="02040503050406030204" pitchFamily="18" charset="0"/>
                                </a:rPr>
                                <m:t>𝑑𝑡</m:t>
                              </m:r>
                            </m:num>
                            <m:den>
                              <m:r>
                                <a:rPr lang="en-IN" i="1">
                                  <a:solidFill>
                                    <a:srgbClr val="FF0000"/>
                                  </a:solidFill>
                                  <a:latin typeface="Cambria Math" panose="02040503050406030204" pitchFamily="18" charset="0"/>
                                </a:rPr>
                                <m:t>𝑅𝐶</m:t>
                              </m:r>
                            </m:den>
                          </m:f>
                        </m:e>
                      </m:nary>
                    </m:oMath>
                  </m:oMathPara>
                </a14:m>
                <a:endParaRPr lang="en-IN" dirty="0">
                  <a:solidFill>
                    <a:srgbClr val="FF0000"/>
                  </a:solidFill>
                </a:endParaRPr>
              </a:p>
            </p:txBody>
          </p:sp>
        </mc:Choice>
        <mc:Fallback xmlns="">
          <p:sp>
            <p:nvSpPr>
              <p:cNvPr id="6158" name="Object 67">
                <a:extLst>
                  <a:ext uri="{FF2B5EF4-FFF2-40B4-BE49-F238E27FC236}">
                    <a16:creationId xmlns:a16="http://schemas.microsoft.com/office/drawing/2014/main" id="{795C5B30-BE7C-B433-56A7-5AC0B564C28D}"/>
                  </a:ext>
                </a:extLst>
              </p:cNvPr>
              <p:cNvSpPr txBox="1">
                <a:spLocks noRot="1" noChangeAspect="1" noMove="1" noResize="1" noEditPoints="1" noAdjustHandles="1" noChangeArrowheads="1" noChangeShapeType="1" noTextEdit="1"/>
              </p:cNvSpPr>
              <p:nvPr/>
            </p:nvSpPr>
            <p:spPr bwMode="auto">
              <a:xfrm>
                <a:off x="7773701" y="2175392"/>
                <a:ext cx="2629678" cy="828869"/>
              </a:xfrm>
              <a:prstGeom prst="rect">
                <a:avLst/>
              </a:prstGeom>
              <a:blipFill>
                <a:blip r:embed="rId6"/>
                <a:stretch>
                  <a:fillRect/>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bject 65">
                <a:extLst>
                  <a:ext uri="{FF2B5EF4-FFF2-40B4-BE49-F238E27FC236}">
                    <a16:creationId xmlns:a16="http://schemas.microsoft.com/office/drawing/2014/main" id="{28A7BC29-A3B2-5F1D-6D59-1F5186D255BF}"/>
                  </a:ext>
                </a:extLst>
              </p:cNvPr>
              <p:cNvSpPr txBox="1"/>
              <p:nvPr/>
            </p:nvSpPr>
            <p:spPr bwMode="auto">
              <a:xfrm>
                <a:off x="7713111" y="3404474"/>
                <a:ext cx="3520946" cy="685801"/>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xmlns:m="http://schemas.openxmlformats.org/officeDocument/2006/math">
                      <m:func>
                        <m:funcPr>
                          <m:ctrlPr>
                            <a:rPr lang="en-IN" i="1" smtClean="0">
                              <a:solidFill>
                                <a:srgbClr val="FF0000"/>
                              </a:solidFill>
                              <a:latin typeface="Cambria Math" panose="02040503050406030204" pitchFamily="18" charset="0"/>
                            </a:rPr>
                          </m:ctrlPr>
                        </m:funcPr>
                        <m:fName>
                          <m:r>
                            <m:rPr>
                              <m:sty m:val="p"/>
                            </m:rPr>
                            <a:rPr lang="en-IN" i="0">
                              <a:solidFill>
                                <a:srgbClr val="FF0000"/>
                              </a:solidFill>
                              <a:latin typeface="Cambria Math" panose="02040503050406030204" pitchFamily="18" charset="0"/>
                            </a:rPr>
                            <m:t>ln</m:t>
                          </m:r>
                        </m:fName>
                        <m:e>
                          <m:r>
                            <a:rPr lang="en-IN" i="1">
                              <a:solidFill>
                                <a:srgbClr val="FF0000"/>
                              </a:solidFill>
                              <a:latin typeface="Cambria Math" panose="02040503050406030204" pitchFamily="18" charset="0"/>
                            </a:rPr>
                            <m:t>(</m:t>
                          </m:r>
                        </m:e>
                      </m:func>
                      <m:r>
                        <a:rPr lang="en-IN" i="1">
                          <a:solidFill>
                            <a:srgbClr val="FF0000"/>
                          </a:solidFill>
                          <a:latin typeface="Cambria Math" panose="02040503050406030204" pitchFamily="18" charset="0"/>
                        </a:rPr>
                        <m:t>𝐶</m:t>
                      </m:r>
                      <m:sSub>
                        <m:sSubPr>
                          <m:ctrlPr>
                            <a:rPr lang="en-IN" b="1" i="1">
                              <a:solidFill>
                                <a:srgbClr val="FF0000"/>
                              </a:solidFill>
                              <a:latin typeface="Cambria Math" panose="02040503050406030204" pitchFamily="18" charset="0"/>
                            </a:rPr>
                          </m:ctrlPr>
                        </m:sSubPr>
                        <m:e>
                          <m:r>
                            <a:rPr lang="en-IN" b="0" i="1">
                              <a:solidFill>
                                <a:srgbClr val="FF0000"/>
                              </a:solidFill>
                              <a:latin typeface="Cambria Math" panose="02040503050406030204" pitchFamily="18" charset="0"/>
                            </a:rPr>
                            <m:t>𝑉</m:t>
                          </m:r>
                        </m:e>
                        <m:sub>
                          <m:r>
                            <a:rPr lang="en-IN" b="1" i="1">
                              <a:solidFill>
                                <a:srgbClr val="FF0000"/>
                              </a:solidFill>
                              <a:latin typeface="Cambria Math" panose="02040503050406030204" pitchFamily="18" charset="0"/>
                            </a:rPr>
                            <m:t>𝟎</m:t>
                          </m:r>
                        </m:sub>
                      </m:sSub>
                      <m:r>
                        <a:rPr lang="en-IN" i="1">
                          <a:solidFill>
                            <a:srgbClr val="FF0000"/>
                          </a:solidFill>
                          <a:latin typeface="Cambria Math" panose="02040503050406030204" pitchFamily="18" charset="0"/>
                        </a:rPr>
                        <m:t>−</m:t>
                      </m:r>
                      <m:r>
                        <a:rPr lang="en-IN" i="1">
                          <a:solidFill>
                            <a:srgbClr val="FF0000"/>
                          </a:solidFill>
                          <a:latin typeface="Cambria Math" panose="02040503050406030204" pitchFamily="18" charset="0"/>
                        </a:rPr>
                        <m:t>𝑞</m:t>
                      </m:r>
                      <m:r>
                        <a:rPr lang="en-IN" i="1">
                          <a:solidFill>
                            <a:srgbClr val="FF0000"/>
                          </a:solidFill>
                          <a:latin typeface="Cambria Math" panose="02040503050406030204" pitchFamily="18" charset="0"/>
                        </a:rPr>
                        <m:t>)−</m:t>
                      </m:r>
                      <m:func>
                        <m:funcPr>
                          <m:ctrlPr>
                            <a:rPr lang="en-IN" i="1">
                              <a:solidFill>
                                <a:srgbClr val="FF0000"/>
                              </a:solidFill>
                              <a:latin typeface="Cambria Math" panose="02040503050406030204" pitchFamily="18" charset="0"/>
                            </a:rPr>
                          </m:ctrlPr>
                        </m:funcPr>
                        <m:fName>
                          <m:r>
                            <m:rPr>
                              <m:sty m:val="p"/>
                            </m:rPr>
                            <a:rPr lang="en-IN" i="0">
                              <a:solidFill>
                                <a:srgbClr val="FF0000"/>
                              </a:solidFill>
                              <a:latin typeface="Cambria Math" panose="02040503050406030204" pitchFamily="18" charset="0"/>
                            </a:rPr>
                            <m:t>ln</m:t>
                          </m:r>
                        </m:fName>
                        <m:e>
                          <m:r>
                            <a:rPr lang="en-IN" i="1">
                              <a:solidFill>
                                <a:srgbClr val="FF0000"/>
                              </a:solidFill>
                              <a:latin typeface="Cambria Math" panose="02040503050406030204" pitchFamily="18" charset="0"/>
                            </a:rPr>
                            <m:t>(</m:t>
                          </m:r>
                        </m:e>
                      </m:func>
                      <m:r>
                        <a:rPr lang="en-IN" i="1">
                          <a:solidFill>
                            <a:srgbClr val="FF0000"/>
                          </a:solidFill>
                          <a:latin typeface="Cambria Math" panose="02040503050406030204" pitchFamily="18" charset="0"/>
                        </a:rPr>
                        <m:t>𝐶</m:t>
                      </m:r>
                      <m:sSub>
                        <m:sSubPr>
                          <m:ctrlPr>
                            <a:rPr lang="en-IN" b="1" i="1">
                              <a:solidFill>
                                <a:srgbClr val="FF0000"/>
                              </a:solidFill>
                              <a:latin typeface="Cambria Math" panose="02040503050406030204" pitchFamily="18" charset="0"/>
                            </a:rPr>
                          </m:ctrlPr>
                        </m:sSubPr>
                        <m:e>
                          <m:r>
                            <a:rPr lang="en-IN" b="1" i="1">
                              <a:solidFill>
                                <a:srgbClr val="FF0000"/>
                              </a:solidFill>
                              <a:latin typeface="Cambria Math" panose="02040503050406030204" pitchFamily="18" charset="0"/>
                            </a:rPr>
                            <m:t>𝑽</m:t>
                          </m:r>
                        </m:e>
                        <m:sub>
                          <m:r>
                            <a:rPr lang="en-IN" b="1" i="1">
                              <a:solidFill>
                                <a:srgbClr val="FF0000"/>
                              </a:solidFill>
                              <a:latin typeface="Cambria Math" panose="02040503050406030204" pitchFamily="18" charset="0"/>
                            </a:rPr>
                            <m:t>𝟎</m:t>
                          </m:r>
                        </m:sub>
                      </m:sSub>
                      <m:r>
                        <a:rPr lang="en-IN" i="1">
                          <a:solidFill>
                            <a:srgbClr val="FF0000"/>
                          </a:solidFill>
                          <a:latin typeface="Cambria Math" panose="02040503050406030204" pitchFamily="18" charset="0"/>
                        </a:rPr>
                        <m:t>)=</m:t>
                      </m:r>
                      <m:f>
                        <m:fPr>
                          <m:ctrlPr>
                            <a:rPr lang="en-IN" i="1">
                              <a:solidFill>
                                <a:srgbClr val="FF0000"/>
                              </a:solidFill>
                              <a:latin typeface="Cambria Math" panose="02040503050406030204" pitchFamily="18" charset="0"/>
                            </a:rPr>
                          </m:ctrlPr>
                        </m:fPr>
                        <m:num>
                          <m:r>
                            <a:rPr lang="en-IN" i="1">
                              <a:solidFill>
                                <a:srgbClr val="FF0000"/>
                              </a:solidFill>
                              <a:latin typeface="Cambria Math" panose="02040503050406030204" pitchFamily="18" charset="0"/>
                            </a:rPr>
                            <m:t>−</m:t>
                          </m:r>
                          <m:r>
                            <a:rPr lang="en-IN" i="1">
                              <a:solidFill>
                                <a:srgbClr val="FF0000"/>
                              </a:solidFill>
                              <a:latin typeface="Cambria Math" panose="02040503050406030204" pitchFamily="18" charset="0"/>
                            </a:rPr>
                            <m:t>𝑡</m:t>
                          </m:r>
                        </m:num>
                        <m:den>
                          <m:r>
                            <a:rPr lang="en-IN" i="1">
                              <a:solidFill>
                                <a:srgbClr val="FF0000"/>
                              </a:solidFill>
                              <a:latin typeface="Cambria Math" panose="02040503050406030204" pitchFamily="18" charset="0"/>
                            </a:rPr>
                            <m:t>𝑅𝐶</m:t>
                          </m:r>
                        </m:den>
                      </m:f>
                    </m:oMath>
                  </m:oMathPara>
                </a14:m>
                <a:endParaRPr lang="en-IN" dirty="0">
                  <a:solidFill>
                    <a:srgbClr val="FF0000"/>
                  </a:solidFill>
                </a:endParaRPr>
              </a:p>
            </p:txBody>
          </p:sp>
        </mc:Choice>
        <mc:Fallback xmlns="">
          <p:sp>
            <p:nvSpPr>
              <p:cNvPr id="8" name="Object 65">
                <a:extLst>
                  <a:ext uri="{FF2B5EF4-FFF2-40B4-BE49-F238E27FC236}">
                    <a16:creationId xmlns:a16="http://schemas.microsoft.com/office/drawing/2014/main" id="{28A7BC29-A3B2-5F1D-6D59-1F5186D255BF}"/>
                  </a:ext>
                </a:extLst>
              </p:cNvPr>
              <p:cNvSpPr txBox="1">
                <a:spLocks noRot="1" noChangeAspect="1" noMove="1" noResize="1" noEditPoints="1" noAdjustHandles="1" noChangeArrowheads="1" noChangeShapeType="1" noTextEdit="1"/>
              </p:cNvSpPr>
              <p:nvPr/>
            </p:nvSpPr>
            <p:spPr bwMode="auto">
              <a:xfrm>
                <a:off x="7713111" y="3404474"/>
                <a:ext cx="3520946" cy="685801"/>
              </a:xfrm>
              <a:prstGeom prst="rect">
                <a:avLst/>
              </a:prstGeom>
              <a:blipFill>
                <a:blip r:embed="rId7"/>
                <a:stretch>
                  <a:fillRect/>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Object 66">
                <a:extLst>
                  <a:ext uri="{FF2B5EF4-FFF2-40B4-BE49-F238E27FC236}">
                    <a16:creationId xmlns:a16="http://schemas.microsoft.com/office/drawing/2014/main" id="{CCC3805E-DA3E-5141-B167-52CB9D9C212B}"/>
                  </a:ext>
                </a:extLst>
              </p:cNvPr>
              <p:cNvSpPr txBox="1"/>
              <p:nvPr/>
            </p:nvSpPr>
            <p:spPr bwMode="auto">
              <a:xfrm>
                <a:off x="8107496" y="4243207"/>
                <a:ext cx="2613413" cy="678711"/>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xmlns:m="http://schemas.openxmlformats.org/officeDocument/2006/math">
                      <m:func>
                        <m:funcPr>
                          <m:ctrlPr>
                            <a:rPr lang="en-IN" i="1" smtClean="0">
                              <a:solidFill>
                                <a:srgbClr val="FF0000"/>
                              </a:solidFill>
                              <a:latin typeface="Cambria Math" panose="02040503050406030204" pitchFamily="18" charset="0"/>
                            </a:rPr>
                          </m:ctrlPr>
                        </m:funcPr>
                        <m:fName>
                          <m:r>
                            <m:rPr>
                              <m:sty m:val="p"/>
                            </m:rPr>
                            <a:rPr lang="en-IN" i="0">
                              <a:solidFill>
                                <a:srgbClr val="FF0000"/>
                              </a:solidFill>
                              <a:latin typeface="Cambria Math" panose="02040503050406030204" pitchFamily="18" charset="0"/>
                            </a:rPr>
                            <m:t>ln</m:t>
                          </m:r>
                        </m:fName>
                        <m:e>
                          <m:f>
                            <m:fPr>
                              <m:ctrlPr>
                                <a:rPr lang="en-IN" i="1">
                                  <a:solidFill>
                                    <a:srgbClr val="FF0000"/>
                                  </a:solidFill>
                                  <a:latin typeface="Cambria Math" panose="02040503050406030204" pitchFamily="18" charset="0"/>
                                </a:rPr>
                              </m:ctrlPr>
                            </m:fPr>
                            <m:num>
                              <m:r>
                                <a:rPr lang="en-IN" i="1">
                                  <a:solidFill>
                                    <a:srgbClr val="FF0000"/>
                                  </a:solidFill>
                                  <a:latin typeface="Cambria Math" panose="02040503050406030204" pitchFamily="18" charset="0"/>
                                </a:rPr>
                                <m:t>(</m:t>
                              </m:r>
                              <m:r>
                                <a:rPr lang="en-IN" i="1">
                                  <a:solidFill>
                                    <a:srgbClr val="FF0000"/>
                                  </a:solidFill>
                                  <a:latin typeface="Cambria Math" panose="02040503050406030204" pitchFamily="18" charset="0"/>
                                </a:rPr>
                                <m:t>𝐶</m:t>
                              </m:r>
                              <m:sSub>
                                <m:sSubPr>
                                  <m:ctrlPr>
                                    <a:rPr lang="en-IN" b="1" i="1">
                                      <a:solidFill>
                                        <a:srgbClr val="FF0000"/>
                                      </a:solidFill>
                                      <a:latin typeface="Cambria Math" panose="02040503050406030204" pitchFamily="18" charset="0"/>
                                    </a:rPr>
                                  </m:ctrlPr>
                                </m:sSubPr>
                                <m:e>
                                  <m:r>
                                    <a:rPr lang="en-IN" b="0" i="1">
                                      <a:solidFill>
                                        <a:srgbClr val="FF0000"/>
                                      </a:solidFill>
                                      <a:latin typeface="Cambria Math" panose="02040503050406030204" pitchFamily="18" charset="0"/>
                                    </a:rPr>
                                    <m:t>𝑉</m:t>
                                  </m:r>
                                </m:e>
                                <m:sub>
                                  <m:r>
                                    <a:rPr lang="en-IN" b="1" i="1">
                                      <a:solidFill>
                                        <a:srgbClr val="FF0000"/>
                                      </a:solidFill>
                                      <a:latin typeface="Cambria Math" panose="02040503050406030204" pitchFamily="18" charset="0"/>
                                    </a:rPr>
                                    <m:t>𝟎</m:t>
                                  </m:r>
                                </m:sub>
                              </m:sSub>
                              <m:r>
                                <a:rPr lang="en-IN" i="1">
                                  <a:solidFill>
                                    <a:srgbClr val="FF0000"/>
                                  </a:solidFill>
                                  <a:latin typeface="Cambria Math" panose="02040503050406030204" pitchFamily="18" charset="0"/>
                                </a:rPr>
                                <m:t>−</m:t>
                              </m:r>
                              <m:r>
                                <a:rPr lang="en-IN" i="1">
                                  <a:solidFill>
                                    <a:srgbClr val="FF0000"/>
                                  </a:solidFill>
                                  <a:latin typeface="Cambria Math" panose="02040503050406030204" pitchFamily="18" charset="0"/>
                                </a:rPr>
                                <m:t>𝑞</m:t>
                              </m:r>
                              <m:r>
                                <a:rPr lang="en-IN" i="1">
                                  <a:solidFill>
                                    <a:srgbClr val="FF0000"/>
                                  </a:solidFill>
                                  <a:latin typeface="Cambria Math" panose="02040503050406030204" pitchFamily="18" charset="0"/>
                                </a:rPr>
                                <m:t>)</m:t>
                              </m:r>
                            </m:num>
                            <m:den>
                              <m:r>
                                <a:rPr lang="en-IN" i="1">
                                  <a:solidFill>
                                    <a:srgbClr val="FF0000"/>
                                  </a:solidFill>
                                  <a:latin typeface="Cambria Math" panose="02040503050406030204" pitchFamily="18" charset="0"/>
                                </a:rPr>
                                <m:t>𝐶</m:t>
                              </m:r>
                              <m:sSub>
                                <m:sSubPr>
                                  <m:ctrlPr>
                                    <a:rPr lang="en-IN" b="1" i="1">
                                      <a:solidFill>
                                        <a:srgbClr val="FF0000"/>
                                      </a:solidFill>
                                      <a:latin typeface="Cambria Math" panose="02040503050406030204" pitchFamily="18" charset="0"/>
                                    </a:rPr>
                                  </m:ctrlPr>
                                </m:sSubPr>
                                <m:e>
                                  <m:r>
                                    <a:rPr lang="en-IN" b="0" i="1">
                                      <a:solidFill>
                                        <a:srgbClr val="FF0000"/>
                                      </a:solidFill>
                                      <a:latin typeface="Cambria Math" panose="02040503050406030204" pitchFamily="18" charset="0"/>
                                    </a:rPr>
                                    <m:t>𝑉</m:t>
                                  </m:r>
                                </m:e>
                                <m:sub>
                                  <m:r>
                                    <a:rPr lang="en-IN" b="1" i="1">
                                      <a:solidFill>
                                        <a:srgbClr val="FF0000"/>
                                      </a:solidFill>
                                      <a:latin typeface="Cambria Math" panose="02040503050406030204" pitchFamily="18" charset="0"/>
                                    </a:rPr>
                                    <m:t>𝟎</m:t>
                                  </m:r>
                                </m:sub>
                              </m:sSub>
                            </m:den>
                          </m:f>
                        </m:e>
                      </m:func>
                      <m:r>
                        <a:rPr lang="en-IN" i="1">
                          <a:solidFill>
                            <a:srgbClr val="FF0000"/>
                          </a:solidFill>
                          <a:latin typeface="Cambria Math" panose="02040503050406030204" pitchFamily="18" charset="0"/>
                        </a:rPr>
                        <m:t>=</m:t>
                      </m:r>
                      <m:f>
                        <m:fPr>
                          <m:ctrlPr>
                            <a:rPr lang="en-IN" i="1">
                              <a:solidFill>
                                <a:srgbClr val="FF0000"/>
                              </a:solidFill>
                              <a:latin typeface="Cambria Math" panose="02040503050406030204" pitchFamily="18" charset="0"/>
                            </a:rPr>
                          </m:ctrlPr>
                        </m:fPr>
                        <m:num>
                          <m:r>
                            <a:rPr lang="en-IN" i="1">
                              <a:solidFill>
                                <a:srgbClr val="FF0000"/>
                              </a:solidFill>
                              <a:latin typeface="Cambria Math" panose="02040503050406030204" pitchFamily="18" charset="0"/>
                            </a:rPr>
                            <m:t>−</m:t>
                          </m:r>
                          <m:r>
                            <a:rPr lang="en-IN" i="1">
                              <a:solidFill>
                                <a:srgbClr val="FF0000"/>
                              </a:solidFill>
                              <a:latin typeface="Cambria Math" panose="02040503050406030204" pitchFamily="18" charset="0"/>
                            </a:rPr>
                            <m:t>𝑡</m:t>
                          </m:r>
                        </m:num>
                        <m:den>
                          <m:r>
                            <a:rPr lang="en-IN" i="1">
                              <a:solidFill>
                                <a:srgbClr val="FF0000"/>
                              </a:solidFill>
                              <a:latin typeface="Cambria Math" panose="02040503050406030204" pitchFamily="18" charset="0"/>
                            </a:rPr>
                            <m:t>𝑅𝐶</m:t>
                          </m:r>
                        </m:den>
                      </m:f>
                    </m:oMath>
                  </m:oMathPara>
                </a14:m>
                <a:endParaRPr lang="en-IN" dirty="0">
                  <a:solidFill>
                    <a:srgbClr val="FF0000"/>
                  </a:solidFill>
                </a:endParaRPr>
              </a:p>
            </p:txBody>
          </p:sp>
        </mc:Choice>
        <mc:Fallback xmlns="">
          <p:sp>
            <p:nvSpPr>
              <p:cNvPr id="9" name="Object 66">
                <a:extLst>
                  <a:ext uri="{FF2B5EF4-FFF2-40B4-BE49-F238E27FC236}">
                    <a16:creationId xmlns:a16="http://schemas.microsoft.com/office/drawing/2014/main" id="{CCC3805E-DA3E-5141-B167-52CB9D9C212B}"/>
                  </a:ext>
                </a:extLst>
              </p:cNvPr>
              <p:cNvSpPr txBox="1">
                <a:spLocks noRot="1" noChangeAspect="1" noMove="1" noResize="1" noEditPoints="1" noAdjustHandles="1" noChangeArrowheads="1" noChangeShapeType="1" noTextEdit="1"/>
              </p:cNvSpPr>
              <p:nvPr/>
            </p:nvSpPr>
            <p:spPr bwMode="auto">
              <a:xfrm>
                <a:off x="8107496" y="4243207"/>
                <a:ext cx="2613413" cy="678711"/>
              </a:xfrm>
              <a:prstGeom prst="rect">
                <a:avLst/>
              </a:prstGeom>
              <a:blipFill>
                <a:blip r:embed="rId8"/>
                <a:stretch>
                  <a:fillRect/>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Object 67">
                <a:extLst>
                  <a:ext uri="{FF2B5EF4-FFF2-40B4-BE49-F238E27FC236}">
                    <a16:creationId xmlns:a16="http://schemas.microsoft.com/office/drawing/2014/main" id="{F1AA2F35-9B5D-BDBC-126D-250A82ED05BB}"/>
                  </a:ext>
                </a:extLst>
              </p:cNvPr>
              <p:cNvSpPr txBox="1"/>
              <p:nvPr/>
            </p:nvSpPr>
            <p:spPr bwMode="auto">
              <a:xfrm>
                <a:off x="3173412" y="5156439"/>
                <a:ext cx="3711575" cy="685801"/>
              </a:xfrm>
              <a:prstGeom prst="rect">
                <a:avLst/>
              </a:prstGeom>
              <a:solidFill>
                <a:schemeClr val="bg1"/>
              </a:solid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en-IN" sz="3200" b="0" i="1" smtClean="0">
                          <a:solidFill>
                            <a:srgbClr val="FF0000"/>
                          </a:solidFill>
                          <a:latin typeface="Cambria Math" panose="02040503050406030204" pitchFamily="18" charset="0"/>
                        </a:rPr>
                        <m:t>𝑞</m:t>
                      </m:r>
                      <m:r>
                        <a:rPr lang="en-IN" sz="3200" b="0" i="1" smtClean="0">
                          <a:solidFill>
                            <a:srgbClr val="FF0000"/>
                          </a:solidFill>
                          <a:latin typeface="Cambria Math" panose="02040503050406030204" pitchFamily="18" charset="0"/>
                        </a:rPr>
                        <m:t>=</m:t>
                      </m:r>
                      <m:r>
                        <a:rPr lang="en-IN" sz="3200" b="0" i="1" smtClean="0">
                          <a:solidFill>
                            <a:srgbClr val="FF0000"/>
                          </a:solidFill>
                          <a:latin typeface="Cambria Math" panose="02040503050406030204" pitchFamily="18" charset="0"/>
                        </a:rPr>
                        <m:t>𝐶</m:t>
                      </m:r>
                      <m:sSub>
                        <m:sSubPr>
                          <m:ctrlPr>
                            <a:rPr lang="en-IN" sz="3200" i="1">
                              <a:solidFill>
                                <a:srgbClr val="FF0000"/>
                              </a:solidFill>
                              <a:latin typeface="Cambria Math" panose="02040503050406030204" pitchFamily="18" charset="0"/>
                            </a:rPr>
                          </m:ctrlPr>
                        </m:sSubPr>
                        <m:e>
                          <m:r>
                            <a:rPr lang="en-IN" sz="3200" b="0" i="1">
                              <a:solidFill>
                                <a:srgbClr val="FF0000"/>
                              </a:solidFill>
                              <a:latin typeface="Cambria Math" panose="02040503050406030204" pitchFamily="18" charset="0"/>
                            </a:rPr>
                            <m:t>𝑉</m:t>
                          </m:r>
                        </m:e>
                        <m:sub>
                          <m:r>
                            <a:rPr lang="en-IN" sz="3200" b="0" i="1">
                              <a:solidFill>
                                <a:srgbClr val="FF0000"/>
                              </a:solidFill>
                              <a:latin typeface="Cambria Math" panose="02040503050406030204" pitchFamily="18" charset="0"/>
                            </a:rPr>
                            <m:t>0</m:t>
                          </m:r>
                        </m:sub>
                      </m:sSub>
                      <m:d>
                        <m:dPr>
                          <m:ctrlPr>
                            <a:rPr lang="en-IN" sz="3200" i="1">
                              <a:solidFill>
                                <a:srgbClr val="FF0000"/>
                              </a:solidFill>
                              <a:latin typeface="Cambria Math" panose="02040503050406030204" pitchFamily="18" charset="0"/>
                            </a:rPr>
                          </m:ctrlPr>
                        </m:dPr>
                        <m:e>
                          <m:r>
                            <a:rPr lang="en-IN" sz="3200" b="0" i="1">
                              <a:solidFill>
                                <a:srgbClr val="FF0000"/>
                              </a:solidFill>
                              <a:latin typeface="Cambria Math" panose="02040503050406030204" pitchFamily="18" charset="0"/>
                            </a:rPr>
                            <m:t>1</m:t>
                          </m:r>
                          <m:r>
                            <a:rPr lang="en-IN" sz="3200" b="0" i="1">
                              <a:solidFill>
                                <a:srgbClr val="FF0000"/>
                              </a:solidFill>
                              <a:latin typeface="Cambria Math" panose="02040503050406030204" pitchFamily="18" charset="0"/>
                            </a:rPr>
                            <m:t>−</m:t>
                          </m:r>
                          <m:sSup>
                            <m:sSupPr>
                              <m:ctrlPr>
                                <a:rPr lang="en-IN" sz="3200" i="1">
                                  <a:solidFill>
                                    <a:srgbClr val="FF0000"/>
                                  </a:solidFill>
                                  <a:latin typeface="Cambria Math" panose="02040503050406030204" pitchFamily="18" charset="0"/>
                                </a:rPr>
                              </m:ctrlPr>
                            </m:sSupPr>
                            <m:e>
                              <m:r>
                                <a:rPr lang="en-IN" sz="3200" b="0" i="1">
                                  <a:solidFill>
                                    <a:srgbClr val="FF0000"/>
                                  </a:solidFill>
                                  <a:latin typeface="Cambria Math" panose="02040503050406030204" pitchFamily="18" charset="0"/>
                                </a:rPr>
                                <m:t>𝑒</m:t>
                              </m:r>
                            </m:e>
                            <m:sup>
                              <m:r>
                                <a:rPr lang="en-IN" sz="3200" b="0" i="1">
                                  <a:solidFill>
                                    <a:srgbClr val="FF0000"/>
                                  </a:solidFill>
                                  <a:latin typeface="Cambria Math" panose="02040503050406030204" pitchFamily="18" charset="0"/>
                                </a:rPr>
                                <m:t>−</m:t>
                              </m:r>
                              <m:r>
                                <a:rPr lang="en-IN" sz="3200" b="0" i="1">
                                  <a:solidFill>
                                    <a:srgbClr val="FF0000"/>
                                  </a:solidFill>
                                  <a:latin typeface="Cambria Math" panose="02040503050406030204" pitchFamily="18" charset="0"/>
                                </a:rPr>
                                <m:t>𝑡</m:t>
                              </m:r>
                              <m:r>
                                <a:rPr lang="en-IN" sz="3200" b="0" i="1">
                                  <a:solidFill>
                                    <a:srgbClr val="FF0000"/>
                                  </a:solidFill>
                                  <a:latin typeface="Cambria Math" panose="02040503050406030204" pitchFamily="18" charset="0"/>
                                </a:rPr>
                                <m:t>/</m:t>
                              </m:r>
                              <m:r>
                                <a:rPr lang="en-IN" sz="3200" b="0" i="1">
                                  <a:solidFill>
                                    <a:srgbClr val="FF0000"/>
                                  </a:solidFill>
                                  <a:latin typeface="Cambria Math" panose="02040503050406030204" pitchFamily="18" charset="0"/>
                                </a:rPr>
                                <m:t>𝑅𝐶</m:t>
                              </m:r>
                            </m:sup>
                          </m:sSup>
                        </m:e>
                      </m:d>
                    </m:oMath>
                  </m:oMathPara>
                </a14:m>
                <a:endParaRPr lang="en-IN" sz="3200" dirty="0">
                  <a:solidFill>
                    <a:srgbClr val="FF0000"/>
                  </a:solidFill>
                </a:endParaRPr>
              </a:p>
            </p:txBody>
          </p:sp>
        </mc:Choice>
        <mc:Fallback xmlns="">
          <p:sp>
            <p:nvSpPr>
              <p:cNvPr id="10" name="Object 67">
                <a:extLst>
                  <a:ext uri="{FF2B5EF4-FFF2-40B4-BE49-F238E27FC236}">
                    <a16:creationId xmlns:a16="http://schemas.microsoft.com/office/drawing/2014/main" id="{F1AA2F35-9B5D-BDBC-126D-250A82ED05BB}"/>
                  </a:ext>
                </a:extLst>
              </p:cNvPr>
              <p:cNvSpPr txBox="1">
                <a:spLocks noRot="1" noChangeAspect="1" noMove="1" noResize="1" noEditPoints="1" noAdjustHandles="1" noChangeArrowheads="1" noChangeShapeType="1" noTextEdit="1"/>
              </p:cNvSpPr>
              <p:nvPr/>
            </p:nvSpPr>
            <p:spPr bwMode="auto">
              <a:xfrm>
                <a:off x="3173412" y="5156439"/>
                <a:ext cx="3711575" cy="685801"/>
              </a:xfrm>
              <a:prstGeom prst="rect">
                <a:avLst/>
              </a:prstGeom>
              <a:blipFill>
                <a:blip r:embed="rId9"/>
                <a:stretch>
                  <a:fillRect/>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 Box 66">
                <a:extLst>
                  <a:ext uri="{FF2B5EF4-FFF2-40B4-BE49-F238E27FC236}">
                    <a16:creationId xmlns:a16="http://schemas.microsoft.com/office/drawing/2014/main" id="{2493E728-2AAB-8928-942F-8486C64027A7}"/>
                  </a:ext>
                </a:extLst>
              </p:cNvPr>
              <p:cNvSpPr txBox="1">
                <a:spLocks noChangeArrowheads="1"/>
              </p:cNvSpPr>
              <p:nvPr/>
            </p:nvSpPr>
            <p:spPr bwMode="auto">
              <a:xfrm>
                <a:off x="0" y="4011431"/>
                <a:ext cx="6414160" cy="369332"/>
              </a:xfrm>
              <a:prstGeom prst="rect">
                <a:avLst/>
              </a:prstGeom>
              <a:solidFill>
                <a:schemeClr val="bg1"/>
              </a:solidFill>
              <a:ln>
                <a:noFill/>
              </a:ln>
              <a:effectLst/>
            </p:spPr>
            <p:txBody>
              <a:bodyPr wrap="square">
                <a:spAutoFit/>
              </a:bodyPr>
              <a:lstStyle/>
              <a:p>
                <a:r>
                  <a:rPr lang="en-US" altLang="en-US" dirty="0">
                    <a:latin typeface="Cambria" panose="02040503050406030204" pitchFamily="18" charset="0"/>
                    <a:ea typeface="Cambria" panose="02040503050406030204" pitchFamily="18" charset="0"/>
                  </a:rPr>
                  <a:t>At time </a:t>
                </a:r>
                <a14:m>
                  <m:oMath xmlns:m="http://schemas.openxmlformats.org/officeDocument/2006/math">
                    <m:r>
                      <a:rPr lang="en-US" altLang="en-US" i="1" dirty="0" smtClean="0">
                        <a:latin typeface="Cambria Math" panose="02040503050406030204" pitchFamily="18" charset="0"/>
                        <a:ea typeface="Cambria" panose="02040503050406030204" pitchFamily="18" charset="0"/>
                      </a:rPr>
                      <m:t>𝑡</m:t>
                    </m:r>
                    <m:r>
                      <a:rPr lang="en-US" altLang="en-US" i="1" dirty="0" smtClean="0">
                        <a:latin typeface="Cambria Math" panose="02040503050406030204" pitchFamily="18" charset="0"/>
                        <a:ea typeface="Cambria" panose="02040503050406030204" pitchFamily="18" charset="0"/>
                      </a:rPr>
                      <m:t> = </m:t>
                    </m:r>
                    <m:r>
                      <a:rPr lang="en-US" altLang="en-US" i="1" dirty="0" smtClean="0">
                        <a:latin typeface="Cambria Math" panose="02040503050406030204" pitchFamily="18" charset="0"/>
                        <a:ea typeface="Cambria" panose="02040503050406030204" pitchFamily="18" charset="0"/>
                      </a:rPr>
                      <m:t>0</m:t>
                    </m:r>
                    <m:r>
                      <a:rPr lang="en-US" altLang="en-US" i="1" dirty="0" smtClean="0">
                        <a:latin typeface="Cambria Math" panose="02040503050406030204" pitchFamily="18" charset="0"/>
                        <a:ea typeface="Cambria" panose="02040503050406030204" pitchFamily="18" charset="0"/>
                      </a:rPr>
                      <m:t>:  </m:t>
                    </m:r>
                    <m:r>
                      <a:rPr lang="en-US" altLang="en-US" i="1" dirty="0" smtClean="0">
                        <a:latin typeface="Cambria Math" panose="02040503050406030204" pitchFamily="18" charset="0"/>
                        <a:ea typeface="Cambria" panose="02040503050406030204" pitchFamily="18" charset="0"/>
                      </a:rPr>
                      <m:t>𝑞</m:t>
                    </m:r>
                    <m:r>
                      <a:rPr lang="en-US" altLang="en-US" i="1" dirty="0" smtClean="0">
                        <a:latin typeface="Cambria Math" panose="02040503050406030204" pitchFamily="18" charset="0"/>
                        <a:ea typeface="Cambria" panose="02040503050406030204" pitchFamily="18" charset="0"/>
                      </a:rPr>
                      <m:t> = </m:t>
                    </m:r>
                    <m:r>
                      <a:rPr lang="en-US" altLang="en-US" i="1" dirty="0" smtClean="0">
                        <a:latin typeface="Cambria Math" panose="02040503050406030204" pitchFamily="18" charset="0"/>
                        <a:ea typeface="Cambria" panose="02040503050406030204" pitchFamily="18" charset="0"/>
                      </a:rPr>
                      <m:t>𝐶</m:t>
                    </m:r>
                    <m:sSub>
                      <m:sSubPr>
                        <m:ctrlPr>
                          <a:rPr lang="en-US" altLang="en-US" b="0" i="1" dirty="0" smtClean="0">
                            <a:latin typeface="Cambria Math" panose="02040503050406030204" pitchFamily="18" charset="0"/>
                            <a:ea typeface="Cambria" panose="02040503050406030204" pitchFamily="18" charset="0"/>
                          </a:rPr>
                        </m:ctrlPr>
                      </m:sSubPr>
                      <m:e>
                        <m:r>
                          <a:rPr lang="en-US" altLang="en-US" i="1" dirty="0" smtClean="0">
                            <a:latin typeface="Cambria Math" panose="02040503050406030204" pitchFamily="18" charset="0"/>
                            <a:ea typeface="Cambria" panose="02040503050406030204" pitchFamily="18" charset="0"/>
                          </a:rPr>
                          <m:t>𝑉</m:t>
                        </m:r>
                      </m:e>
                      <m:sub>
                        <m:r>
                          <a:rPr lang="en-US" altLang="en-US" b="0" i="1" dirty="0" smtClean="0">
                            <a:latin typeface="Cambria Math" panose="02040503050406030204" pitchFamily="18" charset="0"/>
                            <a:ea typeface="Cambria" panose="02040503050406030204" pitchFamily="18" charset="0"/>
                          </a:rPr>
                          <m:t>0</m:t>
                        </m:r>
                      </m:sub>
                    </m:sSub>
                    <m:r>
                      <a:rPr lang="en-US" altLang="en-US" i="1" dirty="0" smtClean="0">
                        <a:latin typeface="Cambria Math" panose="02040503050406030204" pitchFamily="18" charset="0"/>
                        <a:ea typeface="Cambria" panose="02040503050406030204" pitchFamily="18" charset="0"/>
                      </a:rPr>
                      <m:t>(</m:t>
                    </m:r>
                    <m:r>
                      <a:rPr lang="en-US" altLang="en-US" i="1" dirty="0" smtClean="0">
                        <a:latin typeface="Cambria Math" panose="02040503050406030204" pitchFamily="18" charset="0"/>
                        <a:ea typeface="Cambria" panose="02040503050406030204" pitchFamily="18" charset="0"/>
                      </a:rPr>
                      <m:t>1</m:t>
                    </m:r>
                    <m:r>
                      <a:rPr lang="en-US" altLang="en-US" i="1" dirty="0" smtClean="0">
                        <a:latin typeface="Cambria Math" panose="02040503050406030204" pitchFamily="18" charset="0"/>
                        <a:ea typeface="Cambria" panose="02040503050406030204" pitchFamily="18" charset="0"/>
                      </a:rPr>
                      <m:t> − </m:t>
                    </m:r>
                    <m:r>
                      <a:rPr lang="en-US" altLang="en-US" i="1" dirty="0" smtClean="0">
                        <a:latin typeface="Cambria Math" panose="02040503050406030204" pitchFamily="18" charset="0"/>
                        <a:ea typeface="Cambria" panose="02040503050406030204" pitchFamily="18" charset="0"/>
                      </a:rPr>
                      <m:t>1</m:t>
                    </m:r>
                    <m:r>
                      <a:rPr lang="en-US" altLang="en-US" i="1" dirty="0" smtClean="0">
                        <a:latin typeface="Cambria Math" panose="02040503050406030204" pitchFamily="18" charset="0"/>
                        <a:ea typeface="Cambria" panose="02040503050406030204" pitchFamily="18" charset="0"/>
                      </a:rPr>
                      <m:t>);  </m:t>
                    </m:r>
                    <m:r>
                      <a:rPr lang="en-US" altLang="en-US" i="1" dirty="0" smtClean="0">
                        <a:latin typeface="Cambria Math" panose="02040503050406030204" pitchFamily="18" charset="0"/>
                        <a:ea typeface="Cambria" panose="02040503050406030204" pitchFamily="18" charset="0"/>
                      </a:rPr>
                      <m:t>𝑞</m:t>
                    </m:r>
                    <m:r>
                      <a:rPr lang="en-US" altLang="en-US" i="1" dirty="0" smtClean="0">
                        <a:latin typeface="Cambria Math" panose="02040503050406030204" pitchFamily="18" charset="0"/>
                        <a:ea typeface="Cambria" panose="02040503050406030204" pitchFamily="18" charset="0"/>
                      </a:rPr>
                      <m:t> = </m:t>
                    </m:r>
                    <m:r>
                      <a:rPr lang="en-US" altLang="en-US" i="1" dirty="0" smtClean="0">
                        <a:latin typeface="Cambria Math" panose="02040503050406030204" pitchFamily="18" charset="0"/>
                        <a:ea typeface="Cambria" panose="02040503050406030204" pitchFamily="18" charset="0"/>
                      </a:rPr>
                      <m:t>0</m:t>
                    </m:r>
                  </m:oMath>
                </a14:m>
                <a:endParaRPr lang="en-US" altLang="en-US" dirty="0">
                  <a:latin typeface="Cambria" panose="02040503050406030204" pitchFamily="18" charset="0"/>
                  <a:ea typeface="Cambria" panose="02040503050406030204" pitchFamily="18" charset="0"/>
                </a:endParaRPr>
              </a:p>
            </p:txBody>
          </p:sp>
        </mc:Choice>
        <mc:Fallback xmlns="">
          <p:sp>
            <p:nvSpPr>
              <p:cNvPr id="27" name="Text Box 66">
                <a:extLst>
                  <a:ext uri="{FF2B5EF4-FFF2-40B4-BE49-F238E27FC236}">
                    <a16:creationId xmlns:a16="http://schemas.microsoft.com/office/drawing/2014/main" id="{2493E728-2AAB-8928-942F-8486C64027A7}"/>
                  </a:ext>
                </a:extLst>
              </p:cNvPr>
              <p:cNvSpPr txBox="1">
                <a:spLocks noRot="1" noChangeAspect="1" noMove="1" noResize="1" noEditPoints="1" noAdjustHandles="1" noChangeArrowheads="1" noChangeShapeType="1" noTextEdit="1"/>
              </p:cNvSpPr>
              <p:nvPr/>
            </p:nvSpPr>
            <p:spPr bwMode="auto">
              <a:xfrm>
                <a:off x="0" y="4011431"/>
                <a:ext cx="6414160" cy="369332"/>
              </a:xfrm>
              <a:prstGeom prst="rect">
                <a:avLst/>
              </a:prstGeom>
              <a:blipFill>
                <a:blip r:embed="rId12"/>
                <a:stretch>
                  <a:fillRect l="-760" t="-9836" b="-22951"/>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 Box 67">
                <a:extLst>
                  <a:ext uri="{FF2B5EF4-FFF2-40B4-BE49-F238E27FC236}">
                    <a16:creationId xmlns:a16="http://schemas.microsoft.com/office/drawing/2014/main" id="{8A3F56A6-52A4-AC98-50C8-EDC0BB0639E7}"/>
                  </a:ext>
                </a:extLst>
              </p:cNvPr>
              <p:cNvSpPr txBox="1">
                <a:spLocks noChangeArrowheads="1"/>
              </p:cNvSpPr>
              <p:nvPr/>
            </p:nvSpPr>
            <p:spPr bwMode="auto">
              <a:xfrm>
                <a:off x="1" y="4411754"/>
                <a:ext cx="6414160" cy="369332"/>
              </a:xfrm>
              <a:prstGeom prst="rect">
                <a:avLst/>
              </a:prstGeom>
              <a:solidFill>
                <a:schemeClr val="bg1"/>
              </a:solidFill>
              <a:ln>
                <a:noFill/>
              </a:ln>
              <a:effectLst/>
            </p:spPr>
            <p:txBody>
              <a:bodyPr wrap="square">
                <a:spAutoFit/>
              </a:bodyPr>
              <a:lstStyle/>
              <a:p>
                <a:r>
                  <a:rPr lang="en-US" altLang="en-US" dirty="0">
                    <a:latin typeface="Cambria" panose="02040503050406030204" pitchFamily="18" charset="0"/>
                    <a:ea typeface="Cambria" panose="02040503050406030204" pitchFamily="18" charset="0"/>
                  </a:rPr>
                  <a:t>At time </a:t>
                </a:r>
                <a14:m>
                  <m:oMath xmlns:m="http://schemas.openxmlformats.org/officeDocument/2006/math">
                    <m:r>
                      <a:rPr lang="en-US" altLang="en-US" i="1" dirty="0" smtClean="0">
                        <a:latin typeface="Cambria Math" panose="02040503050406030204" pitchFamily="18" charset="0"/>
                        <a:ea typeface="Cambria" panose="02040503050406030204" pitchFamily="18" charset="0"/>
                      </a:rPr>
                      <m:t>𝑡</m:t>
                    </m:r>
                    <m:r>
                      <a:rPr lang="en-US" altLang="en-US" i="1" dirty="0" smtClean="0">
                        <a:latin typeface="Cambria Math" panose="02040503050406030204" pitchFamily="18" charset="0"/>
                        <a:ea typeface="Cambria" panose="02040503050406030204" pitchFamily="18" charset="0"/>
                      </a:rPr>
                      <m:t> =</m:t>
                    </m:r>
                    <m:r>
                      <a:rPr lang="en-US" altLang="en-US" b="0" i="1" dirty="0" smtClean="0">
                        <a:latin typeface="Cambria Math" panose="02040503050406030204" pitchFamily="18" charset="0"/>
                        <a:ea typeface="Cambria" panose="02040503050406030204" pitchFamily="18" charset="0"/>
                      </a:rPr>
                      <m:t>∞</m:t>
                    </m:r>
                    <m:r>
                      <a:rPr lang="en-US" altLang="en-US" i="1" dirty="0" smtClean="0">
                        <a:latin typeface="Cambria Math" panose="02040503050406030204" pitchFamily="18" charset="0"/>
                        <a:ea typeface="Cambria" panose="02040503050406030204" pitchFamily="18" charset="0"/>
                      </a:rPr>
                      <m:t>:  </m:t>
                    </m:r>
                    <m:r>
                      <a:rPr lang="en-US" altLang="en-US" i="1" dirty="0">
                        <a:latin typeface="Cambria Math" panose="02040503050406030204" pitchFamily="18" charset="0"/>
                        <a:ea typeface="Cambria" panose="02040503050406030204" pitchFamily="18" charset="0"/>
                      </a:rPr>
                      <m:t>𝑞</m:t>
                    </m:r>
                    <m:r>
                      <a:rPr lang="en-US" altLang="en-US" i="1" dirty="0">
                        <a:latin typeface="Cambria Math" panose="02040503050406030204" pitchFamily="18" charset="0"/>
                        <a:ea typeface="Cambria" panose="02040503050406030204" pitchFamily="18" charset="0"/>
                      </a:rPr>
                      <m:t> = </m:t>
                    </m:r>
                    <m:r>
                      <a:rPr lang="en-US" altLang="en-US" i="1" dirty="0">
                        <a:latin typeface="Cambria Math" panose="02040503050406030204" pitchFamily="18" charset="0"/>
                        <a:ea typeface="Cambria" panose="02040503050406030204" pitchFamily="18" charset="0"/>
                      </a:rPr>
                      <m:t>𝐶</m:t>
                    </m:r>
                    <m:sSub>
                      <m:sSubPr>
                        <m:ctrlPr>
                          <a:rPr lang="en-US" altLang="en-US" b="0" i="1" dirty="0" smtClean="0">
                            <a:latin typeface="Cambria Math" panose="02040503050406030204" pitchFamily="18" charset="0"/>
                            <a:ea typeface="Cambria" panose="02040503050406030204" pitchFamily="18" charset="0"/>
                          </a:rPr>
                        </m:ctrlPr>
                      </m:sSubPr>
                      <m:e>
                        <m:r>
                          <a:rPr lang="en-US" altLang="en-US" i="1" dirty="0">
                            <a:latin typeface="Cambria Math" panose="02040503050406030204" pitchFamily="18" charset="0"/>
                            <a:ea typeface="Cambria" panose="02040503050406030204" pitchFamily="18" charset="0"/>
                          </a:rPr>
                          <m:t>𝑉</m:t>
                        </m:r>
                      </m:e>
                      <m:sub>
                        <m:r>
                          <a:rPr lang="en-US" altLang="en-US" b="0" i="1" dirty="0" smtClean="0">
                            <a:latin typeface="Cambria Math" panose="02040503050406030204" pitchFamily="18" charset="0"/>
                            <a:ea typeface="Cambria" panose="02040503050406030204" pitchFamily="18" charset="0"/>
                          </a:rPr>
                          <m:t>0</m:t>
                        </m:r>
                      </m:sub>
                    </m:sSub>
                    <m:r>
                      <a:rPr lang="en-US" altLang="en-US" i="1" dirty="0">
                        <a:latin typeface="Cambria Math" panose="02040503050406030204" pitchFamily="18" charset="0"/>
                        <a:ea typeface="Cambria" panose="02040503050406030204" pitchFamily="18" charset="0"/>
                      </a:rPr>
                      <m:t>(</m:t>
                    </m:r>
                    <m:r>
                      <a:rPr lang="en-US" altLang="en-US" i="1" dirty="0">
                        <a:latin typeface="Cambria Math" panose="02040503050406030204" pitchFamily="18" charset="0"/>
                        <a:ea typeface="Cambria" panose="02040503050406030204" pitchFamily="18" charset="0"/>
                      </a:rPr>
                      <m:t>1</m:t>
                    </m:r>
                    <m:r>
                      <a:rPr lang="en-US" altLang="en-US" i="1" dirty="0">
                        <a:latin typeface="Cambria Math" panose="02040503050406030204" pitchFamily="18" charset="0"/>
                        <a:ea typeface="Cambria" panose="02040503050406030204" pitchFamily="18" charset="0"/>
                      </a:rPr>
                      <m:t> − </m:t>
                    </m:r>
                    <m:r>
                      <a:rPr lang="en-US" altLang="en-US" i="1" dirty="0">
                        <a:latin typeface="Cambria Math" panose="02040503050406030204" pitchFamily="18" charset="0"/>
                        <a:ea typeface="Cambria" panose="02040503050406030204" pitchFamily="18" charset="0"/>
                      </a:rPr>
                      <m:t>0</m:t>
                    </m:r>
                    <m:r>
                      <a:rPr lang="en-US" altLang="en-US" i="1" dirty="0">
                        <a:latin typeface="Cambria Math" panose="02040503050406030204" pitchFamily="18" charset="0"/>
                        <a:ea typeface="Cambria" panose="02040503050406030204" pitchFamily="18" charset="0"/>
                      </a:rPr>
                      <m:t>);  </m:t>
                    </m:r>
                    <m:r>
                      <a:rPr lang="en-US" altLang="en-US" i="1" dirty="0" smtClean="0">
                        <a:latin typeface="Cambria Math" panose="02040503050406030204" pitchFamily="18" charset="0"/>
                        <a:ea typeface="Cambria" panose="02040503050406030204" pitchFamily="18" charset="0"/>
                      </a:rPr>
                      <m:t>𝑞</m:t>
                    </m:r>
                    <m:r>
                      <a:rPr lang="en-US" altLang="en-US" i="1" baseline="-25000" dirty="0" err="1">
                        <a:latin typeface="Cambria Math" panose="02040503050406030204" pitchFamily="18" charset="0"/>
                        <a:ea typeface="Cambria" panose="02040503050406030204" pitchFamily="18" charset="0"/>
                      </a:rPr>
                      <m:t>𝑚𝑎𝑥</m:t>
                    </m:r>
                    <m:r>
                      <a:rPr lang="en-US" altLang="en-US" i="1" dirty="0">
                        <a:latin typeface="Cambria Math" panose="02040503050406030204" pitchFamily="18" charset="0"/>
                        <a:ea typeface="Cambria" panose="02040503050406030204" pitchFamily="18" charset="0"/>
                      </a:rPr>
                      <m:t> = </m:t>
                    </m:r>
                    <m:r>
                      <a:rPr lang="en-US" altLang="en-US" i="1" dirty="0" smtClean="0">
                        <a:latin typeface="Cambria Math" panose="02040503050406030204" pitchFamily="18" charset="0"/>
                        <a:ea typeface="Cambria" panose="02040503050406030204" pitchFamily="18" charset="0"/>
                      </a:rPr>
                      <m:t>𝐶</m:t>
                    </m:r>
                    <m:sSub>
                      <m:sSubPr>
                        <m:ctrlPr>
                          <a:rPr lang="en-US" altLang="en-US" i="1" dirty="0" smtClean="0">
                            <a:latin typeface="Cambria Math" panose="02040503050406030204" pitchFamily="18" charset="0"/>
                            <a:ea typeface="Cambria" panose="02040503050406030204" pitchFamily="18" charset="0"/>
                          </a:rPr>
                        </m:ctrlPr>
                      </m:sSubPr>
                      <m:e>
                        <m:r>
                          <a:rPr lang="en-US" altLang="en-US" i="1" dirty="0" smtClean="0">
                            <a:latin typeface="Cambria Math" panose="02040503050406030204" pitchFamily="18" charset="0"/>
                            <a:ea typeface="Cambria" panose="02040503050406030204" pitchFamily="18" charset="0"/>
                          </a:rPr>
                          <m:t>𝑉</m:t>
                        </m:r>
                      </m:e>
                      <m:sub>
                        <m:r>
                          <a:rPr lang="en-US" altLang="en-US" i="1" dirty="0" smtClean="0">
                            <a:latin typeface="Cambria Math" panose="02040503050406030204" pitchFamily="18" charset="0"/>
                            <a:ea typeface="Cambria" panose="02040503050406030204" pitchFamily="18" charset="0"/>
                          </a:rPr>
                          <m:t>0</m:t>
                        </m:r>
                      </m:sub>
                    </m:sSub>
                    <m:r>
                      <a:rPr lang="en-US" altLang="en-US" i="1" dirty="0" smtClean="0">
                        <a:latin typeface="Cambria Math" panose="02040503050406030204" pitchFamily="18" charset="0"/>
                        <a:ea typeface="Cambria" panose="02040503050406030204" pitchFamily="18" charset="0"/>
                      </a:rPr>
                      <m:t> </m:t>
                    </m:r>
                    <m:r>
                      <a:rPr lang="en-US" altLang="en-US" b="0" i="1" dirty="0" smtClean="0">
                        <a:latin typeface="Cambria Math" panose="02040503050406030204" pitchFamily="18" charset="0"/>
                        <a:ea typeface="Cambria" panose="02040503050406030204" pitchFamily="18" charset="0"/>
                      </a:rPr>
                      <m:t> </m:t>
                    </m:r>
                  </m:oMath>
                </a14:m>
                <a:endParaRPr lang="en-US" altLang="en-US" dirty="0">
                  <a:latin typeface="Cambria" panose="02040503050406030204" pitchFamily="18" charset="0"/>
                  <a:ea typeface="Cambria" panose="02040503050406030204" pitchFamily="18" charset="0"/>
                </a:endParaRPr>
              </a:p>
            </p:txBody>
          </p:sp>
        </mc:Choice>
        <mc:Fallback xmlns="">
          <p:sp>
            <p:nvSpPr>
              <p:cNvPr id="28" name="Text Box 67">
                <a:extLst>
                  <a:ext uri="{FF2B5EF4-FFF2-40B4-BE49-F238E27FC236}">
                    <a16:creationId xmlns:a16="http://schemas.microsoft.com/office/drawing/2014/main" id="{8A3F56A6-52A4-AC98-50C8-EDC0BB0639E7}"/>
                  </a:ext>
                </a:extLst>
              </p:cNvPr>
              <p:cNvSpPr txBox="1">
                <a:spLocks noRot="1" noChangeAspect="1" noMove="1" noResize="1" noEditPoints="1" noAdjustHandles="1" noChangeArrowheads="1" noChangeShapeType="1" noTextEdit="1"/>
              </p:cNvSpPr>
              <p:nvPr/>
            </p:nvSpPr>
            <p:spPr bwMode="auto">
              <a:xfrm>
                <a:off x="1" y="4411754"/>
                <a:ext cx="6414160" cy="369332"/>
              </a:xfrm>
              <a:prstGeom prst="rect">
                <a:avLst/>
              </a:prstGeom>
              <a:blipFill>
                <a:blip r:embed="rId13"/>
                <a:stretch>
                  <a:fillRect l="-760" t="-11667" b="-25000"/>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 Box 68">
                <a:extLst>
                  <a:ext uri="{FF2B5EF4-FFF2-40B4-BE49-F238E27FC236}">
                    <a16:creationId xmlns:a16="http://schemas.microsoft.com/office/drawing/2014/main" id="{C71664A5-E108-AC53-3F6C-E85B45739EFE}"/>
                  </a:ext>
                </a:extLst>
              </p:cNvPr>
              <p:cNvSpPr txBox="1">
                <a:spLocks noChangeArrowheads="1"/>
              </p:cNvSpPr>
              <p:nvPr/>
            </p:nvSpPr>
            <p:spPr bwMode="auto">
              <a:xfrm>
                <a:off x="51043" y="6054364"/>
                <a:ext cx="7538908" cy="553998"/>
              </a:xfrm>
              <a:prstGeom prst="rect">
                <a:avLst/>
              </a:prstGeom>
              <a:solidFill>
                <a:schemeClr val="bg1"/>
              </a:solidFill>
              <a:ln w="38100">
                <a:solidFill>
                  <a:srgbClr val="000000"/>
                </a:solidFill>
                <a:miter lim="800000"/>
                <a:headEnd/>
                <a:tailEnd/>
              </a:ln>
              <a:effectLst>
                <a:outerShdw dist="107763" dir="2700000" algn="ctr" rotWithShape="0">
                  <a:schemeClr val="bg2"/>
                </a:outerShdw>
              </a:effectLst>
            </p:spPr>
            <p:txBody>
              <a:bodyPr wrap="square" tIns="137160" bIns="137160">
                <a:spAutoFit/>
              </a:bodyPr>
              <a:lstStyle/>
              <a:p>
                <a:r>
                  <a:rPr lang="en-US" altLang="en-US" dirty="0">
                    <a:solidFill>
                      <a:srgbClr val="000000"/>
                    </a:solidFill>
                    <a:latin typeface="Cambria" panose="02040503050406030204" pitchFamily="18" charset="0"/>
                    <a:ea typeface="Cambria" panose="02040503050406030204" pitchFamily="18" charset="0"/>
                  </a:rPr>
                  <a:t>The charge </a:t>
                </a:r>
                <a:r>
                  <a:rPr lang="en-US" altLang="en-US" i="1" dirty="0">
                    <a:solidFill>
                      <a:srgbClr val="FF3300"/>
                    </a:solidFill>
                    <a:latin typeface="Cambria" panose="02040503050406030204" pitchFamily="18" charset="0"/>
                    <a:ea typeface="Cambria" panose="02040503050406030204" pitchFamily="18" charset="0"/>
                  </a:rPr>
                  <a:t>q</a:t>
                </a:r>
                <a:r>
                  <a:rPr lang="en-US" altLang="en-US" dirty="0">
                    <a:solidFill>
                      <a:srgbClr val="000000"/>
                    </a:solidFill>
                    <a:latin typeface="Cambria" panose="02040503050406030204" pitchFamily="18" charset="0"/>
                    <a:ea typeface="Cambria" panose="02040503050406030204" pitchFamily="18" charset="0"/>
                  </a:rPr>
                  <a:t> rises from </a:t>
                </a:r>
                <a:r>
                  <a:rPr lang="en-US" altLang="en-US" dirty="0">
                    <a:solidFill>
                      <a:srgbClr val="FF3300"/>
                    </a:solidFill>
                    <a:latin typeface="Cambria" panose="02040503050406030204" pitchFamily="18" charset="0"/>
                    <a:ea typeface="Cambria" panose="02040503050406030204" pitchFamily="18" charset="0"/>
                  </a:rPr>
                  <a:t>zero</a:t>
                </a:r>
                <a:r>
                  <a:rPr lang="en-US" altLang="en-US" dirty="0">
                    <a:solidFill>
                      <a:srgbClr val="000000"/>
                    </a:solidFill>
                    <a:latin typeface="Cambria" panose="02040503050406030204" pitchFamily="18" charset="0"/>
                    <a:ea typeface="Cambria" panose="02040503050406030204" pitchFamily="18" charset="0"/>
                  </a:rPr>
                  <a:t> initially to its maximum value  </a:t>
                </a:r>
                <a14:m>
                  <m:oMath xmlns:m="http://schemas.openxmlformats.org/officeDocument/2006/math">
                    <m:r>
                      <a:rPr lang="en-US" altLang="en-US" i="1" dirty="0" smtClean="0">
                        <a:solidFill>
                          <a:srgbClr val="FF3300"/>
                        </a:solidFill>
                        <a:latin typeface="Cambria Math" panose="02040503050406030204" pitchFamily="18" charset="0"/>
                        <a:ea typeface="Cambria" panose="02040503050406030204" pitchFamily="18" charset="0"/>
                      </a:rPr>
                      <m:t>𝑞</m:t>
                    </m:r>
                    <m:r>
                      <a:rPr lang="en-US" altLang="en-US" i="1" baseline="-25000" dirty="0" err="1">
                        <a:solidFill>
                          <a:srgbClr val="FF3300"/>
                        </a:solidFill>
                        <a:latin typeface="Cambria Math" panose="02040503050406030204" pitchFamily="18" charset="0"/>
                        <a:ea typeface="Cambria" panose="02040503050406030204" pitchFamily="18" charset="0"/>
                      </a:rPr>
                      <m:t>𝑚𝑎𝑥</m:t>
                    </m:r>
                    <m:r>
                      <a:rPr lang="en-US" altLang="en-US" i="1" baseline="-25000" dirty="0">
                        <a:solidFill>
                          <a:srgbClr val="FF3300"/>
                        </a:solidFill>
                        <a:latin typeface="Cambria Math" panose="02040503050406030204" pitchFamily="18" charset="0"/>
                        <a:ea typeface="Cambria" panose="02040503050406030204" pitchFamily="18" charset="0"/>
                      </a:rPr>
                      <m:t> </m:t>
                    </m:r>
                    <m:r>
                      <a:rPr lang="en-US" altLang="en-US" i="1" dirty="0">
                        <a:solidFill>
                          <a:srgbClr val="FF3300"/>
                        </a:solidFill>
                        <a:latin typeface="Cambria Math" panose="02040503050406030204" pitchFamily="18" charset="0"/>
                        <a:ea typeface="Cambria" panose="02040503050406030204" pitchFamily="18" charset="0"/>
                      </a:rPr>
                      <m:t>= </m:t>
                    </m:r>
                    <m:r>
                      <a:rPr lang="en-US" altLang="en-US" i="1" dirty="0" smtClean="0">
                        <a:solidFill>
                          <a:srgbClr val="FF3300"/>
                        </a:solidFill>
                        <a:latin typeface="Cambria Math" panose="02040503050406030204" pitchFamily="18" charset="0"/>
                        <a:ea typeface="Cambria" panose="02040503050406030204" pitchFamily="18" charset="0"/>
                      </a:rPr>
                      <m:t>𝐶</m:t>
                    </m:r>
                    <m:sSub>
                      <m:sSubPr>
                        <m:ctrlPr>
                          <a:rPr lang="en-US" altLang="en-US" i="1" dirty="0" smtClean="0">
                            <a:solidFill>
                              <a:srgbClr val="FF3300"/>
                            </a:solidFill>
                            <a:latin typeface="Cambria Math" panose="02040503050406030204" pitchFamily="18" charset="0"/>
                            <a:ea typeface="Cambria" panose="02040503050406030204" pitchFamily="18" charset="0"/>
                          </a:rPr>
                        </m:ctrlPr>
                      </m:sSubPr>
                      <m:e>
                        <m:r>
                          <a:rPr lang="en-US" altLang="en-US" i="1" dirty="0" smtClean="0">
                            <a:solidFill>
                              <a:srgbClr val="FF3300"/>
                            </a:solidFill>
                            <a:latin typeface="Cambria Math" panose="02040503050406030204" pitchFamily="18" charset="0"/>
                            <a:ea typeface="Cambria" panose="02040503050406030204" pitchFamily="18" charset="0"/>
                          </a:rPr>
                          <m:t>𝑉</m:t>
                        </m:r>
                      </m:e>
                      <m:sub>
                        <m:r>
                          <a:rPr lang="en-US" altLang="en-US" i="1" dirty="0" smtClean="0">
                            <a:solidFill>
                              <a:srgbClr val="FF3300"/>
                            </a:solidFill>
                            <a:latin typeface="Cambria Math" panose="02040503050406030204" pitchFamily="18" charset="0"/>
                            <a:ea typeface="Cambria" panose="02040503050406030204" pitchFamily="18" charset="0"/>
                          </a:rPr>
                          <m:t>0</m:t>
                        </m:r>
                      </m:sub>
                    </m:sSub>
                    <m:r>
                      <a:rPr lang="en-US" altLang="en-US" i="1" dirty="0" smtClean="0">
                        <a:solidFill>
                          <a:srgbClr val="FF3300"/>
                        </a:solidFill>
                        <a:latin typeface="Cambria Math" panose="02040503050406030204" pitchFamily="18" charset="0"/>
                        <a:ea typeface="Cambria" panose="02040503050406030204" pitchFamily="18" charset="0"/>
                      </a:rPr>
                      <m:t> </m:t>
                    </m:r>
                  </m:oMath>
                </a14:m>
                <a:endParaRPr lang="en-US" altLang="en-US" dirty="0">
                  <a:solidFill>
                    <a:srgbClr val="FF3300"/>
                  </a:solidFill>
                  <a:latin typeface="Cambria" panose="02040503050406030204" pitchFamily="18" charset="0"/>
                  <a:ea typeface="Cambria" panose="02040503050406030204" pitchFamily="18" charset="0"/>
                </a:endParaRPr>
              </a:p>
            </p:txBody>
          </p:sp>
        </mc:Choice>
        <mc:Fallback xmlns="">
          <p:sp>
            <p:nvSpPr>
              <p:cNvPr id="29" name="Text Box 68">
                <a:extLst>
                  <a:ext uri="{FF2B5EF4-FFF2-40B4-BE49-F238E27FC236}">
                    <a16:creationId xmlns:a16="http://schemas.microsoft.com/office/drawing/2014/main" id="{C71664A5-E108-AC53-3F6C-E85B45739EFE}"/>
                  </a:ext>
                </a:extLst>
              </p:cNvPr>
              <p:cNvSpPr txBox="1">
                <a:spLocks noRot="1" noChangeAspect="1" noMove="1" noResize="1" noEditPoints="1" noAdjustHandles="1" noChangeArrowheads="1" noChangeShapeType="1" noTextEdit="1"/>
              </p:cNvSpPr>
              <p:nvPr/>
            </p:nvSpPr>
            <p:spPr bwMode="auto">
              <a:xfrm>
                <a:off x="51043" y="6054364"/>
                <a:ext cx="7538908" cy="553998"/>
              </a:xfrm>
              <a:prstGeom prst="rect">
                <a:avLst/>
              </a:prstGeom>
              <a:blipFill>
                <a:blip r:embed="rId14"/>
                <a:stretch>
                  <a:fillRect l="-398"/>
                </a:stretch>
              </a:blipFill>
              <a:ln w="38100">
                <a:solidFill>
                  <a:srgbClr val="000000"/>
                </a:solidFill>
                <a:miter lim="800000"/>
                <a:headEnd/>
                <a:tailEnd/>
              </a:ln>
              <a:effectLst>
                <a:outerShdw dist="107763" dir="2700000" algn="ctr" rotWithShape="0">
                  <a:schemeClr val="bg2"/>
                </a:outerShdw>
              </a:effectLst>
            </p:spPr>
            <p:txBody>
              <a:bodyPr/>
              <a:lstStyle/>
              <a:p>
                <a:r>
                  <a:rPr lang="en-IN">
                    <a:noFill/>
                  </a:rPr>
                  <a:t> </a:t>
                </a:r>
              </a:p>
            </p:txBody>
          </p:sp>
        </mc:Fallback>
      </mc:AlternateContent>
      <p:grpSp>
        <p:nvGrpSpPr>
          <p:cNvPr id="3" name="Group 2">
            <a:extLst>
              <a:ext uri="{FF2B5EF4-FFF2-40B4-BE49-F238E27FC236}">
                <a16:creationId xmlns:a16="http://schemas.microsoft.com/office/drawing/2014/main" id="{9A4C3CFE-E28B-59FB-0FFE-D4312D37A581}"/>
              </a:ext>
            </a:extLst>
          </p:cNvPr>
          <p:cNvGrpSpPr/>
          <p:nvPr/>
        </p:nvGrpSpPr>
        <p:grpSpPr>
          <a:xfrm>
            <a:off x="607400" y="1150533"/>
            <a:ext cx="4029805" cy="2603218"/>
            <a:chOff x="607400" y="1139312"/>
            <a:chExt cx="4029805" cy="2603218"/>
          </a:xfrm>
        </p:grpSpPr>
        <p:pic>
          <p:nvPicPr>
            <p:cNvPr id="5" name="Picture 4">
              <a:extLst>
                <a:ext uri="{FF2B5EF4-FFF2-40B4-BE49-F238E27FC236}">
                  <a16:creationId xmlns:a16="http://schemas.microsoft.com/office/drawing/2014/main" id="{D0374983-05E1-AF37-2DBE-C97D451E0EAA}"/>
                </a:ext>
              </a:extLst>
            </p:cNvPr>
            <p:cNvPicPr>
              <a:picLocks noChangeAspect="1"/>
            </p:cNvPicPr>
            <p:nvPr/>
          </p:nvPicPr>
          <p:blipFill>
            <a:blip r:embed="rId15"/>
            <a:stretch>
              <a:fillRect/>
            </a:stretch>
          </p:blipFill>
          <p:spPr>
            <a:xfrm>
              <a:off x="607400" y="1139312"/>
              <a:ext cx="4029805" cy="2603218"/>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A5C8CF0-66AD-76FA-D3EF-B54BC17F5ABF}"/>
                    </a:ext>
                  </a:extLst>
                </p:cNvPr>
                <p:cNvSpPr txBox="1"/>
                <p:nvPr/>
              </p:nvSpPr>
              <p:spPr>
                <a:xfrm>
                  <a:off x="779105" y="1873449"/>
                  <a:ext cx="47119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800" b="1" i="1" smtClean="0">
                                <a:solidFill>
                                  <a:schemeClr val="tx1"/>
                                </a:solidFill>
                                <a:latin typeface="Cambria Math" panose="02040503050406030204" pitchFamily="18" charset="0"/>
                              </a:rPr>
                            </m:ctrlPr>
                          </m:sSubPr>
                          <m:e>
                            <m:r>
                              <a:rPr lang="en-IN" sz="2800" b="1" i="1" smtClean="0">
                                <a:solidFill>
                                  <a:schemeClr val="tx1"/>
                                </a:solidFill>
                                <a:latin typeface="Cambria Math" panose="02040503050406030204" pitchFamily="18" charset="0"/>
                              </a:rPr>
                              <m:t>𝑽</m:t>
                            </m:r>
                          </m:e>
                          <m:sub>
                            <m:r>
                              <a:rPr lang="en-US" sz="2800" b="1" i="1" smtClean="0">
                                <a:solidFill>
                                  <a:schemeClr val="tx1"/>
                                </a:solidFill>
                                <a:latin typeface="Cambria Math" panose="02040503050406030204" pitchFamily="18" charset="0"/>
                              </a:rPr>
                              <m:t>𝟎</m:t>
                            </m:r>
                          </m:sub>
                        </m:sSub>
                      </m:oMath>
                    </m:oMathPara>
                  </a14:m>
                  <a:endParaRPr lang="en-IN" sz="2800" b="1" dirty="0">
                    <a:solidFill>
                      <a:schemeClr val="tx1"/>
                    </a:solidFill>
                  </a:endParaRPr>
                </a:p>
              </p:txBody>
            </p:sp>
          </mc:Choice>
          <mc:Fallback xmlns="">
            <p:sp>
              <p:nvSpPr>
                <p:cNvPr id="6178" name="TextBox 6177">
                  <a:extLst>
                    <a:ext uri="{FF2B5EF4-FFF2-40B4-BE49-F238E27FC236}">
                      <a16:creationId xmlns:a16="http://schemas.microsoft.com/office/drawing/2014/main" id="{B8B0A766-EB1F-E39E-2EE9-D9DD11428050}"/>
                    </a:ext>
                  </a:extLst>
                </p:cNvPr>
                <p:cNvSpPr txBox="1">
                  <a:spLocks noRot="1" noChangeAspect="1" noMove="1" noResize="1" noEditPoints="1" noAdjustHandles="1" noChangeArrowheads="1" noChangeShapeType="1" noTextEdit="1"/>
                </p:cNvSpPr>
                <p:nvPr/>
              </p:nvSpPr>
              <p:spPr>
                <a:xfrm>
                  <a:off x="779105" y="1873449"/>
                  <a:ext cx="471197" cy="523220"/>
                </a:xfrm>
                <a:prstGeom prst="rect">
                  <a:avLst/>
                </a:prstGeom>
                <a:blipFill>
                  <a:blip r:embed="rId16"/>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1804185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circle(in)">
                                      <p:cBhvr>
                                        <p:cTn id="17" dur="2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dissolv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dissolv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528"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 calcmode="lin" valueType="num">
                                      <p:cBhvr>
                                        <p:cTn id="32" dur="500" fill="hold"/>
                                        <p:tgtEl>
                                          <p:spTgt spid="29"/>
                                        </p:tgtEl>
                                        <p:attrNameLst>
                                          <p:attrName>ppt_w</p:attrName>
                                        </p:attrNameLst>
                                      </p:cBhvr>
                                      <p:tavLst>
                                        <p:tav tm="0">
                                          <p:val>
                                            <p:fltVal val="0"/>
                                          </p:val>
                                        </p:tav>
                                        <p:tav tm="100000">
                                          <p:val>
                                            <p:strVal val="#ppt_w"/>
                                          </p:val>
                                        </p:tav>
                                      </p:tavLst>
                                    </p:anim>
                                    <p:anim calcmode="lin" valueType="num">
                                      <p:cBhvr>
                                        <p:cTn id="33" dur="500" fill="hold"/>
                                        <p:tgtEl>
                                          <p:spTgt spid="29"/>
                                        </p:tgtEl>
                                        <p:attrNameLst>
                                          <p:attrName>ppt_h</p:attrName>
                                        </p:attrNameLst>
                                      </p:cBhvr>
                                      <p:tavLst>
                                        <p:tav tm="0">
                                          <p:val>
                                            <p:fltVal val="0"/>
                                          </p:val>
                                        </p:tav>
                                        <p:tav tm="100000">
                                          <p:val>
                                            <p:strVal val="#ppt_h"/>
                                          </p:val>
                                        </p:tav>
                                      </p:tavLst>
                                    </p:anim>
                                    <p:anim calcmode="lin" valueType="num">
                                      <p:cBhvr>
                                        <p:cTn id="34" dur="500" fill="hold"/>
                                        <p:tgtEl>
                                          <p:spTgt spid="29"/>
                                        </p:tgtEl>
                                        <p:attrNameLst>
                                          <p:attrName>ppt_x</p:attrName>
                                        </p:attrNameLst>
                                      </p:cBhvr>
                                      <p:tavLst>
                                        <p:tav tm="0">
                                          <p:val>
                                            <p:fltVal val="0.5"/>
                                          </p:val>
                                        </p:tav>
                                        <p:tav tm="100000">
                                          <p:val>
                                            <p:strVal val="#ppt_x"/>
                                          </p:val>
                                        </p:tav>
                                      </p:tavLst>
                                    </p:anim>
                                    <p:anim calcmode="lin" valueType="num">
                                      <p:cBhvr>
                                        <p:cTn id="35" dur="500" fill="hold"/>
                                        <p:tgtEl>
                                          <p:spTgt spid="29"/>
                                        </p:tgtEl>
                                        <p:attrNameLst>
                                          <p:attrName>ppt_y</p:attrName>
                                        </p:attrNameLst>
                                      </p:cBhvr>
                                      <p:tavLst>
                                        <p:tav tm="0">
                                          <p:val>
                                            <p:fltVal val="0.5"/>
                                          </p:val>
                                        </p:tav>
                                        <p:tav tm="100000">
                                          <p:val>
                                            <p:strVal val="#ppt_y"/>
                                          </p:val>
                                        </p:tav>
                                      </p:tavLst>
                                    </p:anim>
                                  </p:childTnLst>
                                  <p:subTnLst>
                                    <p:audio>
                                      <p:cMediaNode>
                                        <p:cTn display="0" masterRel="sameClick">
                                          <p:stCondLst>
                                            <p:cond evt="begin" delay="0">
                                              <p:tn val="30"/>
                                            </p:cond>
                                          </p:stCondLst>
                                          <p:endCondLst>
                                            <p:cond evt="onStopAudio" delay="0">
                                              <p:tgtEl>
                                                <p:sldTgt/>
                                              </p:tgtEl>
                                            </p:cond>
                                          </p:endCondLst>
                                        </p:cTn>
                                        <p:tgtEl>
                                          <p:sndTgt r:embed="rId2" name="Jungle Menu Command.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8" grpId="0" animBg="1"/>
      <p:bldP spid="9" grpId="0" animBg="1"/>
      <p:bldP spid="10" grpId="0" animBg="1"/>
      <p:bldP spid="27" grpId="0" autoUpdateAnimBg="0"/>
      <p:bldP spid="28" grpId="0" autoUpdateAnimBg="0"/>
      <p:bldP spid="29"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Network Technology Background">
            <a:extLst>
              <a:ext uri="{FF2B5EF4-FFF2-40B4-BE49-F238E27FC236}">
                <a16:creationId xmlns:a16="http://schemas.microsoft.com/office/drawing/2014/main" id="{229B584A-0C37-AD70-EB35-AEDAC5BB5CE7}"/>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604332" y="-80507"/>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5" name="TextBox 4">
            <a:extLst>
              <a:ext uri="{FF2B5EF4-FFF2-40B4-BE49-F238E27FC236}">
                <a16:creationId xmlns:a16="http://schemas.microsoft.com/office/drawing/2014/main" id="{7B03F883-1978-7EBC-BA97-6003F4512CD3}"/>
              </a:ext>
            </a:extLst>
          </p:cNvPr>
          <p:cNvSpPr txBox="1"/>
          <p:nvPr/>
        </p:nvSpPr>
        <p:spPr>
          <a:xfrm>
            <a:off x="6204065" y="366623"/>
            <a:ext cx="5380535" cy="6124754"/>
          </a:xfrm>
          <a:prstGeom prst="rect">
            <a:avLst/>
          </a:prstGeom>
          <a:solidFill>
            <a:schemeClr val="bg1"/>
          </a:solidFill>
        </p:spPr>
        <p:txBody>
          <a:bodyPr wrap="square">
            <a:spAutoFit/>
          </a:bodyPr>
          <a:lstStyle/>
          <a:p>
            <a:r>
              <a:rPr lang="en-IN" sz="1400" dirty="0">
                <a:latin typeface="Cambria" panose="02040503050406030204" pitchFamily="18" charset="0"/>
                <a:ea typeface="Cambria" panose="02040503050406030204" pitchFamily="18" charset="0"/>
              </a:rPr>
              <a:t>1. Initialize parameters:</a:t>
            </a:r>
          </a:p>
          <a:p>
            <a:r>
              <a:rPr lang="en-IN" sz="1400" dirty="0">
                <a:solidFill>
                  <a:srgbClr val="0000FF"/>
                </a:solidFill>
                <a:latin typeface="Cambria" panose="02040503050406030204" pitchFamily="18" charset="0"/>
                <a:ea typeface="Cambria" panose="02040503050406030204" pitchFamily="18" charset="0"/>
              </a:rPr>
              <a:t>   - Set R = [resistance value]</a:t>
            </a:r>
          </a:p>
          <a:p>
            <a:r>
              <a:rPr lang="en-IN" sz="1400" dirty="0">
                <a:solidFill>
                  <a:srgbClr val="0000FF"/>
                </a:solidFill>
                <a:latin typeface="Cambria" panose="02040503050406030204" pitchFamily="18" charset="0"/>
                <a:ea typeface="Cambria" panose="02040503050406030204" pitchFamily="18" charset="0"/>
              </a:rPr>
              <a:t>   - Set C = [capacitance value]</a:t>
            </a:r>
          </a:p>
          <a:p>
            <a:r>
              <a:rPr lang="en-IN" sz="1400" dirty="0">
                <a:latin typeface="Cambria" panose="02040503050406030204" pitchFamily="18" charset="0"/>
                <a:ea typeface="Cambria" panose="02040503050406030204" pitchFamily="18" charset="0"/>
              </a:rPr>
              <a:t>   - Set </a:t>
            </a:r>
            <a:r>
              <a:rPr lang="en-IN" sz="1400" dirty="0" err="1">
                <a:latin typeface="Cambria" panose="02040503050406030204" pitchFamily="18" charset="0"/>
                <a:ea typeface="Cambria" panose="02040503050406030204" pitchFamily="18" charset="0"/>
              </a:rPr>
              <a:t>Δt</a:t>
            </a:r>
            <a:r>
              <a:rPr lang="en-IN" sz="1400" dirty="0">
                <a:latin typeface="Cambria" panose="02040503050406030204" pitchFamily="18" charset="0"/>
                <a:ea typeface="Cambria" panose="02040503050406030204" pitchFamily="18" charset="0"/>
              </a:rPr>
              <a:t> = [time step size]</a:t>
            </a:r>
          </a:p>
          <a:p>
            <a:r>
              <a:rPr lang="en-IN" sz="1400" dirty="0">
                <a:latin typeface="Cambria" panose="02040503050406030204" pitchFamily="18" charset="0"/>
                <a:ea typeface="Cambria" panose="02040503050406030204" pitchFamily="18" charset="0"/>
              </a:rPr>
              <a:t>   - Set </a:t>
            </a:r>
            <a:r>
              <a:rPr lang="en-IN" sz="1400" dirty="0" err="1">
                <a:latin typeface="Cambria" panose="02040503050406030204" pitchFamily="18" charset="0"/>
                <a:ea typeface="Cambria" panose="02040503050406030204" pitchFamily="18" charset="0"/>
              </a:rPr>
              <a:t>t_final</a:t>
            </a:r>
            <a:r>
              <a:rPr lang="en-IN" sz="1400" dirty="0">
                <a:latin typeface="Cambria" panose="02040503050406030204" pitchFamily="18" charset="0"/>
                <a:ea typeface="Cambria" panose="02040503050406030204" pitchFamily="18" charset="0"/>
              </a:rPr>
              <a:t> = [final simulation time]</a:t>
            </a:r>
          </a:p>
          <a:p>
            <a:r>
              <a:rPr lang="en-IN" sz="1400" dirty="0">
                <a:latin typeface="Cambria" panose="02040503050406030204" pitchFamily="18" charset="0"/>
                <a:ea typeface="Cambria" panose="02040503050406030204" pitchFamily="18" charset="0"/>
              </a:rPr>
              <a:t>   </a:t>
            </a:r>
            <a:r>
              <a:rPr lang="en-IN" sz="1400" dirty="0">
                <a:solidFill>
                  <a:schemeClr val="accent2"/>
                </a:solidFill>
                <a:latin typeface="Cambria" panose="02040503050406030204" pitchFamily="18" charset="0"/>
                <a:ea typeface="Cambria" panose="02040503050406030204" pitchFamily="18" charset="0"/>
              </a:rPr>
              <a:t>- Set V_0 = [input voltage]</a:t>
            </a:r>
          </a:p>
          <a:p>
            <a:r>
              <a:rPr lang="en-IN" sz="1400" dirty="0">
                <a:solidFill>
                  <a:schemeClr val="accent2"/>
                </a:solidFill>
                <a:latin typeface="Cambria" panose="02040503050406030204" pitchFamily="18" charset="0"/>
                <a:ea typeface="Cambria" panose="02040503050406030204" pitchFamily="18" charset="0"/>
              </a:rPr>
              <a:t>   - Set q = 0 (initial charge on the capacitor)</a:t>
            </a:r>
          </a:p>
          <a:p>
            <a:endParaRPr lang="en-IN" sz="1400" dirty="0">
              <a:latin typeface="Cambria" panose="02040503050406030204" pitchFamily="18" charset="0"/>
              <a:ea typeface="Cambria" panose="02040503050406030204" pitchFamily="18" charset="0"/>
            </a:endParaRPr>
          </a:p>
          <a:p>
            <a:r>
              <a:rPr lang="en-IN" sz="1400" dirty="0">
                <a:latin typeface="Cambria" panose="02040503050406030204" pitchFamily="18" charset="0"/>
                <a:ea typeface="Cambria" panose="02040503050406030204" pitchFamily="18" charset="0"/>
              </a:rPr>
              <a:t>2. Compute the number of iterations:</a:t>
            </a:r>
          </a:p>
          <a:p>
            <a:r>
              <a:rPr lang="en-IN" sz="1400" dirty="0">
                <a:latin typeface="Cambria" panose="02040503050406030204" pitchFamily="18" charset="0"/>
                <a:ea typeface="Cambria" panose="02040503050406030204" pitchFamily="18" charset="0"/>
              </a:rPr>
              <a:t>   - N = </a:t>
            </a:r>
            <a:r>
              <a:rPr lang="en-IN" sz="1400" dirty="0" err="1">
                <a:latin typeface="Cambria" panose="02040503050406030204" pitchFamily="18" charset="0"/>
                <a:ea typeface="Cambria" panose="02040503050406030204" pitchFamily="18" charset="0"/>
              </a:rPr>
              <a:t>t_final</a:t>
            </a:r>
            <a:r>
              <a:rPr lang="en-IN" sz="1400" dirty="0">
                <a:latin typeface="Cambria" panose="02040503050406030204" pitchFamily="18" charset="0"/>
                <a:ea typeface="Cambria" panose="02040503050406030204" pitchFamily="18" charset="0"/>
              </a:rPr>
              <a:t> / </a:t>
            </a:r>
            <a:r>
              <a:rPr lang="en-IN" sz="1400" dirty="0" err="1">
                <a:latin typeface="Cambria" panose="02040503050406030204" pitchFamily="18" charset="0"/>
                <a:ea typeface="Cambria" panose="02040503050406030204" pitchFamily="18" charset="0"/>
              </a:rPr>
              <a:t>Δt</a:t>
            </a:r>
            <a:endParaRPr lang="en-IN" sz="1400" dirty="0">
              <a:latin typeface="Cambria" panose="02040503050406030204" pitchFamily="18" charset="0"/>
              <a:ea typeface="Cambria" panose="02040503050406030204" pitchFamily="18" charset="0"/>
            </a:endParaRPr>
          </a:p>
          <a:p>
            <a:endParaRPr lang="en-IN" sz="1400" dirty="0">
              <a:latin typeface="Cambria" panose="02040503050406030204" pitchFamily="18" charset="0"/>
              <a:ea typeface="Cambria" panose="02040503050406030204" pitchFamily="18" charset="0"/>
            </a:endParaRPr>
          </a:p>
          <a:p>
            <a:r>
              <a:rPr lang="en-IN" sz="1400" dirty="0">
                <a:latin typeface="Cambria" panose="02040503050406030204" pitchFamily="18" charset="0"/>
                <a:ea typeface="Cambria" panose="02040503050406030204" pitchFamily="18" charset="0"/>
              </a:rPr>
              <a:t>3. Loop over each time step:</a:t>
            </a:r>
          </a:p>
          <a:p>
            <a:r>
              <a:rPr lang="en-IN" sz="1400" dirty="0">
                <a:latin typeface="Cambria" panose="02040503050406030204" pitchFamily="18" charset="0"/>
                <a:ea typeface="Cambria" panose="02040503050406030204" pitchFamily="18" charset="0"/>
              </a:rPr>
              <a:t>   for n = 0 to N-1:</a:t>
            </a:r>
          </a:p>
          <a:p>
            <a:r>
              <a:rPr lang="en-IN" sz="1400" dirty="0">
                <a:solidFill>
                  <a:srgbClr val="0000FF"/>
                </a:solidFill>
                <a:latin typeface="Cambria" panose="02040503050406030204" pitchFamily="18" charset="0"/>
                <a:ea typeface="Cambria" panose="02040503050406030204" pitchFamily="18" charset="0"/>
              </a:rPr>
              <a:t>      a. Compute the rate of change of charge:</a:t>
            </a:r>
          </a:p>
          <a:p>
            <a:r>
              <a:rPr lang="en-IN" sz="1400" dirty="0">
                <a:solidFill>
                  <a:srgbClr val="0000FF"/>
                </a:solidFill>
                <a:latin typeface="Cambria" panose="02040503050406030204" pitchFamily="18" charset="0"/>
                <a:ea typeface="Cambria" panose="02040503050406030204" pitchFamily="18" charset="0"/>
              </a:rPr>
              <a:t>         </a:t>
            </a:r>
            <a:r>
              <a:rPr lang="en-IN" sz="1400" dirty="0" err="1">
                <a:solidFill>
                  <a:srgbClr val="0000FF"/>
                </a:solidFill>
                <a:latin typeface="Cambria" panose="02040503050406030204" pitchFamily="18" charset="0"/>
                <a:ea typeface="Cambria" panose="02040503050406030204" pitchFamily="18" charset="0"/>
              </a:rPr>
              <a:t>dq_dt</a:t>
            </a:r>
            <a:r>
              <a:rPr lang="en-IN" sz="1400" dirty="0">
                <a:solidFill>
                  <a:srgbClr val="0000FF"/>
                </a:solidFill>
                <a:latin typeface="Cambria" panose="02040503050406030204" pitchFamily="18" charset="0"/>
                <a:ea typeface="Cambria" panose="02040503050406030204" pitchFamily="18" charset="0"/>
              </a:rPr>
              <a:t> = (V_0 - q / C) / R</a:t>
            </a:r>
          </a:p>
          <a:p>
            <a:endParaRPr lang="en-IN" sz="1400" dirty="0">
              <a:solidFill>
                <a:srgbClr val="0000FF"/>
              </a:solidFill>
              <a:latin typeface="Cambria" panose="02040503050406030204" pitchFamily="18" charset="0"/>
              <a:ea typeface="Cambria" panose="02040503050406030204" pitchFamily="18" charset="0"/>
            </a:endParaRPr>
          </a:p>
          <a:p>
            <a:r>
              <a:rPr lang="en-IN" sz="1400" dirty="0">
                <a:solidFill>
                  <a:srgbClr val="0000FF"/>
                </a:solidFill>
                <a:latin typeface="Cambria" panose="02040503050406030204" pitchFamily="18" charset="0"/>
                <a:ea typeface="Cambria" panose="02040503050406030204" pitchFamily="18" charset="0"/>
              </a:rPr>
              <a:t>      b. Update the charge:</a:t>
            </a:r>
          </a:p>
          <a:p>
            <a:r>
              <a:rPr lang="en-IN" sz="1400" dirty="0">
                <a:solidFill>
                  <a:srgbClr val="0000FF"/>
                </a:solidFill>
                <a:latin typeface="Cambria" panose="02040503050406030204" pitchFamily="18" charset="0"/>
                <a:ea typeface="Cambria" panose="02040503050406030204" pitchFamily="18" charset="0"/>
              </a:rPr>
              <a:t>         q = q + </a:t>
            </a:r>
            <a:r>
              <a:rPr lang="en-IN" sz="1400" dirty="0" err="1">
                <a:solidFill>
                  <a:srgbClr val="0000FF"/>
                </a:solidFill>
                <a:latin typeface="Cambria" panose="02040503050406030204" pitchFamily="18" charset="0"/>
                <a:ea typeface="Cambria" panose="02040503050406030204" pitchFamily="18" charset="0"/>
              </a:rPr>
              <a:t>Δt</a:t>
            </a:r>
            <a:r>
              <a:rPr lang="en-IN" sz="1400" dirty="0">
                <a:solidFill>
                  <a:srgbClr val="0000FF"/>
                </a:solidFill>
                <a:latin typeface="Cambria" panose="02040503050406030204" pitchFamily="18" charset="0"/>
                <a:ea typeface="Cambria" panose="02040503050406030204" pitchFamily="18" charset="0"/>
              </a:rPr>
              <a:t> * </a:t>
            </a:r>
            <a:r>
              <a:rPr lang="en-IN" sz="1400" dirty="0" err="1">
                <a:solidFill>
                  <a:srgbClr val="0000FF"/>
                </a:solidFill>
                <a:latin typeface="Cambria" panose="02040503050406030204" pitchFamily="18" charset="0"/>
                <a:ea typeface="Cambria" panose="02040503050406030204" pitchFamily="18" charset="0"/>
              </a:rPr>
              <a:t>dq_dt</a:t>
            </a:r>
            <a:endParaRPr lang="en-IN" sz="1400" dirty="0">
              <a:solidFill>
                <a:srgbClr val="0000FF"/>
              </a:solidFill>
              <a:latin typeface="Cambria" panose="02040503050406030204" pitchFamily="18" charset="0"/>
              <a:ea typeface="Cambria" panose="02040503050406030204" pitchFamily="18" charset="0"/>
            </a:endParaRPr>
          </a:p>
          <a:p>
            <a:endParaRPr lang="en-IN" sz="1400" dirty="0">
              <a:latin typeface="Cambria" panose="02040503050406030204" pitchFamily="18" charset="0"/>
              <a:ea typeface="Cambria" panose="02040503050406030204" pitchFamily="18" charset="0"/>
            </a:endParaRPr>
          </a:p>
          <a:p>
            <a:r>
              <a:rPr lang="en-IN" sz="1400" dirty="0">
                <a:latin typeface="Cambria" panose="02040503050406030204" pitchFamily="18" charset="0"/>
                <a:ea typeface="Cambria" panose="02040503050406030204" pitchFamily="18" charset="0"/>
              </a:rPr>
              <a:t>      c. Compute the capacitor voltage:</a:t>
            </a:r>
          </a:p>
          <a:p>
            <a:r>
              <a:rPr lang="en-IN" sz="1400" dirty="0">
                <a:latin typeface="Cambria" panose="02040503050406030204" pitchFamily="18" charset="0"/>
                <a:ea typeface="Cambria" panose="02040503050406030204" pitchFamily="18" charset="0"/>
              </a:rPr>
              <a:t>         V_C = q / C</a:t>
            </a:r>
          </a:p>
          <a:p>
            <a:endParaRPr lang="en-IN" sz="1400" dirty="0">
              <a:latin typeface="Cambria" panose="02040503050406030204" pitchFamily="18" charset="0"/>
              <a:ea typeface="Cambria" panose="02040503050406030204" pitchFamily="18" charset="0"/>
            </a:endParaRPr>
          </a:p>
          <a:p>
            <a:r>
              <a:rPr lang="en-IN" sz="1400" dirty="0">
                <a:latin typeface="Cambria" panose="02040503050406030204" pitchFamily="18" charset="0"/>
                <a:ea typeface="Cambria" panose="02040503050406030204" pitchFamily="18" charset="0"/>
              </a:rPr>
              <a:t>      d. Update time:</a:t>
            </a:r>
          </a:p>
          <a:p>
            <a:r>
              <a:rPr lang="en-IN" sz="1400" dirty="0">
                <a:latin typeface="Cambria" panose="02040503050406030204" pitchFamily="18" charset="0"/>
                <a:ea typeface="Cambria" panose="02040503050406030204" pitchFamily="18" charset="0"/>
              </a:rPr>
              <a:t>         t = (n + 1) * </a:t>
            </a:r>
            <a:r>
              <a:rPr lang="en-IN" sz="1400" dirty="0" err="1">
                <a:latin typeface="Cambria" panose="02040503050406030204" pitchFamily="18" charset="0"/>
                <a:ea typeface="Cambria" panose="02040503050406030204" pitchFamily="18" charset="0"/>
              </a:rPr>
              <a:t>Δt</a:t>
            </a:r>
            <a:endParaRPr lang="en-IN" sz="1400" dirty="0">
              <a:latin typeface="Cambria" panose="02040503050406030204" pitchFamily="18" charset="0"/>
              <a:ea typeface="Cambria" panose="02040503050406030204" pitchFamily="18" charset="0"/>
            </a:endParaRPr>
          </a:p>
          <a:p>
            <a:endParaRPr lang="en-IN" sz="1400" dirty="0">
              <a:latin typeface="Cambria" panose="02040503050406030204" pitchFamily="18" charset="0"/>
              <a:ea typeface="Cambria" panose="02040503050406030204" pitchFamily="18" charset="0"/>
            </a:endParaRPr>
          </a:p>
          <a:p>
            <a:r>
              <a:rPr lang="en-IN" sz="1400" dirty="0">
                <a:latin typeface="Cambria" panose="02040503050406030204" pitchFamily="18" charset="0"/>
                <a:ea typeface="Cambria" panose="02040503050406030204" pitchFamily="18" charset="0"/>
              </a:rPr>
              <a:t>      e. (Optional) Store or print results:</a:t>
            </a:r>
          </a:p>
          <a:p>
            <a:r>
              <a:rPr lang="en-IN" sz="1400" dirty="0">
                <a:latin typeface="Cambria" panose="02040503050406030204" pitchFamily="18" charset="0"/>
                <a:ea typeface="Cambria" panose="02040503050406030204" pitchFamily="18" charset="0"/>
              </a:rPr>
              <a:t>         print("Time:", t, "Charge:", q, "Voltage across capacitor:", V_C)</a:t>
            </a:r>
          </a:p>
        </p:txBody>
      </p:sp>
      <p:pic>
        <p:nvPicPr>
          <p:cNvPr id="7" name="Picture 6">
            <a:extLst>
              <a:ext uri="{FF2B5EF4-FFF2-40B4-BE49-F238E27FC236}">
                <a16:creationId xmlns:a16="http://schemas.microsoft.com/office/drawing/2014/main" id="{CFF9816E-46BB-041E-3DEB-A445BFD308C2}"/>
              </a:ext>
            </a:extLst>
          </p:cNvPr>
          <p:cNvPicPr>
            <a:picLocks noChangeAspect="1"/>
          </p:cNvPicPr>
          <p:nvPr/>
        </p:nvPicPr>
        <p:blipFill>
          <a:blip r:embed="rId3"/>
          <a:stretch>
            <a:fillRect/>
          </a:stretch>
        </p:blipFill>
        <p:spPr>
          <a:xfrm>
            <a:off x="623308" y="1108712"/>
            <a:ext cx="5580757" cy="2996359"/>
          </a:xfrm>
          <a:prstGeom prst="rect">
            <a:avLst/>
          </a:prstGeom>
        </p:spPr>
      </p:pic>
      <p:sp>
        <p:nvSpPr>
          <p:cNvPr id="8" name="Rectangle 2">
            <a:extLst>
              <a:ext uri="{FF2B5EF4-FFF2-40B4-BE49-F238E27FC236}">
                <a16:creationId xmlns:a16="http://schemas.microsoft.com/office/drawing/2014/main" id="{18EFE8FA-6278-B0FF-A237-E8F673341937}"/>
              </a:ext>
            </a:extLst>
          </p:cNvPr>
          <p:cNvSpPr>
            <a:spLocks noGrp="1" noChangeArrowheads="1"/>
          </p:cNvSpPr>
          <p:nvPr>
            <p:ph type="title"/>
          </p:nvPr>
        </p:nvSpPr>
        <p:spPr>
          <a:xfrm>
            <a:off x="-418174" y="107066"/>
            <a:ext cx="6406110" cy="519113"/>
          </a:xfrm>
          <a:solidFill>
            <a:schemeClr val="bg1"/>
          </a:solidFill>
        </p:spPr>
        <p:txBody>
          <a:bodyPr>
            <a:normAutofit/>
          </a:bodyPr>
          <a:lstStyle/>
          <a:p>
            <a:pPr algn="ctr"/>
            <a:r>
              <a:rPr lang="en-US" altLang="en-US" sz="2800" b="1">
                <a:solidFill>
                  <a:srgbClr val="FF0000"/>
                </a:solidFill>
                <a:latin typeface="Cambria" panose="02040503050406030204" pitchFamily="18" charset="0"/>
                <a:ea typeface="Cambria" panose="02040503050406030204" pitchFamily="18" charset="0"/>
              </a:rPr>
              <a:t>RC Circuit: Charging Capacitor</a:t>
            </a:r>
          </a:p>
        </p:txBody>
      </p:sp>
    </p:spTree>
    <p:extLst>
      <p:ext uri="{BB962C8B-B14F-4D97-AF65-F5344CB8AC3E}">
        <p14:creationId xmlns:p14="http://schemas.microsoft.com/office/powerpoint/2010/main" val="2642785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1000"/>
                                        <p:tgtEl>
                                          <p:spTgt spid="5">
                                            <p:txEl>
                                              <p:pRg st="2" end="2"/>
                                            </p:txEl>
                                          </p:spTgt>
                                        </p:tgtEl>
                                      </p:cBhvr>
                                    </p:animEffect>
                                    <p:anim calcmode="lin" valueType="num">
                                      <p:cBhvr>
                                        <p:cTn id="1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1000"/>
                                        <p:tgtEl>
                                          <p:spTgt spid="5">
                                            <p:txEl>
                                              <p:pRg st="3" end="3"/>
                                            </p:txEl>
                                          </p:spTgt>
                                        </p:tgtEl>
                                      </p:cBhvr>
                                    </p:animEffect>
                                    <p:anim calcmode="lin" valueType="num">
                                      <p:cBhvr>
                                        <p:cTn id="2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1000"/>
                                        <p:tgtEl>
                                          <p:spTgt spid="5">
                                            <p:txEl>
                                              <p:pRg st="4" end="4"/>
                                            </p:txEl>
                                          </p:spTgt>
                                        </p:tgtEl>
                                      </p:cBhvr>
                                    </p:animEffect>
                                    <p:anim calcmode="lin" valueType="num">
                                      <p:cBhvr>
                                        <p:cTn id="2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1000"/>
                                        <p:tgtEl>
                                          <p:spTgt spid="5">
                                            <p:txEl>
                                              <p:pRg st="5" end="5"/>
                                            </p:txEl>
                                          </p:spTgt>
                                        </p:tgtEl>
                                      </p:cBhvr>
                                    </p:animEffect>
                                    <p:anim calcmode="lin" valueType="num">
                                      <p:cBhvr>
                                        <p:cTn id="3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1000"/>
                                        <p:tgtEl>
                                          <p:spTgt spid="5">
                                            <p:txEl>
                                              <p:pRg st="6" end="6"/>
                                            </p:txEl>
                                          </p:spTgt>
                                        </p:tgtEl>
                                      </p:cBhvr>
                                    </p:animEffect>
                                    <p:anim calcmode="lin" valueType="num">
                                      <p:cBhvr>
                                        <p:cTn id="3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5">
                                            <p:txEl>
                                              <p:pRg st="8" end="8"/>
                                            </p:txEl>
                                          </p:spTgt>
                                        </p:tgtEl>
                                        <p:attrNameLst>
                                          <p:attrName>style.visibility</p:attrName>
                                        </p:attrNameLst>
                                      </p:cBhvr>
                                      <p:to>
                                        <p:strVal val="visible"/>
                                      </p:to>
                                    </p:set>
                                    <p:animEffect transition="in" filter="fade">
                                      <p:cBhvr>
                                        <p:cTn id="44" dur="1000"/>
                                        <p:tgtEl>
                                          <p:spTgt spid="5">
                                            <p:txEl>
                                              <p:pRg st="8" end="8"/>
                                            </p:txEl>
                                          </p:spTgt>
                                        </p:tgtEl>
                                      </p:cBhvr>
                                    </p:animEffect>
                                    <p:anim calcmode="lin" valueType="num">
                                      <p:cBhvr>
                                        <p:cTn id="45"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5">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5">
                                            <p:txEl>
                                              <p:pRg st="9" end="9"/>
                                            </p:txEl>
                                          </p:spTgt>
                                        </p:tgtEl>
                                        <p:attrNameLst>
                                          <p:attrName>style.visibility</p:attrName>
                                        </p:attrNameLst>
                                      </p:cBhvr>
                                      <p:to>
                                        <p:strVal val="visible"/>
                                      </p:to>
                                    </p:set>
                                    <p:animEffect transition="in" filter="fade">
                                      <p:cBhvr>
                                        <p:cTn id="49" dur="1000"/>
                                        <p:tgtEl>
                                          <p:spTgt spid="5">
                                            <p:txEl>
                                              <p:pRg st="9" end="9"/>
                                            </p:txEl>
                                          </p:spTgt>
                                        </p:tgtEl>
                                      </p:cBhvr>
                                    </p:animEffect>
                                    <p:anim calcmode="lin" valueType="num">
                                      <p:cBhvr>
                                        <p:cTn id="50"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5">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nodeType="clickEffect">
                                  <p:stCondLst>
                                    <p:cond delay="0"/>
                                  </p:stCondLst>
                                  <p:childTnLst>
                                    <p:set>
                                      <p:cBhvr>
                                        <p:cTn id="55" dur="1" fill="hold">
                                          <p:stCondLst>
                                            <p:cond delay="0"/>
                                          </p:stCondLst>
                                        </p:cTn>
                                        <p:tgtEl>
                                          <p:spTgt spid="5">
                                            <p:txEl>
                                              <p:pRg st="11" end="11"/>
                                            </p:txEl>
                                          </p:spTgt>
                                        </p:tgtEl>
                                        <p:attrNameLst>
                                          <p:attrName>style.visibility</p:attrName>
                                        </p:attrNameLst>
                                      </p:cBhvr>
                                      <p:to>
                                        <p:strVal val="visible"/>
                                      </p:to>
                                    </p:set>
                                    <p:animEffect transition="in" filter="barn(inVertical)">
                                      <p:cBhvr>
                                        <p:cTn id="56" dur="500"/>
                                        <p:tgtEl>
                                          <p:spTgt spid="5">
                                            <p:txEl>
                                              <p:pRg st="11" end="11"/>
                                            </p:txEl>
                                          </p:spTgt>
                                        </p:tgtEl>
                                      </p:cBhvr>
                                    </p:animEffect>
                                  </p:childTnLst>
                                </p:cTn>
                              </p:par>
                              <p:par>
                                <p:cTn id="57" presetID="16" presetClass="entr" presetSubtype="21" fill="hold" nodeType="withEffect">
                                  <p:stCondLst>
                                    <p:cond delay="0"/>
                                  </p:stCondLst>
                                  <p:childTnLst>
                                    <p:set>
                                      <p:cBhvr>
                                        <p:cTn id="58" dur="1" fill="hold">
                                          <p:stCondLst>
                                            <p:cond delay="0"/>
                                          </p:stCondLst>
                                        </p:cTn>
                                        <p:tgtEl>
                                          <p:spTgt spid="5">
                                            <p:txEl>
                                              <p:pRg st="12" end="12"/>
                                            </p:txEl>
                                          </p:spTgt>
                                        </p:tgtEl>
                                        <p:attrNameLst>
                                          <p:attrName>style.visibility</p:attrName>
                                        </p:attrNameLst>
                                      </p:cBhvr>
                                      <p:to>
                                        <p:strVal val="visible"/>
                                      </p:to>
                                    </p:set>
                                    <p:animEffect transition="in" filter="barn(inVertical)">
                                      <p:cBhvr>
                                        <p:cTn id="59" dur="500"/>
                                        <p:tgtEl>
                                          <p:spTgt spid="5">
                                            <p:txEl>
                                              <p:pRg st="12" end="12"/>
                                            </p:txEl>
                                          </p:spTgt>
                                        </p:tgtEl>
                                      </p:cBhvr>
                                    </p:animEffect>
                                  </p:childTnLst>
                                </p:cTn>
                              </p:par>
                              <p:par>
                                <p:cTn id="60" presetID="16" presetClass="entr" presetSubtype="21" fill="hold" nodeType="withEffect">
                                  <p:stCondLst>
                                    <p:cond delay="0"/>
                                  </p:stCondLst>
                                  <p:childTnLst>
                                    <p:set>
                                      <p:cBhvr>
                                        <p:cTn id="61" dur="1" fill="hold">
                                          <p:stCondLst>
                                            <p:cond delay="0"/>
                                          </p:stCondLst>
                                        </p:cTn>
                                        <p:tgtEl>
                                          <p:spTgt spid="5">
                                            <p:txEl>
                                              <p:pRg st="13" end="13"/>
                                            </p:txEl>
                                          </p:spTgt>
                                        </p:tgtEl>
                                        <p:attrNameLst>
                                          <p:attrName>style.visibility</p:attrName>
                                        </p:attrNameLst>
                                      </p:cBhvr>
                                      <p:to>
                                        <p:strVal val="visible"/>
                                      </p:to>
                                    </p:set>
                                    <p:animEffect transition="in" filter="barn(inVertical)">
                                      <p:cBhvr>
                                        <p:cTn id="62" dur="500"/>
                                        <p:tgtEl>
                                          <p:spTgt spid="5">
                                            <p:txEl>
                                              <p:pRg st="13" end="13"/>
                                            </p:txEl>
                                          </p:spTgt>
                                        </p:tgtEl>
                                      </p:cBhvr>
                                    </p:animEffect>
                                  </p:childTnLst>
                                </p:cTn>
                              </p:par>
                              <p:par>
                                <p:cTn id="63" presetID="16" presetClass="entr" presetSubtype="21" fill="hold" nodeType="withEffect">
                                  <p:stCondLst>
                                    <p:cond delay="0"/>
                                  </p:stCondLst>
                                  <p:childTnLst>
                                    <p:set>
                                      <p:cBhvr>
                                        <p:cTn id="64" dur="1" fill="hold">
                                          <p:stCondLst>
                                            <p:cond delay="0"/>
                                          </p:stCondLst>
                                        </p:cTn>
                                        <p:tgtEl>
                                          <p:spTgt spid="5">
                                            <p:txEl>
                                              <p:pRg st="14" end="14"/>
                                            </p:txEl>
                                          </p:spTgt>
                                        </p:tgtEl>
                                        <p:attrNameLst>
                                          <p:attrName>style.visibility</p:attrName>
                                        </p:attrNameLst>
                                      </p:cBhvr>
                                      <p:to>
                                        <p:strVal val="visible"/>
                                      </p:to>
                                    </p:set>
                                    <p:animEffect transition="in" filter="barn(inVertical)">
                                      <p:cBhvr>
                                        <p:cTn id="65" dur="500"/>
                                        <p:tgtEl>
                                          <p:spTgt spid="5">
                                            <p:txEl>
                                              <p:pRg st="14" end="14"/>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nodeType="clickEffect">
                                  <p:stCondLst>
                                    <p:cond delay="0"/>
                                  </p:stCondLst>
                                  <p:childTnLst>
                                    <p:set>
                                      <p:cBhvr>
                                        <p:cTn id="69" dur="1" fill="hold">
                                          <p:stCondLst>
                                            <p:cond delay="0"/>
                                          </p:stCondLst>
                                        </p:cTn>
                                        <p:tgtEl>
                                          <p:spTgt spid="5">
                                            <p:txEl>
                                              <p:pRg st="16" end="16"/>
                                            </p:txEl>
                                          </p:spTgt>
                                        </p:tgtEl>
                                        <p:attrNameLst>
                                          <p:attrName>style.visibility</p:attrName>
                                        </p:attrNameLst>
                                      </p:cBhvr>
                                      <p:to>
                                        <p:strVal val="visible"/>
                                      </p:to>
                                    </p:set>
                                    <p:animEffect transition="in" filter="barn(inVertical)">
                                      <p:cBhvr>
                                        <p:cTn id="70" dur="500"/>
                                        <p:tgtEl>
                                          <p:spTgt spid="5">
                                            <p:txEl>
                                              <p:pRg st="16" end="16"/>
                                            </p:txEl>
                                          </p:spTgt>
                                        </p:tgtEl>
                                      </p:cBhvr>
                                    </p:animEffect>
                                  </p:childTnLst>
                                </p:cTn>
                              </p:par>
                              <p:par>
                                <p:cTn id="71" presetID="16" presetClass="entr" presetSubtype="21" fill="hold" nodeType="withEffect">
                                  <p:stCondLst>
                                    <p:cond delay="0"/>
                                  </p:stCondLst>
                                  <p:childTnLst>
                                    <p:set>
                                      <p:cBhvr>
                                        <p:cTn id="72" dur="1" fill="hold">
                                          <p:stCondLst>
                                            <p:cond delay="0"/>
                                          </p:stCondLst>
                                        </p:cTn>
                                        <p:tgtEl>
                                          <p:spTgt spid="5">
                                            <p:txEl>
                                              <p:pRg st="17" end="17"/>
                                            </p:txEl>
                                          </p:spTgt>
                                        </p:tgtEl>
                                        <p:attrNameLst>
                                          <p:attrName>style.visibility</p:attrName>
                                        </p:attrNameLst>
                                      </p:cBhvr>
                                      <p:to>
                                        <p:strVal val="visible"/>
                                      </p:to>
                                    </p:set>
                                    <p:animEffect transition="in" filter="barn(inVertical)">
                                      <p:cBhvr>
                                        <p:cTn id="73" dur="500"/>
                                        <p:tgtEl>
                                          <p:spTgt spid="5">
                                            <p:txEl>
                                              <p:pRg st="17" end="17"/>
                                            </p:txEl>
                                          </p:spTgt>
                                        </p:tgtEl>
                                      </p:cBhvr>
                                    </p:animEffect>
                                  </p:childTnLst>
                                </p:cTn>
                              </p:par>
                              <p:par>
                                <p:cTn id="74" presetID="16" presetClass="entr" presetSubtype="21" fill="hold" nodeType="withEffect">
                                  <p:stCondLst>
                                    <p:cond delay="0"/>
                                  </p:stCondLst>
                                  <p:childTnLst>
                                    <p:set>
                                      <p:cBhvr>
                                        <p:cTn id="75" dur="1" fill="hold">
                                          <p:stCondLst>
                                            <p:cond delay="0"/>
                                          </p:stCondLst>
                                        </p:cTn>
                                        <p:tgtEl>
                                          <p:spTgt spid="5">
                                            <p:txEl>
                                              <p:pRg st="19" end="19"/>
                                            </p:txEl>
                                          </p:spTgt>
                                        </p:tgtEl>
                                        <p:attrNameLst>
                                          <p:attrName>style.visibility</p:attrName>
                                        </p:attrNameLst>
                                      </p:cBhvr>
                                      <p:to>
                                        <p:strVal val="visible"/>
                                      </p:to>
                                    </p:set>
                                    <p:animEffect transition="in" filter="barn(inVertical)">
                                      <p:cBhvr>
                                        <p:cTn id="76" dur="500"/>
                                        <p:tgtEl>
                                          <p:spTgt spid="5">
                                            <p:txEl>
                                              <p:pRg st="19" end="19"/>
                                            </p:txEl>
                                          </p:spTgt>
                                        </p:tgtEl>
                                      </p:cBhvr>
                                    </p:animEffect>
                                  </p:childTnLst>
                                </p:cTn>
                              </p:par>
                              <p:par>
                                <p:cTn id="77" presetID="16" presetClass="entr" presetSubtype="21" fill="hold" nodeType="withEffect">
                                  <p:stCondLst>
                                    <p:cond delay="0"/>
                                  </p:stCondLst>
                                  <p:childTnLst>
                                    <p:set>
                                      <p:cBhvr>
                                        <p:cTn id="78" dur="1" fill="hold">
                                          <p:stCondLst>
                                            <p:cond delay="0"/>
                                          </p:stCondLst>
                                        </p:cTn>
                                        <p:tgtEl>
                                          <p:spTgt spid="5">
                                            <p:txEl>
                                              <p:pRg st="20" end="20"/>
                                            </p:txEl>
                                          </p:spTgt>
                                        </p:tgtEl>
                                        <p:attrNameLst>
                                          <p:attrName>style.visibility</p:attrName>
                                        </p:attrNameLst>
                                      </p:cBhvr>
                                      <p:to>
                                        <p:strVal val="visible"/>
                                      </p:to>
                                    </p:set>
                                    <p:animEffect transition="in" filter="barn(inVertical)">
                                      <p:cBhvr>
                                        <p:cTn id="79" dur="500"/>
                                        <p:tgtEl>
                                          <p:spTgt spid="5">
                                            <p:txEl>
                                              <p:pRg st="20" end="2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16" presetClass="entr" presetSubtype="21" fill="hold" nodeType="clickEffect">
                                  <p:stCondLst>
                                    <p:cond delay="0"/>
                                  </p:stCondLst>
                                  <p:childTnLst>
                                    <p:set>
                                      <p:cBhvr>
                                        <p:cTn id="83" dur="1" fill="hold">
                                          <p:stCondLst>
                                            <p:cond delay="0"/>
                                          </p:stCondLst>
                                        </p:cTn>
                                        <p:tgtEl>
                                          <p:spTgt spid="5">
                                            <p:txEl>
                                              <p:pRg st="22" end="22"/>
                                            </p:txEl>
                                          </p:spTgt>
                                        </p:tgtEl>
                                        <p:attrNameLst>
                                          <p:attrName>style.visibility</p:attrName>
                                        </p:attrNameLst>
                                      </p:cBhvr>
                                      <p:to>
                                        <p:strVal val="visible"/>
                                      </p:to>
                                    </p:set>
                                    <p:animEffect transition="in" filter="barn(inVertical)">
                                      <p:cBhvr>
                                        <p:cTn id="84" dur="500"/>
                                        <p:tgtEl>
                                          <p:spTgt spid="5">
                                            <p:txEl>
                                              <p:pRg st="22" end="22"/>
                                            </p:txEl>
                                          </p:spTgt>
                                        </p:tgtEl>
                                      </p:cBhvr>
                                    </p:animEffect>
                                  </p:childTnLst>
                                </p:cTn>
                              </p:par>
                              <p:par>
                                <p:cTn id="85" presetID="16" presetClass="entr" presetSubtype="21" fill="hold" nodeType="withEffect">
                                  <p:stCondLst>
                                    <p:cond delay="0"/>
                                  </p:stCondLst>
                                  <p:childTnLst>
                                    <p:set>
                                      <p:cBhvr>
                                        <p:cTn id="86" dur="1" fill="hold">
                                          <p:stCondLst>
                                            <p:cond delay="0"/>
                                          </p:stCondLst>
                                        </p:cTn>
                                        <p:tgtEl>
                                          <p:spTgt spid="5">
                                            <p:txEl>
                                              <p:pRg st="23" end="23"/>
                                            </p:txEl>
                                          </p:spTgt>
                                        </p:tgtEl>
                                        <p:attrNameLst>
                                          <p:attrName>style.visibility</p:attrName>
                                        </p:attrNameLst>
                                      </p:cBhvr>
                                      <p:to>
                                        <p:strVal val="visible"/>
                                      </p:to>
                                    </p:set>
                                    <p:animEffect transition="in" filter="barn(inVertical)">
                                      <p:cBhvr>
                                        <p:cTn id="87" dur="500"/>
                                        <p:tgtEl>
                                          <p:spTgt spid="5">
                                            <p:txEl>
                                              <p:pRg st="23" end="23"/>
                                            </p:txEl>
                                          </p:spTgt>
                                        </p:tgtEl>
                                      </p:cBhvr>
                                    </p:animEffect>
                                  </p:childTnLst>
                                </p:cTn>
                              </p:par>
                              <p:par>
                                <p:cTn id="88" presetID="16" presetClass="entr" presetSubtype="21" fill="hold" nodeType="withEffect">
                                  <p:stCondLst>
                                    <p:cond delay="0"/>
                                  </p:stCondLst>
                                  <p:childTnLst>
                                    <p:set>
                                      <p:cBhvr>
                                        <p:cTn id="89" dur="1" fill="hold">
                                          <p:stCondLst>
                                            <p:cond delay="0"/>
                                          </p:stCondLst>
                                        </p:cTn>
                                        <p:tgtEl>
                                          <p:spTgt spid="5">
                                            <p:txEl>
                                              <p:pRg st="25" end="25"/>
                                            </p:txEl>
                                          </p:spTgt>
                                        </p:tgtEl>
                                        <p:attrNameLst>
                                          <p:attrName>style.visibility</p:attrName>
                                        </p:attrNameLst>
                                      </p:cBhvr>
                                      <p:to>
                                        <p:strVal val="visible"/>
                                      </p:to>
                                    </p:set>
                                    <p:animEffect transition="in" filter="barn(inVertical)">
                                      <p:cBhvr>
                                        <p:cTn id="90" dur="500"/>
                                        <p:tgtEl>
                                          <p:spTgt spid="5">
                                            <p:txEl>
                                              <p:pRg st="25" end="25"/>
                                            </p:txEl>
                                          </p:spTgt>
                                        </p:tgtEl>
                                      </p:cBhvr>
                                    </p:animEffect>
                                  </p:childTnLst>
                                </p:cTn>
                              </p:par>
                              <p:par>
                                <p:cTn id="91" presetID="16" presetClass="entr" presetSubtype="21" fill="hold" nodeType="withEffect">
                                  <p:stCondLst>
                                    <p:cond delay="0"/>
                                  </p:stCondLst>
                                  <p:childTnLst>
                                    <p:set>
                                      <p:cBhvr>
                                        <p:cTn id="92" dur="1" fill="hold">
                                          <p:stCondLst>
                                            <p:cond delay="0"/>
                                          </p:stCondLst>
                                        </p:cTn>
                                        <p:tgtEl>
                                          <p:spTgt spid="5">
                                            <p:txEl>
                                              <p:pRg st="26" end="26"/>
                                            </p:txEl>
                                          </p:spTgt>
                                        </p:tgtEl>
                                        <p:attrNameLst>
                                          <p:attrName>style.visibility</p:attrName>
                                        </p:attrNameLst>
                                      </p:cBhvr>
                                      <p:to>
                                        <p:strVal val="visible"/>
                                      </p:to>
                                    </p:set>
                                    <p:animEffect transition="in" filter="barn(inVertical)">
                                      <p:cBhvr>
                                        <p:cTn id="93" dur="500"/>
                                        <p:tgtEl>
                                          <p:spTgt spid="5">
                                            <p:txEl>
                                              <p:pRg st="26" end="2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D46632B5-BEDB-5424-58D9-B31AA1BB1767}"/>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496855" y="-53521"/>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0" name="TextBox 19"/>
          <p:cNvSpPr txBox="1"/>
          <p:nvPr/>
        </p:nvSpPr>
        <p:spPr>
          <a:xfrm>
            <a:off x="-115330" y="144244"/>
            <a:ext cx="11931091" cy="523220"/>
          </a:xfrm>
          <a:prstGeom prst="rect">
            <a:avLst/>
          </a:prstGeom>
          <a:solidFill>
            <a:schemeClr val="bg1"/>
          </a:solidFill>
        </p:spPr>
        <p:style>
          <a:lnRef idx="1">
            <a:schemeClr val="accent1"/>
          </a:lnRef>
          <a:fillRef idx="2">
            <a:schemeClr val="accent1"/>
          </a:fillRef>
          <a:effectRef idx="1">
            <a:schemeClr val="accent1"/>
          </a:effectRef>
          <a:fontRef idx="minor">
            <a:schemeClr val="dk1"/>
          </a:fontRef>
        </p:style>
        <p:txBody>
          <a:bodyPr wrap="square" rtlCol="1">
            <a:spAutoFit/>
          </a:bodyPr>
          <a:lstStyle/>
          <a:p>
            <a:pPr algn="ctr"/>
            <a:r>
              <a:rPr lang="en-US" sz="2800" b="1" dirty="0">
                <a:solidFill>
                  <a:srgbClr val="FF0000"/>
                </a:solidFill>
                <a:latin typeface="Cambria" panose="02040503050406030204" pitchFamily="18" charset="0"/>
                <a:ea typeface="Cambria" panose="02040503050406030204" pitchFamily="18" charset="0"/>
              </a:rPr>
              <a:t> Interpreting a differential equation as a vector field  Flows on the Line </a:t>
            </a:r>
            <a:endParaRPr lang="he-IL" sz="2800" b="1" dirty="0">
              <a:solidFill>
                <a:srgbClr val="FF0000"/>
              </a:solidFill>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5" name="Object 67">
                <a:extLst>
                  <a:ext uri="{FF2B5EF4-FFF2-40B4-BE49-F238E27FC236}">
                    <a16:creationId xmlns:a16="http://schemas.microsoft.com/office/drawing/2014/main" id="{8F3F52BC-B8A0-6C01-7DE5-B23DD05D80AF}"/>
                  </a:ext>
                </a:extLst>
              </p:cNvPr>
              <p:cNvSpPr txBox="1"/>
              <p:nvPr/>
            </p:nvSpPr>
            <p:spPr bwMode="auto">
              <a:xfrm>
                <a:off x="5199390" y="1449406"/>
                <a:ext cx="3711575" cy="685801"/>
              </a:xfrm>
              <a:prstGeom prst="rect">
                <a:avLst/>
              </a:prstGeom>
              <a:solidFill>
                <a:schemeClr val="bg1"/>
              </a:solidFill>
              <a:ln>
                <a:noFill/>
              </a:ln>
              <a:effectLst/>
            </p:spPr>
            <p:txBody>
              <a:bodyPr>
                <a:normAutofit fontScale="62500" lnSpcReduction="20000"/>
              </a:bodyPr>
              <a:lstStyle/>
              <a:p>
                <a:r>
                  <a:rPr lang="en-US" sz="3200" b="1" dirty="0">
                    <a:solidFill>
                      <a:srgbClr val="FF0000"/>
                    </a:solidFill>
                    <a:latin typeface="Cambria Math" panose="02040503050406030204" pitchFamily="18" charset="0"/>
                  </a:rPr>
                  <a:t>Solution</a:t>
                </a:r>
                <a:r>
                  <a:rPr lang="en-US" sz="3200" i="1" dirty="0">
                    <a:solidFill>
                      <a:srgbClr val="FF0000"/>
                    </a:solidFill>
                    <a:latin typeface="Cambria Math" panose="02040503050406030204" pitchFamily="18" charset="0"/>
                  </a:rPr>
                  <a:t> </a:t>
                </a:r>
              </a:p>
              <a:p>
                <a:pPr/>
                <a14:m>
                  <m:oMathPara xmlns:m="http://schemas.openxmlformats.org/officeDocument/2006/math">
                    <m:oMathParaPr>
                      <m:jc m:val="left"/>
                    </m:oMathParaPr>
                    <m:oMath xmlns:m="http://schemas.openxmlformats.org/officeDocument/2006/math">
                      <m:r>
                        <a:rPr lang="en-IN" sz="3200" i="1" smtClean="0">
                          <a:solidFill>
                            <a:srgbClr val="FF0000"/>
                          </a:solidFill>
                          <a:latin typeface="Cambria Math" panose="02040503050406030204" pitchFamily="18" charset="0"/>
                        </a:rPr>
                        <m:t>𝑞</m:t>
                      </m:r>
                      <m:r>
                        <a:rPr lang="en-IN" sz="3200" i="1" smtClean="0">
                          <a:solidFill>
                            <a:srgbClr val="FF0000"/>
                          </a:solidFill>
                          <a:latin typeface="Cambria Math" panose="02040503050406030204" pitchFamily="18" charset="0"/>
                        </a:rPr>
                        <m:t>=</m:t>
                      </m:r>
                      <m:r>
                        <a:rPr lang="en-IN" sz="3200" i="1" smtClean="0">
                          <a:solidFill>
                            <a:srgbClr val="FF0000"/>
                          </a:solidFill>
                          <a:latin typeface="Cambria Math" panose="02040503050406030204" pitchFamily="18" charset="0"/>
                        </a:rPr>
                        <m:t>𝐶</m:t>
                      </m:r>
                      <m:sSub>
                        <m:sSubPr>
                          <m:ctrlPr>
                            <a:rPr lang="en-US" sz="3200" b="0" i="1" smtClean="0">
                              <a:solidFill>
                                <a:srgbClr val="FF0000"/>
                              </a:solidFill>
                              <a:latin typeface="Cambria Math" panose="02040503050406030204" pitchFamily="18" charset="0"/>
                            </a:rPr>
                          </m:ctrlPr>
                        </m:sSubPr>
                        <m:e>
                          <m:r>
                            <a:rPr lang="en-IN" sz="3200" i="1" smtClean="0">
                              <a:solidFill>
                                <a:srgbClr val="FF0000"/>
                              </a:solidFill>
                              <a:latin typeface="Cambria Math" panose="02040503050406030204" pitchFamily="18" charset="0"/>
                            </a:rPr>
                            <m:t>𝑉</m:t>
                          </m:r>
                        </m:e>
                        <m:sub>
                          <m:r>
                            <a:rPr lang="en-US" sz="3200" b="0" i="1" smtClean="0">
                              <a:solidFill>
                                <a:srgbClr val="FF0000"/>
                              </a:solidFill>
                              <a:latin typeface="Cambria Math" panose="02040503050406030204" pitchFamily="18" charset="0"/>
                            </a:rPr>
                            <m:t>0</m:t>
                          </m:r>
                        </m:sub>
                      </m:sSub>
                      <m:d>
                        <m:dPr>
                          <m:ctrlPr>
                            <a:rPr lang="en-IN" sz="3200" i="1">
                              <a:solidFill>
                                <a:srgbClr val="FF0000"/>
                              </a:solidFill>
                              <a:latin typeface="Cambria Math" panose="02040503050406030204" pitchFamily="18" charset="0"/>
                            </a:rPr>
                          </m:ctrlPr>
                        </m:dPr>
                        <m:e>
                          <m:r>
                            <a:rPr lang="en-IN" sz="3200" i="1">
                              <a:solidFill>
                                <a:srgbClr val="FF0000"/>
                              </a:solidFill>
                              <a:latin typeface="Cambria Math" panose="02040503050406030204" pitchFamily="18" charset="0"/>
                            </a:rPr>
                            <m:t>1</m:t>
                          </m:r>
                          <m:r>
                            <a:rPr lang="en-IN" sz="3200" i="1">
                              <a:solidFill>
                                <a:srgbClr val="FF0000"/>
                              </a:solidFill>
                              <a:latin typeface="Cambria Math" panose="02040503050406030204" pitchFamily="18" charset="0"/>
                            </a:rPr>
                            <m:t>−</m:t>
                          </m:r>
                          <m:sSup>
                            <m:sSupPr>
                              <m:ctrlPr>
                                <a:rPr lang="en-IN" sz="3200" i="1">
                                  <a:solidFill>
                                    <a:srgbClr val="FF0000"/>
                                  </a:solidFill>
                                  <a:latin typeface="Cambria Math" panose="02040503050406030204" pitchFamily="18" charset="0"/>
                                </a:rPr>
                              </m:ctrlPr>
                            </m:sSupPr>
                            <m:e>
                              <m:r>
                                <a:rPr lang="en-IN" sz="3200" i="1">
                                  <a:solidFill>
                                    <a:srgbClr val="FF0000"/>
                                  </a:solidFill>
                                  <a:latin typeface="Cambria Math" panose="02040503050406030204" pitchFamily="18" charset="0"/>
                                </a:rPr>
                                <m:t>𝑒</m:t>
                              </m:r>
                            </m:e>
                            <m:sup>
                              <m:r>
                                <a:rPr lang="en-IN" sz="3200" i="1">
                                  <a:solidFill>
                                    <a:srgbClr val="FF0000"/>
                                  </a:solidFill>
                                  <a:latin typeface="Cambria Math" panose="02040503050406030204" pitchFamily="18" charset="0"/>
                                </a:rPr>
                                <m:t>−</m:t>
                              </m:r>
                              <m:r>
                                <a:rPr lang="en-IN" sz="3200" i="1">
                                  <a:solidFill>
                                    <a:srgbClr val="FF0000"/>
                                  </a:solidFill>
                                  <a:latin typeface="Cambria Math" panose="02040503050406030204" pitchFamily="18" charset="0"/>
                                </a:rPr>
                                <m:t>𝑡</m:t>
                              </m:r>
                              <m:r>
                                <a:rPr lang="en-IN" sz="3200" i="1">
                                  <a:solidFill>
                                    <a:srgbClr val="FF0000"/>
                                  </a:solidFill>
                                  <a:latin typeface="Cambria Math" panose="02040503050406030204" pitchFamily="18" charset="0"/>
                                </a:rPr>
                                <m:t>/</m:t>
                              </m:r>
                              <m:r>
                                <a:rPr lang="en-IN" sz="3200" i="1">
                                  <a:solidFill>
                                    <a:srgbClr val="FF0000"/>
                                  </a:solidFill>
                                  <a:latin typeface="Cambria Math" panose="02040503050406030204" pitchFamily="18" charset="0"/>
                                </a:rPr>
                                <m:t>𝑅𝐶</m:t>
                              </m:r>
                            </m:sup>
                          </m:sSup>
                        </m:e>
                      </m:d>
                    </m:oMath>
                  </m:oMathPara>
                </a14:m>
                <a:endParaRPr lang="en-IN" sz="3200" dirty="0">
                  <a:solidFill>
                    <a:srgbClr val="FF0000"/>
                  </a:solidFill>
                </a:endParaRPr>
              </a:p>
            </p:txBody>
          </p:sp>
        </mc:Choice>
        <mc:Fallback xmlns="">
          <p:sp>
            <p:nvSpPr>
              <p:cNvPr id="5" name="Object 67">
                <a:extLst>
                  <a:ext uri="{FF2B5EF4-FFF2-40B4-BE49-F238E27FC236}">
                    <a16:creationId xmlns:a16="http://schemas.microsoft.com/office/drawing/2014/main" id="{8F3F52BC-B8A0-6C01-7DE5-B23DD05D80AF}"/>
                  </a:ext>
                </a:extLst>
              </p:cNvPr>
              <p:cNvSpPr txBox="1">
                <a:spLocks noRot="1" noChangeAspect="1" noMove="1" noResize="1" noEditPoints="1" noAdjustHandles="1" noChangeArrowheads="1" noChangeShapeType="1" noTextEdit="1"/>
              </p:cNvSpPr>
              <p:nvPr/>
            </p:nvSpPr>
            <p:spPr bwMode="auto">
              <a:xfrm>
                <a:off x="5199390" y="1449406"/>
                <a:ext cx="3711575" cy="685801"/>
              </a:xfrm>
              <a:prstGeom prst="rect">
                <a:avLst/>
              </a:prstGeom>
              <a:blipFill>
                <a:blip r:embed="rId3"/>
                <a:stretch>
                  <a:fillRect l="-1806" t="-14286" b="-1786"/>
                </a:stretch>
              </a:blipFill>
              <a:ln>
                <a:noFill/>
              </a:ln>
              <a:effectLst/>
            </p:spPr>
            <p:txBody>
              <a:bodyPr/>
              <a:lstStyle/>
              <a:p>
                <a:r>
                  <a:rPr lang="en-IN">
                    <a:noFill/>
                  </a:rPr>
                  <a:t> </a:t>
                </a:r>
              </a:p>
            </p:txBody>
          </p:sp>
        </mc:Fallback>
      </mc:AlternateContent>
      <p:grpSp>
        <p:nvGrpSpPr>
          <p:cNvPr id="30" name="Group 29">
            <a:extLst>
              <a:ext uri="{FF2B5EF4-FFF2-40B4-BE49-F238E27FC236}">
                <a16:creationId xmlns:a16="http://schemas.microsoft.com/office/drawing/2014/main" id="{F7FA09E4-035B-538C-9E3A-6E04CF9F7A5B}"/>
              </a:ext>
            </a:extLst>
          </p:cNvPr>
          <p:cNvGrpSpPr/>
          <p:nvPr/>
        </p:nvGrpSpPr>
        <p:grpSpPr>
          <a:xfrm>
            <a:off x="5108455" y="2536030"/>
            <a:ext cx="5022851" cy="3767138"/>
            <a:chOff x="5078702" y="2536031"/>
            <a:chExt cx="5022851" cy="3767138"/>
          </a:xfrm>
        </p:grpSpPr>
        <p:pic>
          <p:nvPicPr>
            <p:cNvPr id="8" name="Picture 7">
              <a:extLst>
                <a:ext uri="{FF2B5EF4-FFF2-40B4-BE49-F238E27FC236}">
                  <a16:creationId xmlns:a16="http://schemas.microsoft.com/office/drawing/2014/main" id="{407B18B2-A242-6D79-65B6-4E379FDFB8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8702" y="2536031"/>
              <a:ext cx="5022851" cy="3767138"/>
            </a:xfrm>
            <a:prstGeom prst="rect">
              <a:avLst/>
            </a:prstGeom>
          </p:spPr>
        </p:pic>
        <p:cxnSp>
          <p:nvCxnSpPr>
            <p:cNvPr id="11" name="Straight Connector 10">
              <a:extLst>
                <a:ext uri="{FF2B5EF4-FFF2-40B4-BE49-F238E27FC236}">
                  <a16:creationId xmlns:a16="http://schemas.microsoft.com/office/drawing/2014/main" id="{77D058D1-F5E3-51B5-84A4-5380F56C8C3B}"/>
                </a:ext>
              </a:extLst>
            </p:cNvPr>
            <p:cNvCxnSpPr>
              <a:cxnSpLocks/>
            </p:cNvCxnSpPr>
            <p:nvPr/>
          </p:nvCxnSpPr>
          <p:spPr>
            <a:xfrm>
              <a:off x="6344037" y="3390288"/>
              <a:ext cx="3313145" cy="0"/>
            </a:xfrm>
            <a:prstGeom prst="line">
              <a:avLst/>
            </a:prstGeom>
            <a:ln w="38100">
              <a:prstDash val="dashDot"/>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84AA065C-4647-508C-EB41-9EC8945D71C2}"/>
              </a:ext>
            </a:extLst>
          </p:cNvPr>
          <p:cNvGrpSpPr/>
          <p:nvPr/>
        </p:nvGrpSpPr>
        <p:grpSpPr>
          <a:xfrm>
            <a:off x="-373170" y="783092"/>
            <a:ext cx="5236581" cy="3505878"/>
            <a:chOff x="-373170" y="783092"/>
            <a:chExt cx="5236581" cy="3505878"/>
          </a:xfrm>
        </p:grpSpPr>
        <mc:AlternateContent xmlns:mc="http://schemas.openxmlformats.org/markup-compatibility/2006" xmlns:a14="http://schemas.microsoft.com/office/drawing/2010/main">
          <mc:Choice Requires="a14">
            <p:sp>
              <p:nvSpPr>
                <p:cNvPr id="4" name="Object 64">
                  <a:extLst>
                    <a:ext uri="{FF2B5EF4-FFF2-40B4-BE49-F238E27FC236}">
                      <a16:creationId xmlns:a16="http://schemas.microsoft.com/office/drawing/2014/main" id="{27D9B91E-3238-1D64-FAF9-9285DBE31D3D}"/>
                    </a:ext>
                  </a:extLst>
                </p:cNvPr>
                <p:cNvSpPr txBox="1"/>
                <p:nvPr/>
              </p:nvSpPr>
              <p:spPr bwMode="auto">
                <a:xfrm>
                  <a:off x="1282898" y="1432443"/>
                  <a:ext cx="2533321" cy="1058824"/>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IN" b="0" i="1" smtClean="0">
                            <a:solidFill>
                              <a:srgbClr val="FF0000"/>
                            </a:solidFill>
                            <a:latin typeface="Cambria Math" panose="02040503050406030204" pitchFamily="18" charset="0"/>
                          </a:rPr>
                          <m:t>𝑅</m:t>
                        </m:r>
                        <m:f>
                          <m:fPr>
                            <m:ctrlPr>
                              <a:rPr lang="en-IN" i="1">
                                <a:solidFill>
                                  <a:srgbClr val="FF0000"/>
                                </a:solidFill>
                                <a:latin typeface="Cambria Math" panose="02040503050406030204" pitchFamily="18" charset="0"/>
                              </a:rPr>
                            </m:ctrlPr>
                          </m:fPr>
                          <m:num>
                            <m:r>
                              <a:rPr lang="en-IN" b="0" i="1">
                                <a:solidFill>
                                  <a:srgbClr val="FF0000"/>
                                </a:solidFill>
                                <a:latin typeface="Cambria Math" panose="02040503050406030204" pitchFamily="18" charset="0"/>
                              </a:rPr>
                              <m:t>𝑑𝑞</m:t>
                            </m:r>
                          </m:num>
                          <m:den>
                            <m:r>
                              <a:rPr lang="en-IN" b="0" i="1">
                                <a:solidFill>
                                  <a:srgbClr val="FF0000"/>
                                </a:solidFill>
                                <a:latin typeface="Cambria Math" panose="02040503050406030204" pitchFamily="18" charset="0"/>
                              </a:rPr>
                              <m:t>𝑑𝑡</m:t>
                            </m:r>
                          </m:den>
                        </m:f>
                        <m:r>
                          <a:rPr lang="en-IN" b="0" i="1">
                            <a:solidFill>
                              <a:srgbClr val="FF0000"/>
                            </a:solidFill>
                            <a:latin typeface="Cambria Math" panose="02040503050406030204" pitchFamily="18" charset="0"/>
                          </a:rPr>
                          <m:t>=</m:t>
                        </m:r>
                        <m:sSub>
                          <m:sSubPr>
                            <m:ctrlPr>
                              <a:rPr lang="en-US" i="1" smtClean="0">
                                <a:solidFill>
                                  <a:srgbClr val="FF0000"/>
                                </a:solidFill>
                                <a:latin typeface="Cambria Math" panose="02040503050406030204" pitchFamily="18" charset="0"/>
                              </a:rPr>
                            </m:ctrlPr>
                          </m:sSubPr>
                          <m:e>
                            <m:r>
                              <a:rPr lang="en-IN" b="0" i="1">
                                <a:solidFill>
                                  <a:srgbClr val="FF0000"/>
                                </a:solidFill>
                                <a:latin typeface="Cambria Math" panose="02040503050406030204" pitchFamily="18" charset="0"/>
                              </a:rPr>
                              <m:t>𝑉</m:t>
                            </m:r>
                          </m:e>
                          <m:sub>
                            <m:r>
                              <a:rPr lang="en-US" b="0" i="1" smtClean="0">
                                <a:solidFill>
                                  <a:srgbClr val="FF0000"/>
                                </a:solidFill>
                                <a:latin typeface="Cambria Math" panose="02040503050406030204" pitchFamily="18" charset="0"/>
                              </a:rPr>
                              <m:t>0</m:t>
                            </m:r>
                          </m:sub>
                        </m:sSub>
                        <m:r>
                          <a:rPr lang="en-IN" b="0" i="1">
                            <a:solidFill>
                              <a:srgbClr val="FF0000"/>
                            </a:solidFill>
                            <a:latin typeface="Cambria Math" panose="02040503050406030204" pitchFamily="18" charset="0"/>
                          </a:rPr>
                          <m:t>−</m:t>
                        </m:r>
                        <m:f>
                          <m:fPr>
                            <m:ctrlPr>
                              <a:rPr lang="en-IN" i="1">
                                <a:solidFill>
                                  <a:srgbClr val="FF0000"/>
                                </a:solidFill>
                                <a:latin typeface="Cambria Math" panose="02040503050406030204" pitchFamily="18" charset="0"/>
                              </a:rPr>
                            </m:ctrlPr>
                          </m:fPr>
                          <m:num>
                            <m:r>
                              <a:rPr lang="en-IN" b="0" i="1">
                                <a:solidFill>
                                  <a:srgbClr val="FF0000"/>
                                </a:solidFill>
                                <a:latin typeface="Cambria Math" panose="02040503050406030204" pitchFamily="18" charset="0"/>
                              </a:rPr>
                              <m:t>𝑞</m:t>
                            </m:r>
                          </m:num>
                          <m:den>
                            <m:r>
                              <a:rPr lang="en-IN" b="0" i="1">
                                <a:solidFill>
                                  <a:srgbClr val="FF0000"/>
                                </a:solidFill>
                                <a:latin typeface="Cambria Math" panose="02040503050406030204" pitchFamily="18" charset="0"/>
                              </a:rPr>
                              <m:t>𝐶</m:t>
                            </m:r>
                          </m:den>
                        </m:f>
                      </m:oMath>
                    </m:oMathPara>
                  </a14:m>
                  <a:endParaRPr lang="en-IN" dirty="0">
                    <a:solidFill>
                      <a:srgbClr val="FF0000"/>
                    </a:solidFill>
                  </a:endParaRPr>
                </a:p>
                <a:p>
                  <a:r>
                    <a:rPr lang="en-IN" dirty="0">
                      <a:solidFill>
                        <a:srgbClr val="FF0000"/>
                      </a:solidFill>
                    </a:rPr>
                    <a:t> </a:t>
                  </a:r>
                  <a14:m>
                    <m:oMath xmlns:m="http://schemas.openxmlformats.org/officeDocument/2006/math">
                      <m:r>
                        <a:rPr lang="en-US" b="0" i="1" smtClean="0">
                          <a:solidFill>
                            <a:srgbClr val="FF0000"/>
                          </a:solidFill>
                          <a:latin typeface="Cambria Math" panose="02040503050406030204" pitchFamily="18" charset="0"/>
                        </a:rPr>
                        <m:t> </m:t>
                      </m:r>
                      <m:acc>
                        <m:accPr>
                          <m:chr m:val="̇"/>
                          <m:ctrlPr>
                            <a:rPr lang="en-US"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𝑞</m:t>
                          </m:r>
                        </m:e>
                      </m:acc>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𝑓</m:t>
                      </m:r>
                      <m:d>
                        <m:dPr>
                          <m:ctrlPr>
                            <a:rPr lang="en-US"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𝑞</m:t>
                          </m:r>
                        </m:e>
                      </m:d>
                      <m:r>
                        <a:rPr lang="en-US" b="0" i="1" smtClean="0">
                          <a:solidFill>
                            <a:srgbClr val="FF0000"/>
                          </a:solidFill>
                          <a:latin typeface="Cambria Math" panose="02040503050406030204" pitchFamily="18" charset="0"/>
                        </a:rPr>
                        <m:t>=</m:t>
                      </m:r>
                      <m:f>
                        <m:fPr>
                          <m:ctrlPr>
                            <a:rPr lang="en-US"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𝑉</m:t>
                          </m:r>
                        </m:num>
                        <m:den>
                          <m:r>
                            <a:rPr lang="en-US" b="0" i="1" smtClean="0">
                              <a:solidFill>
                                <a:srgbClr val="FF0000"/>
                              </a:solidFill>
                              <a:latin typeface="Cambria Math" panose="02040503050406030204" pitchFamily="18" charset="0"/>
                            </a:rPr>
                            <m:t>𝑅</m:t>
                          </m:r>
                        </m:den>
                      </m:f>
                      <m:r>
                        <a:rPr lang="en-US" b="0" i="1" smtClean="0">
                          <a:solidFill>
                            <a:srgbClr val="FF0000"/>
                          </a:solidFill>
                          <a:latin typeface="Cambria Math" panose="02040503050406030204" pitchFamily="18" charset="0"/>
                        </a:rPr>
                        <m:t>−</m:t>
                      </m:r>
                      <m:f>
                        <m:fPr>
                          <m:ctrlPr>
                            <a:rPr lang="en-US"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𝑞</m:t>
                          </m:r>
                        </m:num>
                        <m:den>
                          <m:r>
                            <a:rPr lang="en-US" b="0" i="1" smtClean="0">
                              <a:solidFill>
                                <a:srgbClr val="FF0000"/>
                              </a:solidFill>
                              <a:latin typeface="Cambria Math" panose="02040503050406030204" pitchFamily="18" charset="0"/>
                            </a:rPr>
                            <m:t>𝐶𝑅</m:t>
                          </m:r>
                        </m:den>
                      </m:f>
                    </m:oMath>
                  </a14:m>
                  <a:endParaRPr lang="en-IN" dirty="0">
                    <a:solidFill>
                      <a:srgbClr val="FF0000"/>
                    </a:solidFill>
                  </a:endParaRPr>
                </a:p>
                <a:p>
                  <a:endParaRPr lang="en-IN" dirty="0">
                    <a:solidFill>
                      <a:srgbClr val="FF0000"/>
                    </a:solidFill>
                  </a:endParaRPr>
                </a:p>
              </p:txBody>
            </p:sp>
          </mc:Choice>
          <mc:Fallback xmlns="">
            <p:sp>
              <p:nvSpPr>
                <p:cNvPr id="4" name="Object 64">
                  <a:extLst>
                    <a:ext uri="{FF2B5EF4-FFF2-40B4-BE49-F238E27FC236}">
                      <a16:creationId xmlns:a16="http://schemas.microsoft.com/office/drawing/2014/main" id="{27D9B91E-3238-1D64-FAF9-9285DBE31D3D}"/>
                    </a:ext>
                  </a:extLst>
                </p:cNvPr>
                <p:cNvSpPr txBox="1">
                  <a:spLocks noRot="1" noChangeAspect="1" noMove="1" noResize="1" noEditPoints="1" noAdjustHandles="1" noChangeArrowheads="1" noChangeShapeType="1" noTextEdit="1"/>
                </p:cNvSpPr>
                <p:nvPr/>
              </p:nvSpPr>
              <p:spPr bwMode="auto">
                <a:xfrm>
                  <a:off x="1282898" y="1432443"/>
                  <a:ext cx="2533321" cy="1058824"/>
                </a:xfrm>
                <a:prstGeom prst="rect">
                  <a:avLst/>
                </a:prstGeom>
                <a:blipFill>
                  <a:blip r:embed="rId5"/>
                  <a:stretch>
                    <a:fillRect/>
                  </a:stretch>
                </a:blipFill>
                <a:ln>
                  <a:noFill/>
                </a:ln>
                <a:effectLst/>
              </p:spPr>
              <p:txBody>
                <a:bodyPr/>
                <a:lstStyle/>
                <a:p>
                  <a:r>
                    <a:rPr lang="en-IN">
                      <a:noFill/>
                    </a:rPr>
                    <a:t> </a:t>
                  </a:r>
                </a:p>
              </p:txBody>
            </p:sp>
          </mc:Fallback>
        </mc:AlternateContent>
        <p:pic>
          <p:nvPicPr>
            <p:cNvPr id="14" name="Picture 13" descr="Chart, line chart&#10;&#10;Description automatically generated">
              <a:extLst>
                <a:ext uri="{FF2B5EF4-FFF2-40B4-BE49-F238E27FC236}">
                  <a16:creationId xmlns:a16="http://schemas.microsoft.com/office/drawing/2014/main" id="{8C010BA9-A519-3AC3-E53D-C52723A3A17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3170" y="783092"/>
              <a:ext cx="4674504" cy="3505878"/>
            </a:xfrm>
            <a:prstGeom prst="rect">
              <a:avLst/>
            </a:prstGeom>
          </p:spPr>
        </p:pic>
        <p:cxnSp>
          <p:nvCxnSpPr>
            <p:cNvPr id="10" name="Straight Arrow Connector 9"/>
            <p:cNvCxnSpPr/>
            <p:nvPr/>
          </p:nvCxnSpPr>
          <p:spPr>
            <a:xfrm flipH="1">
              <a:off x="3308953" y="1870218"/>
              <a:ext cx="749824" cy="103822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FC64A96-9A36-8A77-F22B-BECB5FE9AB5D}"/>
                    </a:ext>
                  </a:extLst>
                </p:cNvPr>
                <p:cNvSpPr txBox="1"/>
                <p:nvPr/>
              </p:nvSpPr>
              <p:spPr>
                <a:xfrm>
                  <a:off x="3046559" y="2400115"/>
                  <a:ext cx="46089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𝑞</m:t>
                            </m:r>
                          </m:e>
                          <m:sup>
                            <m:r>
                              <a:rPr lang="en-US" b="0" i="1" dirty="0" smtClean="0">
                                <a:latin typeface="Cambria Math" panose="02040503050406030204" pitchFamily="18" charset="0"/>
                              </a:rPr>
                              <m:t>∗</m:t>
                            </m:r>
                          </m:sup>
                        </m:sSup>
                      </m:oMath>
                    </m:oMathPara>
                  </a14:m>
                  <a:endParaRPr lang="en-IN" dirty="0"/>
                </a:p>
              </p:txBody>
            </p:sp>
          </mc:Choice>
          <mc:Fallback xmlns="">
            <p:sp>
              <p:nvSpPr>
                <p:cNvPr id="15" name="TextBox 14">
                  <a:extLst>
                    <a:ext uri="{FF2B5EF4-FFF2-40B4-BE49-F238E27FC236}">
                      <a16:creationId xmlns:a16="http://schemas.microsoft.com/office/drawing/2014/main" id="{8FC64A96-9A36-8A77-F22B-BECB5FE9AB5D}"/>
                    </a:ext>
                  </a:extLst>
                </p:cNvPr>
                <p:cNvSpPr txBox="1">
                  <a:spLocks noRot="1" noChangeAspect="1" noMove="1" noResize="1" noEditPoints="1" noAdjustHandles="1" noChangeArrowheads="1" noChangeShapeType="1" noTextEdit="1"/>
                </p:cNvSpPr>
                <p:nvPr/>
              </p:nvSpPr>
              <p:spPr>
                <a:xfrm>
                  <a:off x="3046559" y="2400115"/>
                  <a:ext cx="460895" cy="369332"/>
                </a:xfrm>
                <a:prstGeom prst="rect">
                  <a:avLst/>
                </a:prstGeom>
                <a:blipFill>
                  <a:blip r:embed="rId7"/>
                  <a:stretch>
                    <a:fillRect b="-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6E890BC-16B5-0E90-C3AF-738DF7F52F93}"/>
                    </a:ext>
                  </a:extLst>
                </p:cNvPr>
                <p:cNvSpPr txBox="1"/>
                <p:nvPr/>
              </p:nvSpPr>
              <p:spPr>
                <a:xfrm>
                  <a:off x="-137745" y="939544"/>
                  <a:ext cx="69531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𝑓</m:t>
                        </m:r>
                        <m:r>
                          <a:rPr lang="en-US" b="0" i="1" dirty="0" smtClean="0">
                            <a:latin typeface="Cambria Math" panose="02040503050406030204" pitchFamily="18" charset="0"/>
                          </a:rPr>
                          <m:t>(</m:t>
                        </m:r>
                        <m:r>
                          <a:rPr lang="en-US" b="0" i="1" dirty="0" smtClean="0">
                            <a:latin typeface="Cambria Math" panose="02040503050406030204" pitchFamily="18" charset="0"/>
                          </a:rPr>
                          <m:t>𝑞</m:t>
                        </m:r>
                        <m:r>
                          <a:rPr lang="en-US" b="0" i="1" dirty="0" smtClean="0">
                            <a:latin typeface="Cambria Math" panose="02040503050406030204" pitchFamily="18" charset="0"/>
                          </a:rPr>
                          <m:t>)</m:t>
                        </m:r>
                      </m:oMath>
                    </m:oMathPara>
                  </a14:m>
                  <a:endParaRPr lang="en-IN" dirty="0"/>
                </a:p>
              </p:txBody>
            </p:sp>
          </mc:Choice>
          <mc:Fallback xmlns="">
            <p:sp>
              <p:nvSpPr>
                <p:cNvPr id="16" name="TextBox 15">
                  <a:extLst>
                    <a:ext uri="{FF2B5EF4-FFF2-40B4-BE49-F238E27FC236}">
                      <a16:creationId xmlns:a16="http://schemas.microsoft.com/office/drawing/2014/main" id="{36E890BC-16B5-0E90-C3AF-738DF7F52F93}"/>
                    </a:ext>
                  </a:extLst>
                </p:cNvPr>
                <p:cNvSpPr txBox="1">
                  <a:spLocks noRot="1" noChangeAspect="1" noMove="1" noResize="1" noEditPoints="1" noAdjustHandles="1" noChangeArrowheads="1" noChangeShapeType="1" noTextEdit="1"/>
                </p:cNvSpPr>
                <p:nvPr/>
              </p:nvSpPr>
              <p:spPr>
                <a:xfrm>
                  <a:off x="-137745" y="939544"/>
                  <a:ext cx="695319" cy="369332"/>
                </a:xfrm>
                <a:prstGeom prst="rect">
                  <a:avLst/>
                </a:prstGeom>
                <a:blipFill>
                  <a:blip r:embed="rId8"/>
                  <a:stretch>
                    <a:fillRect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E0AE110-DFF9-61DB-4A91-B3E6B8A2AF4A}"/>
                    </a:ext>
                  </a:extLst>
                </p:cNvPr>
                <p:cNvSpPr txBox="1"/>
                <p:nvPr/>
              </p:nvSpPr>
              <p:spPr>
                <a:xfrm>
                  <a:off x="1473855" y="2422062"/>
                  <a:ext cx="112415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𝑓</m:t>
                        </m:r>
                        <m:d>
                          <m:dPr>
                            <m:ctrlPr>
                              <a:rPr lang="en-US" b="0" i="1" dirty="0" smtClean="0">
                                <a:solidFill>
                                  <a:srgbClr val="FF0000"/>
                                </a:solidFill>
                                <a:latin typeface="Cambria Math" panose="02040503050406030204" pitchFamily="18" charset="0"/>
                              </a:rPr>
                            </m:ctrlPr>
                          </m:dPr>
                          <m:e>
                            <m:r>
                              <a:rPr lang="en-US" b="0" i="1" dirty="0" smtClean="0">
                                <a:solidFill>
                                  <a:srgbClr val="FF0000"/>
                                </a:solidFill>
                                <a:latin typeface="Cambria Math" panose="02040503050406030204" pitchFamily="18" charset="0"/>
                              </a:rPr>
                              <m:t>𝑞</m:t>
                            </m:r>
                          </m:e>
                        </m:d>
                        <m:r>
                          <a:rPr lang="en-US" b="0" i="1" dirty="0" smtClean="0">
                            <a:solidFill>
                              <a:srgbClr val="FF0000"/>
                            </a:solidFill>
                            <a:latin typeface="Cambria Math" panose="02040503050406030204" pitchFamily="18" charset="0"/>
                          </a:rPr>
                          <m:t>&gt;</m:t>
                        </m:r>
                        <m:r>
                          <a:rPr lang="en-US" b="0" i="1" dirty="0" smtClean="0">
                            <a:solidFill>
                              <a:srgbClr val="FF0000"/>
                            </a:solidFill>
                            <a:latin typeface="Cambria Math" panose="02040503050406030204" pitchFamily="18" charset="0"/>
                          </a:rPr>
                          <m:t>0</m:t>
                        </m:r>
                      </m:oMath>
                    </m:oMathPara>
                  </a14:m>
                  <a:endParaRPr lang="en-IN" dirty="0">
                    <a:solidFill>
                      <a:srgbClr val="FF0000"/>
                    </a:solidFill>
                  </a:endParaRPr>
                </a:p>
              </p:txBody>
            </p:sp>
          </mc:Choice>
          <mc:Fallback xmlns="">
            <p:sp>
              <p:nvSpPr>
                <p:cNvPr id="17" name="TextBox 16">
                  <a:extLst>
                    <a:ext uri="{FF2B5EF4-FFF2-40B4-BE49-F238E27FC236}">
                      <a16:creationId xmlns:a16="http://schemas.microsoft.com/office/drawing/2014/main" id="{CE0AE110-DFF9-61DB-4A91-B3E6B8A2AF4A}"/>
                    </a:ext>
                  </a:extLst>
                </p:cNvPr>
                <p:cNvSpPr txBox="1">
                  <a:spLocks noRot="1" noChangeAspect="1" noMove="1" noResize="1" noEditPoints="1" noAdjustHandles="1" noChangeArrowheads="1" noChangeShapeType="1" noTextEdit="1"/>
                </p:cNvSpPr>
                <p:nvPr/>
              </p:nvSpPr>
              <p:spPr>
                <a:xfrm>
                  <a:off x="1473855" y="2422062"/>
                  <a:ext cx="1124154" cy="369332"/>
                </a:xfrm>
                <a:prstGeom prst="rect">
                  <a:avLst/>
                </a:prstGeom>
                <a:blipFill>
                  <a:blip r:embed="rId9"/>
                  <a:stretch>
                    <a:fillRect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E727EC8-4E68-7A27-9A7E-A3CA908DC144}"/>
                    </a:ext>
                  </a:extLst>
                </p:cNvPr>
                <p:cNvSpPr txBox="1"/>
                <p:nvPr/>
              </p:nvSpPr>
              <p:spPr>
                <a:xfrm>
                  <a:off x="3739257" y="3005454"/>
                  <a:ext cx="1124154" cy="369332"/>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𝑓</m:t>
                        </m:r>
                        <m:d>
                          <m:dPr>
                            <m:ctrlPr>
                              <a:rPr lang="en-US" b="0" i="1" dirty="0" smtClean="0">
                                <a:solidFill>
                                  <a:srgbClr val="FF0000"/>
                                </a:solidFill>
                                <a:latin typeface="Cambria Math" panose="02040503050406030204" pitchFamily="18" charset="0"/>
                              </a:rPr>
                            </m:ctrlPr>
                          </m:dPr>
                          <m:e>
                            <m:r>
                              <a:rPr lang="en-US" b="0" i="1" dirty="0" smtClean="0">
                                <a:solidFill>
                                  <a:srgbClr val="FF0000"/>
                                </a:solidFill>
                                <a:latin typeface="Cambria Math" panose="02040503050406030204" pitchFamily="18" charset="0"/>
                              </a:rPr>
                              <m:t>𝑞</m:t>
                            </m:r>
                          </m:e>
                        </m:d>
                        <m:r>
                          <a:rPr lang="en-US" b="0" i="1" dirty="0" smtClean="0">
                            <a:solidFill>
                              <a:srgbClr val="FF0000"/>
                            </a:solidFill>
                            <a:latin typeface="Cambria Math" panose="02040503050406030204" pitchFamily="18" charset="0"/>
                          </a:rPr>
                          <m:t>&lt;</m:t>
                        </m:r>
                        <m:r>
                          <a:rPr lang="en-US" b="0" i="1" dirty="0" smtClean="0">
                            <a:solidFill>
                              <a:srgbClr val="FF0000"/>
                            </a:solidFill>
                            <a:latin typeface="Cambria Math" panose="02040503050406030204" pitchFamily="18" charset="0"/>
                          </a:rPr>
                          <m:t>0</m:t>
                        </m:r>
                      </m:oMath>
                    </m:oMathPara>
                  </a14:m>
                  <a:endParaRPr lang="en-IN" dirty="0">
                    <a:solidFill>
                      <a:srgbClr val="FF0000"/>
                    </a:solidFill>
                  </a:endParaRPr>
                </a:p>
              </p:txBody>
            </p:sp>
          </mc:Choice>
          <mc:Fallback xmlns="">
            <p:sp>
              <p:nvSpPr>
                <p:cNvPr id="18" name="TextBox 17">
                  <a:extLst>
                    <a:ext uri="{FF2B5EF4-FFF2-40B4-BE49-F238E27FC236}">
                      <a16:creationId xmlns:a16="http://schemas.microsoft.com/office/drawing/2014/main" id="{EE727EC8-4E68-7A27-9A7E-A3CA908DC144}"/>
                    </a:ext>
                  </a:extLst>
                </p:cNvPr>
                <p:cNvSpPr txBox="1">
                  <a:spLocks noRot="1" noChangeAspect="1" noMove="1" noResize="1" noEditPoints="1" noAdjustHandles="1" noChangeArrowheads="1" noChangeShapeType="1" noTextEdit="1"/>
                </p:cNvSpPr>
                <p:nvPr/>
              </p:nvSpPr>
              <p:spPr>
                <a:xfrm>
                  <a:off x="3739257" y="3005454"/>
                  <a:ext cx="1124154" cy="369332"/>
                </a:xfrm>
                <a:prstGeom prst="rect">
                  <a:avLst/>
                </a:prstGeom>
                <a:blipFill>
                  <a:blip r:embed="rId10"/>
                  <a:stretch>
                    <a:fillRect b="-13115"/>
                  </a:stretch>
                </a:blipFill>
              </p:spPr>
              <p:txBody>
                <a:bodyPr/>
                <a:lstStyle/>
                <a:p>
                  <a:r>
                    <a:rPr lang="en-IN">
                      <a:noFill/>
                    </a:rPr>
                    <a:t> </a:t>
                  </a:r>
                </a:p>
              </p:txBody>
            </p:sp>
          </mc:Fallback>
        </mc:AlternateContent>
        <p:cxnSp>
          <p:nvCxnSpPr>
            <p:cNvPr id="19" name="Straight Arrow Connector 18">
              <a:extLst>
                <a:ext uri="{FF2B5EF4-FFF2-40B4-BE49-F238E27FC236}">
                  <a16:creationId xmlns:a16="http://schemas.microsoft.com/office/drawing/2014/main" id="{6043BF0B-02B5-853D-BAED-1B895BF30E23}"/>
                </a:ext>
              </a:extLst>
            </p:cNvPr>
            <p:cNvCxnSpPr>
              <a:cxnSpLocks/>
            </p:cNvCxnSpPr>
            <p:nvPr/>
          </p:nvCxnSpPr>
          <p:spPr>
            <a:xfrm flipH="1" flipV="1">
              <a:off x="3460381" y="2916623"/>
              <a:ext cx="355838" cy="23555"/>
            </a:xfrm>
            <a:prstGeom prst="straightConnector1">
              <a:avLst/>
            </a:prstGeom>
            <a:ln w="38100">
              <a:solidFill>
                <a:schemeClr val="accent6">
                  <a:lumMod val="75000"/>
                </a:schemeClr>
              </a:solidFill>
              <a:tailEnd type="arrow"/>
            </a:ln>
          </p:spPr>
          <p:style>
            <a:lnRef idx="3">
              <a:schemeClr val="accent1"/>
            </a:lnRef>
            <a:fillRef idx="0">
              <a:schemeClr val="accent1"/>
            </a:fillRef>
            <a:effectRef idx="2">
              <a:schemeClr val="accent1"/>
            </a:effectRef>
            <a:fontRef idx="minor">
              <a:schemeClr val="tx1"/>
            </a:fontRef>
          </p:style>
        </p:cxnSp>
        <p:cxnSp>
          <p:nvCxnSpPr>
            <p:cNvPr id="24" name="Straight Arrow Connector 23">
              <a:extLst>
                <a:ext uri="{FF2B5EF4-FFF2-40B4-BE49-F238E27FC236}">
                  <a16:creationId xmlns:a16="http://schemas.microsoft.com/office/drawing/2014/main" id="{FA2EEA0A-290E-A34C-A5C1-7DF690BAB3D1}"/>
                </a:ext>
              </a:extLst>
            </p:cNvPr>
            <p:cNvCxnSpPr>
              <a:cxnSpLocks/>
            </p:cNvCxnSpPr>
            <p:nvPr/>
          </p:nvCxnSpPr>
          <p:spPr>
            <a:xfrm>
              <a:off x="2690361" y="2940178"/>
              <a:ext cx="415885" cy="8180"/>
            </a:xfrm>
            <a:prstGeom prst="straightConnector1">
              <a:avLst/>
            </a:prstGeom>
            <a:ln w="38100">
              <a:solidFill>
                <a:schemeClr val="accent6">
                  <a:lumMod val="75000"/>
                </a:schemeClr>
              </a:solidFill>
              <a:tailEnd type="arrow"/>
            </a:ln>
          </p:spPr>
          <p:style>
            <a:lnRef idx="3">
              <a:schemeClr val="accent1"/>
            </a:lnRef>
            <a:fillRef idx="0">
              <a:schemeClr val="accent1"/>
            </a:fillRef>
            <a:effectRef idx="2">
              <a:schemeClr val="accent1"/>
            </a:effectRef>
            <a:fontRef idx="minor">
              <a:schemeClr val="tx1"/>
            </a:fontRef>
          </p:style>
        </p:cxnSp>
        <p:sp>
          <p:nvSpPr>
            <p:cNvPr id="26" name="Flowchart: Connector 25">
              <a:extLst>
                <a:ext uri="{FF2B5EF4-FFF2-40B4-BE49-F238E27FC236}">
                  <a16:creationId xmlns:a16="http://schemas.microsoft.com/office/drawing/2014/main" id="{88416811-7E2F-7B6B-46A7-9B42B149B2BB}"/>
                </a:ext>
              </a:extLst>
            </p:cNvPr>
            <p:cNvSpPr/>
            <p:nvPr/>
          </p:nvSpPr>
          <p:spPr>
            <a:xfrm>
              <a:off x="3257490" y="2877432"/>
              <a:ext cx="102926" cy="129272"/>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4E7B471-60ED-5B6A-A18D-43A580C1F8C4}"/>
                  </a:ext>
                </a:extLst>
              </p:cNvPr>
              <p:cNvSpPr txBox="1"/>
              <p:nvPr/>
            </p:nvSpPr>
            <p:spPr>
              <a:xfrm>
                <a:off x="6774797" y="4662062"/>
                <a:ext cx="2796336" cy="369332"/>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800" b="0" i="1" dirty="0" smtClean="0">
                          <a:effectLst/>
                          <a:latin typeface="Cambria Math" panose="02040503050406030204" pitchFamily="18" charset="0"/>
                          <a:ea typeface="Cambria" panose="02040503050406030204" pitchFamily="18" charset="0"/>
                        </a:rPr>
                        <m:t>𝑉</m:t>
                      </m:r>
                      <m:r>
                        <a:rPr lang="pt-BR" sz="1800" b="0" i="1" dirty="0" smtClean="0">
                          <a:effectLst/>
                          <a:latin typeface="Cambria Math" panose="02040503050406030204" pitchFamily="18" charset="0"/>
                          <a:ea typeface="Cambria" panose="02040503050406030204" pitchFamily="18" charset="0"/>
                        </a:rPr>
                        <m:t>_</m:t>
                      </m:r>
                      <m:r>
                        <a:rPr lang="pt-BR" sz="1800" b="0" i="1" dirty="0" smtClean="0">
                          <a:effectLst/>
                          <a:latin typeface="Cambria Math" panose="02040503050406030204" pitchFamily="18" charset="0"/>
                          <a:ea typeface="Cambria" panose="02040503050406030204" pitchFamily="18" charset="0"/>
                        </a:rPr>
                        <m:t>0</m:t>
                      </m:r>
                      <m:r>
                        <a:rPr lang="pt-BR" sz="1800" b="0" i="1" dirty="0" smtClean="0">
                          <a:effectLst/>
                          <a:latin typeface="Cambria Math" panose="02040503050406030204" pitchFamily="18" charset="0"/>
                          <a:ea typeface="Cambria" panose="02040503050406030204" pitchFamily="18" charset="0"/>
                        </a:rPr>
                        <m:t>=</m:t>
                      </m:r>
                      <m:r>
                        <a:rPr lang="pt-BR" sz="1800" b="0" i="1" dirty="0" smtClean="0">
                          <a:effectLst/>
                          <a:latin typeface="Cambria Math" panose="02040503050406030204" pitchFamily="18" charset="0"/>
                          <a:ea typeface="Cambria" panose="02040503050406030204" pitchFamily="18" charset="0"/>
                        </a:rPr>
                        <m:t>1</m:t>
                      </m:r>
                      <m:r>
                        <a:rPr lang="pt-BR" sz="1800" b="0" i="1" dirty="0" smtClean="0">
                          <a:effectLst/>
                          <a:latin typeface="Cambria Math" panose="02040503050406030204" pitchFamily="18" charset="0"/>
                          <a:ea typeface="Cambria" panose="02040503050406030204" pitchFamily="18" charset="0"/>
                        </a:rPr>
                        <m:t>.</m:t>
                      </m:r>
                      <m:r>
                        <a:rPr lang="pt-BR" sz="1800" b="0" i="1" dirty="0" smtClean="0">
                          <a:effectLst/>
                          <a:latin typeface="Cambria Math" panose="02040503050406030204" pitchFamily="18" charset="0"/>
                          <a:ea typeface="Cambria" panose="02040503050406030204" pitchFamily="18" charset="0"/>
                        </a:rPr>
                        <m:t>5</m:t>
                      </m:r>
                      <m:r>
                        <a:rPr lang="pt-BR" sz="1800" b="0" i="1" dirty="0" smtClean="0">
                          <a:effectLst/>
                          <a:latin typeface="Cambria Math" panose="02040503050406030204" pitchFamily="18" charset="0"/>
                          <a:ea typeface="Cambria" panose="02040503050406030204" pitchFamily="18" charset="0"/>
                        </a:rPr>
                        <m:t>;</m:t>
                      </m:r>
                      <m:r>
                        <a:rPr lang="pt-BR" sz="1800" b="0" i="1" dirty="0" smtClean="0">
                          <a:effectLst/>
                          <a:latin typeface="Cambria Math" panose="02040503050406030204" pitchFamily="18" charset="0"/>
                          <a:ea typeface="Cambria" panose="02040503050406030204" pitchFamily="18" charset="0"/>
                        </a:rPr>
                        <m:t>𝐶</m:t>
                      </m:r>
                      <m:r>
                        <a:rPr lang="pt-BR" sz="1800" b="0" i="1" dirty="0" smtClean="0">
                          <a:effectLst/>
                          <a:latin typeface="Cambria Math" panose="02040503050406030204" pitchFamily="18" charset="0"/>
                          <a:ea typeface="Cambria" panose="02040503050406030204" pitchFamily="18" charset="0"/>
                        </a:rPr>
                        <m:t>=</m:t>
                      </m:r>
                      <m:r>
                        <a:rPr lang="pt-BR" sz="1800" b="0" i="1" dirty="0" smtClean="0">
                          <a:effectLst/>
                          <a:latin typeface="Cambria Math" panose="02040503050406030204" pitchFamily="18" charset="0"/>
                          <a:ea typeface="Cambria" panose="02040503050406030204" pitchFamily="18" charset="0"/>
                        </a:rPr>
                        <m:t>0</m:t>
                      </m:r>
                      <m:r>
                        <a:rPr lang="pt-BR" sz="1800" b="0" i="1" dirty="0" smtClean="0">
                          <a:effectLst/>
                          <a:latin typeface="Cambria Math" panose="02040503050406030204" pitchFamily="18" charset="0"/>
                          <a:ea typeface="Cambria" panose="02040503050406030204" pitchFamily="18" charset="0"/>
                        </a:rPr>
                        <m:t>.</m:t>
                      </m:r>
                      <m:r>
                        <a:rPr lang="pt-BR" sz="1800" b="0" i="1" dirty="0" smtClean="0">
                          <a:effectLst/>
                          <a:latin typeface="Cambria Math" panose="02040503050406030204" pitchFamily="18" charset="0"/>
                          <a:ea typeface="Cambria" panose="02040503050406030204" pitchFamily="18" charset="0"/>
                        </a:rPr>
                        <m:t>5</m:t>
                      </m:r>
                      <m:r>
                        <a:rPr lang="pt-BR" sz="1800" b="0" i="1" dirty="0" smtClean="0">
                          <a:effectLst/>
                          <a:latin typeface="Cambria Math" panose="02040503050406030204" pitchFamily="18" charset="0"/>
                          <a:ea typeface="Cambria" panose="02040503050406030204" pitchFamily="18" charset="0"/>
                        </a:rPr>
                        <m:t>;</m:t>
                      </m:r>
                      <m:r>
                        <a:rPr lang="pt-BR" sz="1800" b="0" i="1" dirty="0" smtClean="0">
                          <a:effectLst/>
                          <a:latin typeface="Cambria Math" panose="02040503050406030204" pitchFamily="18" charset="0"/>
                          <a:ea typeface="Cambria" panose="02040503050406030204" pitchFamily="18" charset="0"/>
                        </a:rPr>
                        <m:t>𝑅</m:t>
                      </m:r>
                      <m:r>
                        <a:rPr lang="pt-BR" sz="1800" b="0" i="1" dirty="0" smtClean="0">
                          <a:effectLst/>
                          <a:latin typeface="Cambria Math" panose="02040503050406030204" pitchFamily="18" charset="0"/>
                          <a:ea typeface="Cambria" panose="02040503050406030204" pitchFamily="18" charset="0"/>
                        </a:rPr>
                        <m:t>=</m:t>
                      </m:r>
                      <m:r>
                        <a:rPr lang="pt-BR" sz="1800" b="0" i="1" dirty="0" smtClean="0">
                          <a:effectLst/>
                          <a:latin typeface="Cambria Math" panose="02040503050406030204" pitchFamily="18" charset="0"/>
                          <a:ea typeface="Cambria" panose="02040503050406030204" pitchFamily="18" charset="0"/>
                        </a:rPr>
                        <m:t>1</m:t>
                      </m:r>
                    </m:oMath>
                  </m:oMathPara>
                </a14:m>
                <a:endParaRPr lang="pt-BR" sz="1800" b="0" i="0" dirty="0">
                  <a:effectLst/>
                  <a:latin typeface="Cambria" panose="02040503050406030204" pitchFamily="18" charset="0"/>
                  <a:ea typeface="Cambria" panose="02040503050406030204" pitchFamily="18" charset="0"/>
                </a:endParaRPr>
              </a:p>
            </p:txBody>
          </p:sp>
        </mc:Choice>
        <mc:Fallback xmlns="">
          <p:sp>
            <p:nvSpPr>
              <p:cNvPr id="6" name="TextBox 5">
                <a:extLst>
                  <a:ext uri="{FF2B5EF4-FFF2-40B4-BE49-F238E27FC236}">
                    <a16:creationId xmlns:a16="http://schemas.microsoft.com/office/drawing/2014/main" id="{B4E7B471-60ED-5B6A-A18D-43A580C1F8C4}"/>
                  </a:ext>
                </a:extLst>
              </p:cNvPr>
              <p:cNvSpPr txBox="1">
                <a:spLocks noRot="1" noChangeAspect="1" noMove="1" noResize="1" noEditPoints="1" noAdjustHandles="1" noChangeArrowheads="1" noChangeShapeType="1" noTextEdit="1"/>
              </p:cNvSpPr>
              <p:nvPr/>
            </p:nvSpPr>
            <p:spPr>
              <a:xfrm>
                <a:off x="6774797" y="4662062"/>
                <a:ext cx="2796336" cy="369332"/>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7253EA2-6967-42D5-5BFD-A62C6246979D}"/>
                  </a:ext>
                </a:extLst>
              </p:cNvPr>
              <p:cNvSpPr txBox="1"/>
              <p:nvPr/>
            </p:nvSpPr>
            <p:spPr>
              <a:xfrm>
                <a:off x="-233552" y="5099079"/>
                <a:ext cx="5342007" cy="830997"/>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latin typeface="Cambria" panose="02040503050406030204" pitchFamily="18" charset="0"/>
                    <a:ea typeface="Cambria" panose="02040503050406030204" pitchFamily="18" charset="0"/>
                  </a:rPr>
                  <a:t>The perturbation grows if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𝑓</m:t>
                        </m:r>
                      </m:e>
                      <m:sup>
                        <m:r>
                          <a:rPr lang="en-US" sz="2400" b="0" i="1" smtClean="0">
                            <a:latin typeface="Cambria Math" panose="02040503050406030204" pitchFamily="18" charset="0"/>
                          </a:rPr>
                          <m:t>′</m:t>
                        </m:r>
                      </m:sup>
                    </m:sSup>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𝑢</m:t>
                            </m:r>
                          </m:e>
                          <m:sup>
                            <m:r>
                              <a:rPr lang="en-US" sz="2400" b="0" i="1" smtClean="0">
                                <a:latin typeface="Cambria Math" panose="02040503050406030204" pitchFamily="18" charset="0"/>
                              </a:rPr>
                              <m:t>∗</m:t>
                            </m:r>
                          </m:sup>
                        </m:sSup>
                      </m:e>
                    </m:d>
                    <m:r>
                      <a:rPr lang="en-US" sz="2400" b="0" i="1" smtClean="0">
                        <a:latin typeface="Cambria Math" panose="02040503050406030204" pitchFamily="18" charset="0"/>
                      </a:rPr>
                      <m:t>&gt;</m:t>
                    </m:r>
                    <m:r>
                      <a:rPr lang="en-US" sz="2400" b="0" i="1" smtClean="0">
                        <a:latin typeface="Cambria Math" panose="02040503050406030204" pitchFamily="18" charset="0"/>
                      </a:rPr>
                      <m:t>0</m:t>
                    </m:r>
                  </m:oMath>
                </a14:m>
                <a:r>
                  <a:rPr lang="en-IN" sz="2400" dirty="0">
                    <a:latin typeface="Cambria" panose="02040503050406030204" pitchFamily="18" charset="0"/>
                    <a:ea typeface="Cambria" panose="02040503050406030204" pitchFamily="18" charset="0"/>
                  </a:rPr>
                  <a:t> and decreases if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𝑓</m:t>
                        </m:r>
                      </m:e>
                      <m:sup>
                        <m:r>
                          <a:rPr lang="en-US" sz="2400" i="1">
                            <a:latin typeface="Cambria Math" panose="02040503050406030204" pitchFamily="18" charset="0"/>
                          </a:rPr>
                          <m:t>′</m:t>
                        </m:r>
                      </m:sup>
                    </m:sSup>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𝑢</m:t>
                            </m:r>
                          </m:e>
                          <m:sup>
                            <m:r>
                              <a:rPr lang="en-US" sz="2400" i="1">
                                <a:latin typeface="Cambria Math" panose="02040503050406030204" pitchFamily="18" charset="0"/>
                              </a:rPr>
                              <m:t>∗</m:t>
                            </m:r>
                          </m:sup>
                        </m:sSup>
                      </m:e>
                    </m:d>
                    <m:r>
                      <a:rPr lang="en-US" sz="2400" b="0" i="1" smtClean="0">
                        <a:latin typeface="Cambria Math" panose="02040503050406030204" pitchFamily="18" charset="0"/>
                      </a:rPr>
                      <m:t>&lt;</m:t>
                    </m:r>
                    <m:r>
                      <a:rPr lang="en-US" sz="2400" i="1">
                        <a:latin typeface="Cambria Math" panose="02040503050406030204" pitchFamily="18" charset="0"/>
                      </a:rPr>
                      <m:t>0</m:t>
                    </m:r>
                  </m:oMath>
                </a14:m>
                <a:r>
                  <a:rPr lang="en-IN" sz="2400" dirty="0">
                    <a:latin typeface="Cambria" panose="02040503050406030204" pitchFamily="18" charset="0"/>
                    <a:ea typeface="Cambria" panose="02040503050406030204" pitchFamily="18" charset="0"/>
                  </a:rPr>
                  <a:t> </a:t>
                </a:r>
              </a:p>
            </p:txBody>
          </p:sp>
        </mc:Choice>
        <mc:Fallback xmlns="">
          <p:sp>
            <p:nvSpPr>
              <p:cNvPr id="3" name="TextBox 2">
                <a:extLst>
                  <a:ext uri="{FF2B5EF4-FFF2-40B4-BE49-F238E27FC236}">
                    <a16:creationId xmlns:a16="http://schemas.microsoft.com/office/drawing/2014/main" id="{87253EA2-6967-42D5-5BFD-A62C6246979D}"/>
                  </a:ext>
                </a:extLst>
              </p:cNvPr>
              <p:cNvSpPr txBox="1">
                <a:spLocks noRot="1" noChangeAspect="1" noMove="1" noResize="1" noEditPoints="1" noAdjustHandles="1" noChangeArrowheads="1" noChangeShapeType="1" noTextEdit="1"/>
              </p:cNvSpPr>
              <p:nvPr/>
            </p:nvSpPr>
            <p:spPr>
              <a:xfrm>
                <a:off x="-233552" y="5099079"/>
                <a:ext cx="5342007" cy="830997"/>
              </a:xfrm>
              <a:prstGeom prst="rect">
                <a:avLst/>
              </a:prstGeom>
              <a:blipFill>
                <a:blip r:embed="rId12"/>
                <a:stretch>
                  <a:fillRect l="-1708" t="-5036" b="-14388"/>
                </a:stretch>
              </a:blipFill>
              <a:ln/>
            </p:spPr>
            <p:txBody>
              <a:bodyPr/>
              <a:lstStyle/>
              <a:p>
                <a:r>
                  <a:rPr lang="en-IN">
                    <a:noFill/>
                  </a:rPr>
                  <a:t> </a:t>
                </a:r>
              </a:p>
            </p:txBody>
          </p:sp>
        </mc:Fallback>
      </mc:AlternateContent>
    </p:spTree>
    <p:extLst>
      <p:ext uri="{BB962C8B-B14F-4D97-AF65-F5344CB8AC3E}">
        <p14:creationId xmlns:p14="http://schemas.microsoft.com/office/powerpoint/2010/main" val="37268920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1F52086F-5926-4073-55EB-04D733E0C16C}"/>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819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1277" y="1226479"/>
            <a:ext cx="3400425" cy="1196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7"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91276" y="2590801"/>
            <a:ext cx="3433762" cy="18729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8"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4625" y="2259224"/>
            <a:ext cx="3352800" cy="1917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200"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657600" y="4504792"/>
            <a:ext cx="4960292" cy="1543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202" name="Picture 1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962401" y="6047843"/>
            <a:ext cx="2562225" cy="2440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Arrow Connector 2"/>
          <p:cNvCxnSpPr/>
          <p:nvPr/>
        </p:nvCxnSpPr>
        <p:spPr>
          <a:xfrm flipH="1" flipV="1">
            <a:off x="4800600" y="2090994"/>
            <a:ext cx="838200" cy="834391"/>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5" name="TextBox 4"/>
          <p:cNvSpPr txBox="1"/>
          <p:nvPr/>
        </p:nvSpPr>
        <p:spPr>
          <a:xfrm>
            <a:off x="4582061" y="3048000"/>
            <a:ext cx="1819281" cy="369332"/>
          </a:xfrm>
          <a:prstGeom prst="rect">
            <a:avLst/>
          </a:prstGeom>
          <a:solidFill>
            <a:schemeClr val="bg1"/>
          </a:solidFill>
        </p:spPr>
        <p:txBody>
          <a:bodyPr wrap="none" rtlCol="1">
            <a:spAutoFit/>
          </a:bodyPr>
          <a:lstStyle/>
          <a:p>
            <a:r>
              <a:rPr lang="en-US" dirty="0"/>
              <a:t>Carrying Capacity</a:t>
            </a:r>
            <a:endParaRPr lang="he-IL" dirty="0"/>
          </a:p>
        </p:txBody>
      </p:sp>
      <p:pic>
        <p:nvPicPr>
          <p:cNvPr id="15362"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410768" y="1353258"/>
            <a:ext cx="714375"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TextBox 15"/>
          <p:cNvSpPr txBox="1"/>
          <p:nvPr/>
        </p:nvSpPr>
        <p:spPr>
          <a:xfrm>
            <a:off x="6806841" y="1382009"/>
            <a:ext cx="2377382" cy="369332"/>
          </a:xfrm>
          <a:prstGeom prst="rect">
            <a:avLst/>
          </a:prstGeom>
          <a:solidFill>
            <a:schemeClr val="bg1"/>
          </a:solidFill>
        </p:spPr>
        <p:txBody>
          <a:bodyPr wrap="none" rtlCol="1">
            <a:spAutoFit/>
          </a:bodyPr>
          <a:lstStyle/>
          <a:p>
            <a:r>
              <a:rPr lang="en-US" dirty="0"/>
              <a:t>Per Capita Growth Rate</a:t>
            </a:r>
            <a:endParaRPr lang="he-IL" dirty="0"/>
          </a:p>
        </p:txBody>
      </p:sp>
      <p:sp>
        <p:nvSpPr>
          <p:cNvPr id="4" name="TextBox 3">
            <a:extLst>
              <a:ext uri="{FF2B5EF4-FFF2-40B4-BE49-F238E27FC236}">
                <a16:creationId xmlns:a16="http://schemas.microsoft.com/office/drawing/2014/main" id="{E376CAE2-2CE4-7A54-6578-CF3CDEF9E367}"/>
              </a:ext>
            </a:extLst>
          </p:cNvPr>
          <p:cNvSpPr txBox="1"/>
          <p:nvPr/>
        </p:nvSpPr>
        <p:spPr>
          <a:xfrm>
            <a:off x="-115329" y="144244"/>
            <a:ext cx="11425880" cy="461665"/>
          </a:xfrm>
          <a:prstGeom prst="rect">
            <a:avLst/>
          </a:prstGeom>
          <a:solidFill>
            <a:schemeClr val="bg1"/>
          </a:solidFill>
        </p:spPr>
        <p:style>
          <a:lnRef idx="1">
            <a:schemeClr val="accent1"/>
          </a:lnRef>
          <a:fillRef idx="2">
            <a:schemeClr val="accent1"/>
          </a:fillRef>
          <a:effectRef idx="1">
            <a:schemeClr val="accent1"/>
          </a:effectRef>
          <a:fontRef idx="minor">
            <a:schemeClr val="dk1"/>
          </a:fontRef>
        </p:style>
        <p:txBody>
          <a:bodyPr wrap="square" rtlCol="1">
            <a:spAutoFit/>
          </a:bodyPr>
          <a:lstStyle/>
          <a:p>
            <a:pPr algn="ctr"/>
            <a:r>
              <a:rPr lang="en-US" sz="2400" b="1" dirty="0">
                <a:solidFill>
                  <a:srgbClr val="FF0000"/>
                </a:solidFill>
                <a:latin typeface="Cambria" panose="02040503050406030204" pitchFamily="18" charset="0"/>
                <a:ea typeface="Cambria" panose="02040503050406030204" pitchFamily="18" charset="0"/>
              </a:rPr>
              <a:t> Interpreting a differential equation as a vector field  Flows on the Line </a:t>
            </a:r>
            <a:endParaRPr lang="he-IL" sz="2400" b="1" dirty="0">
              <a:solidFill>
                <a:srgbClr val="FF0000"/>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91BBC12C-E4B4-3AD4-851B-A7926F11B598}"/>
              </a:ext>
            </a:extLst>
          </p:cNvPr>
          <p:cNvSpPr txBox="1"/>
          <p:nvPr/>
        </p:nvSpPr>
        <p:spPr>
          <a:xfrm>
            <a:off x="8639242" y="679251"/>
            <a:ext cx="2671309" cy="369332"/>
          </a:xfrm>
          <a:prstGeom prst="rect">
            <a:avLst/>
          </a:prstGeom>
          <a:solidFill>
            <a:schemeClr val="bg1"/>
          </a:solidFill>
        </p:spPr>
        <p:txBody>
          <a:bodyPr wrap="square" rtlCol="1">
            <a:spAutoFit/>
          </a:bodyPr>
          <a:lstStyle/>
          <a:p>
            <a:r>
              <a:rPr lang="en-US" b="1" dirty="0">
                <a:solidFill>
                  <a:srgbClr val="0000FF"/>
                </a:solidFill>
                <a:latin typeface="Cambria" panose="02040503050406030204" pitchFamily="18" charset="0"/>
                <a:ea typeface="Cambria" panose="02040503050406030204" pitchFamily="18" charset="0"/>
              </a:rPr>
              <a:t>Analysis of Fixed points</a:t>
            </a:r>
            <a:endParaRPr lang="he-IL" b="1" dirty="0">
              <a:solidFill>
                <a:srgbClr val="0000FF"/>
              </a:solidFill>
              <a:latin typeface="Cambria" panose="02040503050406030204" pitchFamily="18" charset="0"/>
              <a:ea typeface="Cambria" panose="02040503050406030204" pitchFamily="18" charset="0"/>
            </a:endParaRPr>
          </a:p>
        </p:txBody>
      </p:sp>
      <p:sp>
        <p:nvSpPr>
          <p:cNvPr id="7" name="Rectangle 2">
            <a:extLst>
              <a:ext uri="{FF2B5EF4-FFF2-40B4-BE49-F238E27FC236}">
                <a16:creationId xmlns:a16="http://schemas.microsoft.com/office/drawing/2014/main" id="{6914705F-5DAA-074E-F1F8-BBCCA9869E73}"/>
              </a:ext>
            </a:extLst>
          </p:cNvPr>
          <p:cNvSpPr>
            <a:spLocks noGrp="1" noChangeArrowheads="1"/>
          </p:cNvSpPr>
          <p:nvPr>
            <p:ph type="title"/>
          </p:nvPr>
        </p:nvSpPr>
        <p:spPr>
          <a:xfrm>
            <a:off x="454545" y="619529"/>
            <a:ext cx="6406110" cy="486187"/>
          </a:xfrm>
          <a:solidFill>
            <a:schemeClr val="bg1"/>
          </a:solidFill>
        </p:spPr>
        <p:txBody>
          <a:bodyPr>
            <a:normAutofit/>
          </a:bodyPr>
          <a:lstStyle/>
          <a:p>
            <a:pPr algn="ctr"/>
            <a:r>
              <a:rPr lang="en-US" altLang="en-US" sz="2400" b="1" dirty="0">
                <a:solidFill>
                  <a:srgbClr val="FF0000"/>
                </a:solidFill>
                <a:latin typeface="Cambria" panose="02040503050406030204" pitchFamily="18" charset="0"/>
                <a:ea typeface="Cambria" panose="02040503050406030204" pitchFamily="18" charset="0"/>
              </a:rPr>
              <a:t>Logistic equation (Model 3)</a:t>
            </a:r>
          </a:p>
        </p:txBody>
      </p:sp>
    </p:spTree>
    <p:extLst>
      <p:ext uri="{BB962C8B-B14F-4D97-AF65-F5344CB8AC3E}">
        <p14:creationId xmlns:p14="http://schemas.microsoft.com/office/powerpoint/2010/main" val="4118174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ircle(in)">
                                      <p:cBhvr>
                                        <p:cTn id="7" dur="2000"/>
                                        <p:tgtEl>
                                          <p:spTgt spid="16"/>
                                        </p:tgtEl>
                                      </p:cBhvr>
                                    </p:animEffect>
                                  </p:childTnLst>
                                </p:cTn>
                              </p:par>
                              <p:par>
                                <p:cTn id="8" presetID="6" presetClass="entr" presetSubtype="16" fill="hold" nodeType="withEffect">
                                  <p:stCondLst>
                                    <p:cond delay="0"/>
                                  </p:stCondLst>
                                  <p:childTnLst>
                                    <p:set>
                                      <p:cBhvr>
                                        <p:cTn id="9" dur="1" fill="hold">
                                          <p:stCondLst>
                                            <p:cond delay="0"/>
                                          </p:stCondLst>
                                        </p:cTn>
                                        <p:tgtEl>
                                          <p:spTgt spid="15362"/>
                                        </p:tgtEl>
                                        <p:attrNameLst>
                                          <p:attrName>style.visibility</p:attrName>
                                        </p:attrNameLst>
                                      </p:cBhvr>
                                      <p:to>
                                        <p:strVal val="visible"/>
                                      </p:to>
                                    </p:set>
                                    <p:animEffect transition="in" filter="circle(in)">
                                      <p:cBhvr>
                                        <p:cTn id="10" dur="2000"/>
                                        <p:tgtEl>
                                          <p:spTgt spid="15362"/>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ircle(in)">
                                      <p:cBhvr>
                                        <p:cTn id="13" dur="2000"/>
                                        <p:tgtEl>
                                          <p:spTgt spid="5"/>
                                        </p:tgtEl>
                                      </p:cBhvr>
                                    </p:animEffect>
                                  </p:childTnLst>
                                </p:cTn>
                              </p:par>
                              <p:par>
                                <p:cTn id="14" presetID="6" presetClass="entr" presetSubtype="16"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circle(in)">
                                      <p:cBhvr>
                                        <p:cTn id="16" dur="20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8202"/>
                                        </p:tgtEl>
                                        <p:attrNameLst>
                                          <p:attrName>style.visibility</p:attrName>
                                        </p:attrNameLst>
                                      </p:cBhvr>
                                      <p:to>
                                        <p:strVal val="visible"/>
                                      </p:to>
                                    </p:set>
                                    <p:animEffect transition="in" filter="wipe(down)">
                                      <p:cBhvr>
                                        <p:cTn id="21" dur="500"/>
                                        <p:tgtEl>
                                          <p:spTgt spid="8202"/>
                                        </p:tgtEl>
                                      </p:cBhvr>
                                    </p:animEffect>
                                  </p:childTnLst>
                                </p:cTn>
                              </p:par>
                              <p:par>
                                <p:cTn id="22" presetID="22" presetClass="entr" presetSubtype="4" fill="hold" nodeType="withEffect">
                                  <p:stCondLst>
                                    <p:cond delay="0"/>
                                  </p:stCondLst>
                                  <p:childTnLst>
                                    <p:set>
                                      <p:cBhvr>
                                        <p:cTn id="23" dur="1" fill="hold">
                                          <p:stCondLst>
                                            <p:cond delay="0"/>
                                          </p:stCondLst>
                                        </p:cTn>
                                        <p:tgtEl>
                                          <p:spTgt spid="8200"/>
                                        </p:tgtEl>
                                        <p:attrNameLst>
                                          <p:attrName>style.visibility</p:attrName>
                                        </p:attrNameLst>
                                      </p:cBhvr>
                                      <p:to>
                                        <p:strVal val="visible"/>
                                      </p:to>
                                    </p:set>
                                    <p:animEffect transition="in" filter="wipe(down)">
                                      <p:cBhvr>
                                        <p:cTn id="24" dur="500"/>
                                        <p:tgtEl>
                                          <p:spTgt spid="8200"/>
                                        </p:tgtEl>
                                      </p:cBhvr>
                                    </p:animEffect>
                                  </p:childTnLst>
                                </p:cTn>
                              </p:par>
                              <p:par>
                                <p:cTn id="25" presetID="22" presetClass="entr" presetSubtype="4" fill="hold" nodeType="withEffect">
                                  <p:stCondLst>
                                    <p:cond delay="0"/>
                                  </p:stCondLst>
                                  <p:childTnLst>
                                    <p:set>
                                      <p:cBhvr>
                                        <p:cTn id="26" dur="1" fill="hold">
                                          <p:stCondLst>
                                            <p:cond delay="0"/>
                                          </p:stCondLst>
                                        </p:cTn>
                                        <p:tgtEl>
                                          <p:spTgt spid="8198"/>
                                        </p:tgtEl>
                                        <p:attrNameLst>
                                          <p:attrName>style.visibility</p:attrName>
                                        </p:attrNameLst>
                                      </p:cBhvr>
                                      <p:to>
                                        <p:strVal val="visible"/>
                                      </p:to>
                                    </p:set>
                                    <p:animEffect transition="in" filter="wipe(down)">
                                      <p:cBhvr>
                                        <p:cTn id="27" dur="500"/>
                                        <p:tgtEl>
                                          <p:spTgt spid="8198"/>
                                        </p:tgtEl>
                                      </p:cBhvr>
                                    </p:animEffect>
                                  </p:childTnLst>
                                </p:cTn>
                              </p:par>
                              <p:par>
                                <p:cTn id="28" presetID="22" presetClass="entr" presetSubtype="4" fill="hold" nodeType="withEffect">
                                  <p:stCondLst>
                                    <p:cond delay="0"/>
                                  </p:stCondLst>
                                  <p:childTnLst>
                                    <p:set>
                                      <p:cBhvr>
                                        <p:cTn id="29" dur="1" fill="hold">
                                          <p:stCondLst>
                                            <p:cond delay="0"/>
                                          </p:stCondLst>
                                        </p:cTn>
                                        <p:tgtEl>
                                          <p:spTgt spid="8197"/>
                                        </p:tgtEl>
                                        <p:attrNameLst>
                                          <p:attrName>style.visibility</p:attrName>
                                        </p:attrNameLst>
                                      </p:cBhvr>
                                      <p:to>
                                        <p:strVal val="visible"/>
                                      </p:to>
                                    </p:set>
                                    <p:animEffect transition="in" filter="wipe(down)">
                                      <p:cBhvr>
                                        <p:cTn id="30" dur="500"/>
                                        <p:tgtEl>
                                          <p:spTgt spid="8197"/>
                                        </p:tgtEl>
                                      </p:cBhvr>
                                    </p:animEffect>
                                  </p:childTnLst>
                                </p:cTn>
                              </p:par>
                              <p:par>
                                <p:cTn id="31" presetID="6" presetClass="entr" presetSubtype="16"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circle(in)">
                                      <p:cBhvr>
                                        <p:cTn id="33"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6" grpId="0" animBg="1"/>
      <p:bldP spid="6" grpId="0" animBg="1"/>
      <p:bldP spid="7"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B560C-0E03-782A-E3A1-D330645E5930}"/>
            </a:ext>
          </a:extLst>
        </p:cNvPr>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1983516A-99D5-8C4B-24BB-1277904321D0}"/>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8195" name="Picture 3">
            <a:extLst>
              <a:ext uri="{FF2B5EF4-FFF2-40B4-BE49-F238E27FC236}">
                <a16:creationId xmlns:a16="http://schemas.microsoft.com/office/drawing/2014/main" id="{63C8DD8A-77ED-93DC-D567-32527AE409E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1277" y="1226479"/>
            <a:ext cx="3400425" cy="1196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7" name="Picture 5">
            <a:extLst>
              <a:ext uri="{FF2B5EF4-FFF2-40B4-BE49-F238E27FC236}">
                <a16:creationId xmlns:a16="http://schemas.microsoft.com/office/drawing/2014/main" id="{ECAE61C4-9E15-19D6-033E-272A4777E47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91276" y="2590801"/>
            <a:ext cx="3433762" cy="18729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8" name="Picture 6">
            <a:extLst>
              <a:ext uri="{FF2B5EF4-FFF2-40B4-BE49-F238E27FC236}">
                <a16:creationId xmlns:a16="http://schemas.microsoft.com/office/drawing/2014/main" id="{6971A82D-8F52-D48F-0E16-785A46B2649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22096" y="2413283"/>
            <a:ext cx="3352800" cy="1917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Arrow Connector 2">
            <a:extLst>
              <a:ext uri="{FF2B5EF4-FFF2-40B4-BE49-F238E27FC236}">
                <a16:creationId xmlns:a16="http://schemas.microsoft.com/office/drawing/2014/main" id="{9AF2ED03-1E19-0441-75D4-7977D524557E}"/>
              </a:ext>
            </a:extLst>
          </p:cNvPr>
          <p:cNvCxnSpPr/>
          <p:nvPr/>
        </p:nvCxnSpPr>
        <p:spPr>
          <a:xfrm flipH="1" flipV="1">
            <a:off x="4800600" y="2090994"/>
            <a:ext cx="838200" cy="834391"/>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5" name="TextBox 4">
            <a:extLst>
              <a:ext uri="{FF2B5EF4-FFF2-40B4-BE49-F238E27FC236}">
                <a16:creationId xmlns:a16="http://schemas.microsoft.com/office/drawing/2014/main" id="{5FF7CF45-1713-A894-C64B-C90F3A71E2BD}"/>
              </a:ext>
            </a:extLst>
          </p:cNvPr>
          <p:cNvSpPr txBox="1"/>
          <p:nvPr/>
        </p:nvSpPr>
        <p:spPr>
          <a:xfrm>
            <a:off x="4582061" y="3048000"/>
            <a:ext cx="1819281" cy="369332"/>
          </a:xfrm>
          <a:prstGeom prst="rect">
            <a:avLst/>
          </a:prstGeom>
          <a:solidFill>
            <a:schemeClr val="bg1"/>
          </a:solidFill>
        </p:spPr>
        <p:txBody>
          <a:bodyPr wrap="none" rtlCol="1">
            <a:spAutoFit/>
          </a:bodyPr>
          <a:lstStyle/>
          <a:p>
            <a:r>
              <a:rPr lang="en-US" dirty="0"/>
              <a:t>Carrying Capacity</a:t>
            </a:r>
            <a:endParaRPr lang="he-IL" dirty="0"/>
          </a:p>
        </p:txBody>
      </p:sp>
      <p:pic>
        <p:nvPicPr>
          <p:cNvPr id="15362" name="Picture 2">
            <a:extLst>
              <a:ext uri="{FF2B5EF4-FFF2-40B4-BE49-F238E27FC236}">
                <a16:creationId xmlns:a16="http://schemas.microsoft.com/office/drawing/2014/main" id="{9628433E-9455-F28F-A75A-3CE7203CE93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386348" y="1289736"/>
            <a:ext cx="714375"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TextBox 15">
            <a:extLst>
              <a:ext uri="{FF2B5EF4-FFF2-40B4-BE49-F238E27FC236}">
                <a16:creationId xmlns:a16="http://schemas.microsoft.com/office/drawing/2014/main" id="{2BE012D1-AC55-31D2-E5F4-CED8543ADB27}"/>
              </a:ext>
            </a:extLst>
          </p:cNvPr>
          <p:cNvSpPr txBox="1"/>
          <p:nvPr/>
        </p:nvSpPr>
        <p:spPr>
          <a:xfrm>
            <a:off x="6806841" y="1382009"/>
            <a:ext cx="2377382" cy="369332"/>
          </a:xfrm>
          <a:prstGeom prst="rect">
            <a:avLst/>
          </a:prstGeom>
          <a:solidFill>
            <a:schemeClr val="bg1"/>
          </a:solidFill>
        </p:spPr>
        <p:txBody>
          <a:bodyPr wrap="none" rtlCol="1">
            <a:spAutoFit/>
          </a:bodyPr>
          <a:lstStyle/>
          <a:p>
            <a:r>
              <a:rPr lang="en-US" dirty="0"/>
              <a:t>Per Capita Growth Rate</a:t>
            </a:r>
            <a:endParaRPr lang="he-IL" dirty="0"/>
          </a:p>
        </p:txBody>
      </p:sp>
      <p:sp>
        <p:nvSpPr>
          <p:cNvPr id="4" name="TextBox 3">
            <a:extLst>
              <a:ext uri="{FF2B5EF4-FFF2-40B4-BE49-F238E27FC236}">
                <a16:creationId xmlns:a16="http://schemas.microsoft.com/office/drawing/2014/main" id="{EF1EB27A-09E7-FC1D-C63D-79EC18D0E52A}"/>
              </a:ext>
            </a:extLst>
          </p:cNvPr>
          <p:cNvSpPr txBox="1"/>
          <p:nvPr/>
        </p:nvSpPr>
        <p:spPr>
          <a:xfrm>
            <a:off x="-115329" y="144244"/>
            <a:ext cx="11425880" cy="461665"/>
          </a:xfrm>
          <a:prstGeom prst="rect">
            <a:avLst/>
          </a:prstGeom>
          <a:solidFill>
            <a:schemeClr val="bg1"/>
          </a:solidFill>
        </p:spPr>
        <p:style>
          <a:lnRef idx="1">
            <a:schemeClr val="accent1"/>
          </a:lnRef>
          <a:fillRef idx="2">
            <a:schemeClr val="accent1"/>
          </a:fillRef>
          <a:effectRef idx="1">
            <a:schemeClr val="accent1"/>
          </a:effectRef>
          <a:fontRef idx="minor">
            <a:schemeClr val="dk1"/>
          </a:fontRef>
        </p:style>
        <p:txBody>
          <a:bodyPr wrap="square" rtlCol="1">
            <a:spAutoFit/>
          </a:bodyPr>
          <a:lstStyle/>
          <a:p>
            <a:pPr algn="ctr"/>
            <a:r>
              <a:rPr lang="en-US" sz="2400" b="1" dirty="0">
                <a:solidFill>
                  <a:srgbClr val="FF0000"/>
                </a:solidFill>
                <a:latin typeface="Cambria" panose="02040503050406030204" pitchFamily="18" charset="0"/>
                <a:ea typeface="Cambria" panose="02040503050406030204" pitchFamily="18" charset="0"/>
              </a:rPr>
              <a:t> Interpreting a differential equation as a vector field  Flows on the Line </a:t>
            </a:r>
            <a:endParaRPr lang="he-IL" sz="2400" b="1" dirty="0">
              <a:solidFill>
                <a:srgbClr val="FF0000"/>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EB507072-13C7-9179-4D6D-3FA5F24BA2C7}"/>
              </a:ext>
            </a:extLst>
          </p:cNvPr>
          <p:cNvSpPr txBox="1"/>
          <p:nvPr/>
        </p:nvSpPr>
        <p:spPr>
          <a:xfrm>
            <a:off x="8639242" y="679251"/>
            <a:ext cx="2671309" cy="369332"/>
          </a:xfrm>
          <a:prstGeom prst="rect">
            <a:avLst/>
          </a:prstGeom>
          <a:solidFill>
            <a:schemeClr val="bg1"/>
          </a:solidFill>
        </p:spPr>
        <p:txBody>
          <a:bodyPr wrap="square" rtlCol="1">
            <a:spAutoFit/>
          </a:bodyPr>
          <a:lstStyle/>
          <a:p>
            <a:r>
              <a:rPr lang="en-US" b="1" dirty="0">
                <a:solidFill>
                  <a:srgbClr val="0000FF"/>
                </a:solidFill>
                <a:latin typeface="Cambria" panose="02040503050406030204" pitchFamily="18" charset="0"/>
                <a:ea typeface="Cambria" panose="02040503050406030204" pitchFamily="18" charset="0"/>
              </a:rPr>
              <a:t>Analysis of Fixed points</a:t>
            </a:r>
            <a:endParaRPr lang="he-IL" b="1" dirty="0">
              <a:solidFill>
                <a:srgbClr val="0000FF"/>
              </a:solidFill>
              <a:latin typeface="Cambria" panose="02040503050406030204" pitchFamily="18" charset="0"/>
              <a:ea typeface="Cambria" panose="02040503050406030204" pitchFamily="18" charset="0"/>
            </a:endParaRPr>
          </a:p>
        </p:txBody>
      </p:sp>
      <p:sp>
        <p:nvSpPr>
          <p:cNvPr id="7" name="Rectangle 2">
            <a:extLst>
              <a:ext uri="{FF2B5EF4-FFF2-40B4-BE49-F238E27FC236}">
                <a16:creationId xmlns:a16="http://schemas.microsoft.com/office/drawing/2014/main" id="{3DDCCED4-92AB-6DFD-D010-7A43B3AE6F88}"/>
              </a:ext>
            </a:extLst>
          </p:cNvPr>
          <p:cNvSpPr>
            <a:spLocks noGrp="1" noChangeArrowheads="1"/>
          </p:cNvSpPr>
          <p:nvPr>
            <p:ph type="title"/>
          </p:nvPr>
        </p:nvSpPr>
        <p:spPr>
          <a:xfrm>
            <a:off x="454545" y="619529"/>
            <a:ext cx="6406110" cy="486187"/>
          </a:xfrm>
          <a:solidFill>
            <a:schemeClr val="bg1"/>
          </a:solidFill>
        </p:spPr>
        <p:txBody>
          <a:bodyPr>
            <a:normAutofit/>
          </a:bodyPr>
          <a:lstStyle/>
          <a:p>
            <a:pPr algn="ctr"/>
            <a:r>
              <a:rPr lang="en-US" altLang="en-US" sz="2400" b="1" dirty="0">
                <a:solidFill>
                  <a:srgbClr val="FF0000"/>
                </a:solidFill>
                <a:latin typeface="Cambria" panose="02040503050406030204" pitchFamily="18" charset="0"/>
                <a:ea typeface="Cambria" panose="02040503050406030204" pitchFamily="18" charset="0"/>
              </a:rPr>
              <a:t>Logistic equation (Model 3)</a:t>
            </a:r>
          </a:p>
        </p:txBody>
      </p:sp>
      <p:sp>
        <p:nvSpPr>
          <p:cNvPr id="8" name="TextBox 7">
            <a:extLst>
              <a:ext uri="{FF2B5EF4-FFF2-40B4-BE49-F238E27FC236}">
                <a16:creationId xmlns:a16="http://schemas.microsoft.com/office/drawing/2014/main" id="{FAAE63DD-33A5-358F-673F-5FF957840BBB}"/>
              </a:ext>
            </a:extLst>
          </p:cNvPr>
          <p:cNvSpPr txBox="1"/>
          <p:nvPr/>
        </p:nvSpPr>
        <p:spPr>
          <a:xfrm>
            <a:off x="5130441" y="5359616"/>
            <a:ext cx="2191947" cy="369332"/>
          </a:xfrm>
          <a:prstGeom prst="rect">
            <a:avLst/>
          </a:prstGeom>
          <a:solidFill>
            <a:schemeClr val="bg1"/>
          </a:solidFill>
        </p:spPr>
        <p:txBody>
          <a:bodyPr wrap="none" rtlCol="1">
            <a:spAutoFit/>
          </a:bodyPr>
          <a:lstStyle/>
          <a:p>
            <a:r>
              <a:rPr lang="en-US" dirty="0">
                <a:solidFill>
                  <a:srgbClr val="FF0000"/>
                </a:solidFill>
              </a:rPr>
              <a:t>Analytical Calculation</a:t>
            </a:r>
            <a:endParaRPr lang="he-IL" dirty="0">
              <a:solidFill>
                <a:srgbClr val="FF0000"/>
              </a:solidFill>
            </a:endParaRPr>
          </a:p>
        </p:txBody>
      </p:sp>
    </p:spTree>
    <p:extLst>
      <p:ext uri="{BB962C8B-B14F-4D97-AF65-F5344CB8AC3E}">
        <p14:creationId xmlns:p14="http://schemas.microsoft.com/office/powerpoint/2010/main" val="210960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ircle(in)">
                                      <p:cBhvr>
                                        <p:cTn id="7" dur="2000"/>
                                        <p:tgtEl>
                                          <p:spTgt spid="16"/>
                                        </p:tgtEl>
                                      </p:cBhvr>
                                    </p:animEffect>
                                  </p:childTnLst>
                                </p:cTn>
                              </p:par>
                              <p:par>
                                <p:cTn id="8" presetID="6" presetClass="entr" presetSubtype="16" fill="hold" nodeType="withEffect">
                                  <p:stCondLst>
                                    <p:cond delay="0"/>
                                  </p:stCondLst>
                                  <p:childTnLst>
                                    <p:set>
                                      <p:cBhvr>
                                        <p:cTn id="9" dur="1" fill="hold">
                                          <p:stCondLst>
                                            <p:cond delay="0"/>
                                          </p:stCondLst>
                                        </p:cTn>
                                        <p:tgtEl>
                                          <p:spTgt spid="15362"/>
                                        </p:tgtEl>
                                        <p:attrNameLst>
                                          <p:attrName>style.visibility</p:attrName>
                                        </p:attrNameLst>
                                      </p:cBhvr>
                                      <p:to>
                                        <p:strVal val="visible"/>
                                      </p:to>
                                    </p:set>
                                    <p:animEffect transition="in" filter="circle(in)">
                                      <p:cBhvr>
                                        <p:cTn id="10" dur="2000"/>
                                        <p:tgtEl>
                                          <p:spTgt spid="15362"/>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ircle(in)">
                                      <p:cBhvr>
                                        <p:cTn id="13" dur="2000"/>
                                        <p:tgtEl>
                                          <p:spTgt spid="5"/>
                                        </p:tgtEl>
                                      </p:cBhvr>
                                    </p:animEffect>
                                  </p:childTnLst>
                                </p:cTn>
                              </p:par>
                              <p:par>
                                <p:cTn id="14" presetID="6" presetClass="entr" presetSubtype="16"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circle(in)">
                                      <p:cBhvr>
                                        <p:cTn id="16" dur="2000"/>
                                        <p:tgtEl>
                                          <p:spTgt spid="3"/>
                                        </p:tgtEl>
                                      </p:cBhvr>
                                    </p:animEffect>
                                  </p:childTnLst>
                                </p:cTn>
                              </p:par>
                              <p:par>
                                <p:cTn id="17" presetID="22" presetClass="entr" presetSubtype="4" fill="hold" nodeType="withEffect">
                                  <p:stCondLst>
                                    <p:cond delay="0"/>
                                  </p:stCondLst>
                                  <p:childTnLst>
                                    <p:set>
                                      <p:cBhvr>
                                        <p:cTn id="18" dur="1" fill="hold">
                                          <p:stCondLst>
                                            <p:cond delay="0"/>
                                          </p:stCondLst>
                                        </p:cTn>
                                        <p:tgtEl>
                                          <p:spTgt spid="8198"/>
                                        </p:tgtEl>
                                        <p:attrNameLst>
                                          <p:attrName>style.visibility</p:attrName>
                                        </p:attrNameLst>
                                      </p:cBhvr>
                                      <p:to>
                                        <p:strVal val="visible"/>
                                      </p:to>
                                    </p:set>
                                    <p:animEffect transition="in" filter="wipe(down)">
                                      <p:cBhvr>
                                        <p:cTn id="19" dur="500"/>
                                        <p:tgtEl>
                                          <p:spTgt spid="8198"/>
                                        </p:tgtEl>
                                      </p:cBhvr>
                                    </p:animEffect>
                                  </p:childTnLst>
                                </p:cTn>
                              </p:par>
                              <p:par>
                                <p:cTn id="20" presetID="22" presetClass="entr" presetSubtype="4" fill="hold" nodeType="withEffect">
                                  <p:stCondLst>
                                    <p:cond delay="0"/>
                                  </p:stCondLst>
                                  <p:childTnLst>
                                    <p:set>
                                      <p:cBhvr>
                                        <p:cTn id="21" dur="1" fill="hold">
                                          <p:stCondLst>
                                            <p:cond delay="0"/>
                                          </p:stCondLst>
                                        </p:cTn>
                                        <p:tgtEl>
                                          <p:spTgt spid="8197"/>
                                        </p:tgtEl>
                                        <p:attrNameLst>
                                          <p:attrName>style.visibility</p:attrName>
                                        </p:attrNameLst>
                                      </p:cBhvr>
                                      <p:to>
                                        <p:strVal val="visible"/>
                                      </p:to>
                                    </p:set>
                                    <p:animEffect transition="in" filter="wipe(down)">
                                      <p:cBhvr>
                                        <p:cTn id="22" dur="500"/>
                                        <p:tgtEl>
                                          <p:spTgt spid="8197"/>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circle(in)">
                                      <p:cBhvr>
                                        <p:cTn id="25" dur="20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circle(in)">
                                      <p:cBhvr>
                                        <p:cTn id="30"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6" grpId="0" animBg="1"/>
      <p:bldP spid="6" grpId="0" animBg="1"/>
      <p:bldP spid="7" grpId="0" autoUpdateAnimBg="0"/>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49C76-2509-EB75-C4CE-92D1BB812E7D}"/>
            </a:ext>
          </a:extLst>
        </p:cNvPr>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A0503BE4-A84B-CC67-3D51-C0A527D1FF42}"/>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8195" name="Picture 3">
            <a:extLst>
              <a:ext uri="{FF2B5EF4-FFF2-40B4-BE49-F238E27FC236}">
                <a16:creationId xmlns:a16="http://schemas.microsoft.com/office/drawing/2014/main" id="{988F8F2C-D4A7-572F-7B10-CE3D51092FB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1277" y="1226479"/>
            <a:ext cx="3400425" cy="1196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2" name="Picture 2">
            <a:extLst>
              <a:ext uri="{FF2B5EF4-FFF2-40B4-BE49-F238E27FC236}">
                <a16:creationId xmlns:a16="http://schemas.microsoft.com/office/drawing/2014/main" id="{06EE8276-BD16-B513-E468-F2278A9E326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69226" y="1408304"/>
            <a:ext cx="714375"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a:extLst>
              <a:ext uri="{FF2B5EF4-FFF2-40B4-BE49-F238E27FC236}">
                <a16:creationId xmlns:a16="http://schemas.microsoft.com/office/drawing/2014/main" id="{7C538EE2-078A-E597-B407-122E73427344}"/>
              </a:ext>
            </a:extLst>
          </p:cNvPr>
          <p:cNvSpPr txBox="1"/>
          <p:nvPr/>
        </p:nvSpPr>
        <p:spPr>
          <a:xfrm>
            <a:off x="-115329" y="144244"/>
            <a:ext cx="11425880" cy="461665"/>
          </a:xfrm>
          <a:prstGeom prst="rect">
            <a:avLst/>
          </a:prstGeom>
          <a:solidFill>
            <a:schemeClr val="bg1"/>
          </a:solidFill>
        </p:spPr>
        <p:style>
          <a:lnRef idx="1">
            <a:schemeClr val="accent1"/>
          </a:lnRef>
          <a:fillRef idx="2">
            <a:schemeClr val="accent1"/>
          </a:fillRef>
          <a:effectRef idx="1">
            <a:schemeClr val="accent1"/>
          </a:effectRef>
          <a:fontRef idx="minor">
            <a:schemeClr val="dk1"/>
          </a:fontRef>
        </p:style>
        <p:txBody>
          <a:bodyPr wrap="square" rtlCol="1">
            <a:spAutoFit/>
          </a:bodyPr>
          <a:lstStyle/>
          <a:p>
            <a:pPr algn="ctr"/>
            <a:r>
              <a:rPr lang="en-US" sz="2400" b="1" dirty="0">
                <a:solidFill>
                  <a:srgbClr val="FF0000"/>
                </a:solidFill>
                <a:latin typeface="Cambria" panose="02040503050406030204" pitchFamily="18" charset="0"/>
                <a:ea typeface="Cambria" panose="02040503050406030204" pitchFamily="18" charset="0"/>
              </a:rPr>
              <a:t> Interpreting a differential equation as a vector field  Flows on the Line </a:t>
            </a:r>
            <a:endParaRPr lang="he-IL" sz="2400" b="1" dirty="0">
              <a:solidFill>
                <a:srgbClr val="FF0000"/>
              </a:solidFill>
              <a:latin typeface="Cambria" panose="02040503050406030204" pitchFamily="18" charset="0"/>
              <a:ea typeface="Cambria" panose="02040503050406030204" pitchFamily="18" charset="0"/>
            </a:endParaRPr>
          </a:p>
        </p:txBody>
      </p:sp>
      <p:sp>
        <p:nvSpPr>
          <p:cNvPr id="7" name="Rectangle 2">
            <a:extLst>
              <a:ext uri="{FF2B5EF4-FFF2-40B4-BE49-F238E27FC236}">
                <a16:creationId xmlns:a16="http://schemas.microsoft.com/office/drawing/2014/main" id="{AE9A3E2B-A6CC-1E94-7A98-EB3240028608}"/>
              </a:ext>
            </a:extLst>
          </p:cNvPr>
          <p:cNvSpPr>
            <a:spLocks noGrp="1" noChangeArrowheads="1"/>
          </p:cNvSpPr>
          <p:nvPr>
            <p:ph type="title"/>
          </p:nvPr>
        </p:nvSpPr>
        <p:spPr>
          <a:xfrm>
            <a:off x="454545" y="619529"/>
            <a:ext cx="6406110" cy="486187"/>
          </a:xfrm>
          <a:solidFill>
            <a:schemeClr val="bg1"/>
          </a:solidFill>
        </p:spPr>
        <p:txBody>
          <a:bodyPr>
            <a:normAutofit/>
          </a:bodyPr>
          <a:lstStyle/>
          <a:p>
            <a:pPr algn="ctr"/>
            <a:r>
              <a:rPr lang="en-US" altLang="en-US" sz="2400" b="1" dirty="0">
                <a:solidFill>
                  <a:srgbClr val="FF0000"/>
                </a:solidFill>
                <a:latin typeface="Cambria" panose="02040503050406030204" pitchFamily="18" charset="0"/>
                <a:ea typeface="Cambria" panose="02040503050406030204" pitchFamily="18" charset="0"/>
              </a:rPr>
              <a:t>Logistic equation (Model 3)</a:t>
            </a:r>
          </a:p>
        </p:txBody>
      </p:sp>
      <p:sp>
        <p:nvSpPr>
          <p:cNvPr id="10" name="TextBox 9">
            <a:extLst>
              <a:ext uri="{FF2B5EF4-FFF2-40B4-BE49-F238E27FC236}">
                <a16:creationId xmlns:a16="http://schemas.microsoft.com/office/drawing/2014/main" id="{C77AB36A-AA85-5E6C-2496-01A7DE3BF156}"/>
              </a:ext>
            </a:extLst>
          </p:cNvPr>
          <p:cNvSpPr txBox="1"/>
          <p:nvPr/>
        </p:nvSpPr>
        <p:spPr>
          <a:xfrm>
            <a:off x="5397775" y="1408304"/>
            <a:ext cx="6406110" cy="5078313"/>
          </a:xfrm>
          <a:prstGeom prst="rect">
            <a:avLst/>
          </a:prstGeom>
          <a:solidFill>
            <a:schemeClr val="bg1"/>
          </a:solidFill>
        </p:spPr>
        <p:txBody>
          <a:bodyPr wrap="square">
            <a:spAutoFit/>
          </a:bodyPr>
          <a:lstStyle/>
          <a:p>
            <a:r>
              <a:rPr lang="en-IN" dirty="0">
                <a:solidFill>
                  <a:srgbClr val="0000FF"/>
                </a:solidFill>
                <a:latin typeface="Cambria" panose="02040503050406030204" pitchFamily="18" charset="0"/>
                <a:ea typeface="Cambria" panose="02040503050406030204" pitchFamily="18" charset="0"/>
              </a:rPr>
              <a:t>Input: r (growth rate), x0 (initial value), dt (time step), N (number of iterations)</a:t>
            </a:r>
          </a:p>
          <a:p>
            <a:r>
              <a:rPr lang="en-IN" dirty="0">
                <a:solidFill>
                  <a:srgbClr val="0000FF"/>
                </a:solidFill>
                <a:latin typeface="Cambria" panose="02040503050406030204" pitchFamily="18" charset="0"/>
                <a:ea typeface="Cambria" panose="02040503050406030204" pitchFamily="18" charset="0"/>
              </a:rPr>
              <a:t>Output: x values over time</a:t>
            </a:r>
          </a:p>
          <a:p>
            <a:endParaRPr lang="en-IN" dirty="0">
              <a:latin typeface="Cambria" panose="02040503050406030204" pitchFamily="18" charset="0"/>
              <a:ea typeface="Cambria" panose="02040503050406030204" pitchFamily="18" charset="0"/>
            </a:endParaRPr>
          </a:p>
          <a:p>
            <a:r>
              <a:rPr lang="en-IN" dirty="0">
                <a:latin typeface="Cambria" panose="02040503050406030204" pitchFamily="18" charset="0"/>
                <a:ea typeface="Cambria" panose="02040503050406030204" pitchFamily="18" charset="0"/>
              </a:rPr>
              <a:t>1. Initialize:</a:t>
            </a:r>
          </a:p>
          <a:p>
            <a:r>
              <a:rPr lang="en-IN" dirty="0">
                <a:latin typeface="Cambria" panose="02040503050406030204" pitchFamily="18" charset="0"/>
                <a:ea typeface="Cambria" panose="02040503050406030204" pitchFamily="18" charset="0"/>
              </a:rPr>
              <a:t>    x ← x0   # Initial condition</a:t>
            </a:r>
          </a:p>
          <a:p>
            <a:r>
              <a:rPr lang="en-IN" dirty="0">
                <a:latin typeface="Cambria" panose="02040503050406030204" pitchFamily="18" charset="0"/>
                <a:ea typeface="Cambria" panose="02040503050406030204" pitchFamily="18" charset="0"/>
              </a:rPr>
              <a:t>    t ← 0    # Initial time</a:t>
            </a:r>
          </a:p>
          <a:p>
            <a:endParaRPr lang="en-IN" dirty="0">
              <a:latin typeface="Cambria" panose="02040503050406030204" pitchFamily="18" charset="0"/>
              <a:ea typeface="Cambria" panose="02040503050406030204" pitchFamily="18" charset="0"/>
            </a:endParaRPr>
          </a:p>
          <a:p>
            <a:r>
              <a:rPr lang="en-IN" dirty="0">
                <a:latin typeface="Cambria" panose="02040503050406030204" pitchFamily="18" charset="0"/>
                <a:ea typeface="Cambria" panose="02040503050406030204" pitchFamily="18" charset="0"/>
              </a:rPr>
              <a:t>2. Loop for N steps:</a:t>
            </a:r>
          </a:p>
          <a:p>
            <a:r>
              <a:rPr lang="en-IN" dirty="0">
                <a:latin typeface="Cambria" panose="02040503050406030204" pitchFamily="18" charset="0"/>
                <a:ea typeface="Cambria" panose="02040503050406030204" pitchFamily="18" charset="0"/>
              </a:rPr>
              <a:t>    a. </a:t>
            </a:r>
            <a:r>
              <a:rPr lang="en-IN" dirty="0">
                <a:solidFill>
                  <a:srgbClr val="0000FF"/>
                </a:solidFill>
                <a:latin typeface="Cambria" panose="02040503050406030204" pitchFamily="18" charset="0"/>
                <a:ea typeface="Cambria" panose="02040503050406030204" pitchFamily="18" charset="0"/>
              </a:rPr>
              <a:t>Compute dx/dt = r * x * (1 - x)</a:t>
            </a:r>
          </a:p>
          <a:p>
            <a:r>
              <a:rPr lang="en-IN" dirty="0">
                <a:latin typeface="Cambria" panose="02040503050406030204" pitchFamily="18" charset="0"/>
                <a:ea typeface="Cambria" panose="02040503050406030204" pitchFamily="18" charset="0"/>
              </a:rPr>
              <a:t>    b. </a:t>
            </a:r>
            <a:r>
              <a:rPr lang="en-IN" dirty="0">
                <a:solidFill>
                  <a:srgbClr val="0000FF"/>
                </a:solidFill>
                <a:latin typeface="Cambria" panose="02040503050406030204" pitchFamily="18" charset="0"/>
                <a:ea typeface="Cambria" panose="02040503050406030204" pitchFamily="18" charset="0"/>
              </a:rPr>
              <a:t>Update x using Euler’s method: </a:t>
            </a:r>
          </a:p>
          <a:p>
            <a:r>
              <a:rPr lang="en-IN" dirty="0">
                <a:solidFill>
                  <a:srgbClr val="0000FF"/>
                </a:solidFill>
                <a:latin typeface="Cambria" panose="02040503050406030204" pitchFamily="18" charset="0"/>
                <a:ea typeface="Cambria" panose="02040503050406030204" pitchFamily="18" charset="0"/>
              </a:rPr>
              <a:t>       x ← x + dt * (r * x * (1 - x))</a:t>
            </a:r>
          </a:p>
          <a:p>
            <a:r>
              <a:rPr lang="en-IN" dirty="0">
                <a:latin typeface="Cambria" panose="02040503050406030204" pitchFamily="18" charset="0"/>
                <a:ea typeface="Cambria" panose="02040503050406030204" pitchFamily="18" charset="0"/>
              </a:rPr>
              <a:t>    c. Update time: t ← t + dt</a:t>
            </a:r>
          </a:p>
          <a:p>
            <a:r>
              <a:rPr lang="en-IN" dirty="0">
                <a:latin typeface="Cambria" panose="02040503050406030204" pitchFamily="18" charset="0"/>
                <a:ea typeface="Cambria" panose="02040503050406030204" pitchFamily="18" charset="0"/>
              </a:rPr>
              <a:t>    d. Store (t, x) for plotting (optional)</a:t>
            </a:r>
          </a:p>
          <a:p>
            <a:endParaRPr lang="en-IN" dirty="0">
              <a:latin typeface="Cambria" panose="02040503050406030204" pitchFamily="18" charset="0"/>
              <a:ea typeface="Cambria" panose="02040503050406030204" pitchFamily="18" charset="0"/>
            </a:endParaRPr>
          </a:p>
          <a:p>
            <a:r>
              <a:rPr lang="en-IN" dirty="0">
                <a:latin typeface="Cambria" panose="02040503050406030204" pitchFamily="18" charset="0"/>
                <a:ea typeface="Cambria" panose="02040503050406030204" pitchFamily="18" charset="0"/>
              </a:rPr>
              <a:t>3. End loop</a:t>
            </a:r>
          </a:p>
          <a:p>
            <a:endParaRPr lang="en-IN" dirty="0">
              <a:latin typeface="Cambria" panose="02040503050406030204" pitchFamily="18" charset="0"/>
              <a:ea typeface="Cambria" panose="02040503050406030204" pitchFamily="18" charset="0"/>
            </a:endParaRPr>
          </a:p>
          <a:p>
            <a:r>
              <a:rPr lang="en-IN" dirty="0">
                <a:latin typeface="Cambria" panose="02040503050406030204" pitchFamily="18" charset="0"/>
                <a:ea typeface="Cambria" panose="02040503050406030204" pitchFamily="18" charset="0"/>
              </a:rPr>
              <a:t>4. Return x values</a:t>
            </a:r>
          </a:p>
        </p:txBody>
      </p:sp>
    </p:spTree>
    <p:extLst>
      <p:ext uri="{BB962C8B-B14F-4D97-AF65-F5344CB8AC3E}">
        <p14:creationId xmlns:p14="http://schemas.microsoft.com/office/powerpoint/2010/main" val="1096984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circle(in)">
                                      <p:cBhvr>
                                        <p:cTn id="7" dur="2000"/>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38588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1F52086F-5926-4073-55EB-04D733E0C16C}"/>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41126"/>
            <a:ext cx="11938827" cy="461665"/>
          </a:xfrm>
          <a:prstGeom prst="rect">
            <a:avLst/>
          </a:prstGeom>
          <a:solidFill>
            <a:schemeClr val="bg1"/>
          </a:solidFill>
        </p:spPr>
        <p:txBody>
          <a:bodyPr wrap="square">
            <a:spAutoFit/>
          </a:bodyPr>
          <a:lstStyle/>
          <a:p>
            <a:pPr algn="ctr"/>
            <a:r>
              <a:rPr lang="en-US" sz="2400" b="1" dirty="0">
                <a:solidFill>
                  <a:srgbClr val="FF0000"/>
                </a:solidFill>
                <a:latin typeface="Cambria" panose="02040503050406030204" pitchFamily="18" charset="0"/>
                <a:ea typeface="Cambria" panose="02040503050406030204" pitchFamily="18" charset="0"/>
              </a:rPr>
              <a:t>Interpreting differential </a:t>
            </a:r>
            <a:r>
              <a:rPr lang="en-US" sz="2400" b="1" dirty="0" err="1">
                <a:solidFill>
                  <a:srgbClr val="FF0000"/>
                </a:solidFill>
                <a:latin typeface="Cambria" panose="02040503050406030204" pitchFamily="18" charset="0"/>
                <a:ea typeface="Cambria" panose="02040503050406030204" pitchFamily="18" charset="0"/>
              </a:rPr>
              <a:t>eqn</a:t>
            </a:r>
            <a:r>
              <a:rPr lang="en-US" sz="2400" b="1" dirty="0">
                <a:solidFill>
                  <a:srgbClr val="FF0000"/>
                </a:solidFill>
                <a:latin typeface="Cambria" panose="02040503050406030204" pitchFamily="18" charset="0"/>
                <a:ea typeface="Cambria" panose="02040503050406030204" pitchFamily="18" charset="0"/>
              </a:rPr>
              <a:t> as vector field (Model 4)</a:t>
            </a:r>
          </a:p>
        </p:txBody>
      </p:sp>
      <p:pic>
        <p:nvPicPr>
          <p:cNvPr id="4" name="Picture 3">
            <a:extLst>
              <a:ext uri="{FF2B5EF4-FFF2-40B4-BE49-F238E27FC236}">
                <a16:creationId xmlns:a16="http://schemas.microsoft.com/office/drawing/2014/main" id="{AB9130D1-49A0-A49A-41EF-EF68D54E1632}"/>
              </a:ext>
            </a:extLst>
          </p:cNvPr>
          <p:cNvPicPr>
            <a:picLocks noChangeAspect="1"/>
          </p:cNvPicPr>
          <p:nvPr/>
        </p:nvPicPr>
        <p:blipFill>
          <a:blip r:embed="rId3"/>
          <a:stretch>
            <a:fillRect/>
          </a:stretch>
        </p:blipFill>
        <p:spPr>
          <a:xfrm>
            <a:off x="4510286" y="1585695"/>
            <a:ext cx="2281739" cy="566915"/>
          </a:xfrm>
          <a:prstGeom prst="rect">
            <a:avLst/>
          </a:prstGeom>
        </p:spPr>
      </p:pic>
      <p:pic>
        <p:nvPicPr>
          <p:cNvPr id="6" name="Picture 5">
            <a:extLst>
              <a:ext uri="{FF2B5EF4-FFF2-40B4-BE49-F238E27FC236}">
                <a16:creationId xmlns:a16="http://schemas.microsoft.com/office/drawing/2014/main" id="{EEBEE7A2-1888-AF4C-33B5-2DD7B75E37B9}"/>
              </a:ext>
            </a:extLst>
          </p:cNvPr>
          <p:cNvPicPr>
            <a:picLocks noChangeAspect="1"/>
          </p:cNvPicPr>
          <p:nvPr/>
        </p:nvPicPr>
        <p:blipFill>
          <a:blip r:embed="rId4"/>
          <a:stretch>
            <a:fillRect/>
          </a:stretch>
        </p:blipFill>
        <p:spPr>
          <a:xfrm>
            <a:off x="4253998" y="2513657"/>
            <a:ext cx="2794317" cy="911225"/>
          </a:xfrm>
          <a:prstGeom prst="rect">
            <a:avLst/>
          </a:prstGeom>
        </p:spPr>
      </p:pic>
    </p:spTree>
    <p:extLst>
      <p:ext uri="{BB962C8B-B14F-4D97-AF65-F5344CB8AC3E}">
        <p14:creationId xmlns:p14="http://schemas.microsoft.com/office/powerpoint/2010/main" val="42390288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1F52086F-5926-4073-55EB-04D733E0C16C}"/>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41126"/>
            <a:ext cx="11938827" cy="461665"/>
          </a:xfrm>
          <a:prstGeom prst="rect">
            <a:avLst/>
          </a:prstGeom>
          <a:solidFill>
            <a:schemeClr val="bg1"/>
          </a:solidFill>
        </p:spPr>
        <p:txBody>
          <a:bodyPr wrap="square">
            <a:spAutoFit/>
          </a:bodyPr>
          <a:lstStyle/>
          <a:p>
            <a:r>
              <a:rPr lang="en-US" sz="2400" b="1" dirty="0">
                <a:solidFill>
                  <a:srgbClr val="FF0000"/>
                </a:solidFill>
                <a:latin typeface="Cambria" panose="02040503050406030204" pitchFamily="18" charset="0"/>
                <a:ea typeface="Cambria" panose="02040503050406030204" pitchFamily="18" charset="0"/>
              </a:rPr>
              <a:t>Elementary Physics Problems :vibrations of a mass hanging from a spring (Model 5)</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C3D86F2-20D7-69BD-7C34-0EFAAADCDE8C}"/>
                  </a:ext>
                </a:extLst>
              </p:cNvPr>
              <p:cNvSpPr txBox="1"/>
              <p:nvPr/>
            </p:nvSpPr>
            <p:spPr>
              <a:xfrm>
                <a:off x="1045620" y="1005015"/>
                <a:ext cx="1626984" cy="555858"/>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solidFill>
                            <a:srgbClr val="836967"/>
                          </a:solidFill>
                          <a:latin typeface="Cambria Math" panose="02040503050406030204" pitchFamily="18" charset="0"/>
                        </a:rPr>
                        <m:t>m</m:t>
                      </m:r>
                      <m:f>
                        <m:fPr>
                          <m:ctrlPr>
                            <a:rPr lang="en-IN" i="1" smtClean="0">
                              <a:solidFill>
                                <a:srgbClr val="836967"/>
                              </a:solidFill>
                              <a:latin typeface="Cambria Math" panose="02040503050406030204" pitchFamily="18" charset="0"/>
                            </a:rPr>
                          </m:ctrlPr>
                        </m:fPr>
                        <m:num>
                          <m:sSup>
                            <m:sSupPr>
                              <m:ctrlPr>
                                <a:rPr lang="en-US" b="0" i="1" smtClean="0">
                                  <a:latin typeface="Cambria Math" panose="02040503050406030204" pitchFamily="18" charset="0"/>
                                </a:rPr>
                              </m:ctrlPr>
                            </m:sSupPr>
                            <m:e>
                              <m:r>
                                <a:rPr lang="en-IN" b="0">
                                  <a:latin typeface="Cambria Math" panose="02040503050406030204" pitchFamily="18" charset="0"/>
                                </a:rPr>
                                <m:t>ⅆ</m:t>
                              </m:r>
                            </m:e>
                            <m:sup>
                              <m:r>
                                <a:rPr lang="en-US" b="0" i="0" smtClean="0">
                                  <a:latin typeface="Cambria Math" panose="02040503050406030204" pitchFamily="18" charset="0"/>
                                </a:rPr>
                                <m:t>2</m:t>
                              </m:r>
                            </m:sup>
                          </m:sSup>
                          <m:r>
                            <a:rPr lang="en-IN" b="1" i="1" smtClean="0">
                              <a:latin typeface="Cambria Math" panose="02040503050406030204" pitchFamily="18" charset="0"/>
                            </a:rPr>
                            <m:t>𝒙</m:t>
                          </m:r>
                        </m:num>
                        <m:den>
                          <m:r>
                            <a:rPr lang="en-IN" b="0" i="0">
                              <a:latin typeface="Cambria Math" panose="02040503050406030204" pitchFamily="18" charset="0"/>
                            </a:rPr>
                            <m:t>ⅆ</m:t>
                          </m:r>
                          <m:sSup>
                            <m:sSupPr>
                              <m:ctrlPr>
                                <a:rPr lang="en-US" b="0" i="1" smtClean="0">
                                  <a:latin typeface="Cambria Math" panose="02040503050406030204" pitchFamily="18" charset="0"/>
                                </a:rPr>
                              </m:ctrlPr>
                            </m:sSupPr>
                            <m:e>
                              <m:r>
                                <a:rPr lang="en-IN" b="0" i="1">
                                  <a:latin typeface="Cambria Math" panose="02040503050406030204" pitchFamily="18" charset="0"/>
                                </a:rPr>
                                <m:t>𝑡</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r>
                        <a:rPr lang="en-US" b="0" i="1" smtClean="0">
                          <a:latin typeface="Cambria Math" panose="02040503050406030204" pitchFamily="18" charset="0"/>
                        </a:rPr>
                        <m:t>𝑘</m:t>
                      </m:r>
                      <m:r>
                        <a:rPr lang="en-IN" b="1" i="1">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𝟎</m:t>
                      </m:r>
                    </m:oMath>
                  </m:oMathPara>
                </a14:m>
                <a:endParaRPr lang="en-IN" b="1" dirty="0"/>
              </a:p>
            </p:txBody>
          </p:sp>
        </mc:Choice>
        <mc:Fallback xmlns="">
          <p:sp>
            <p:nvSpPr>
              <p:cNvPr id="12" name="TextBox 11">
                <a:extLst>
                  <a:ext uri="{FF2B5EF4-FFF2-40B4-BE49-F238E27FC236}">
                    <a16:creationId xmlns:a16="http://schemas.microsoft.com/office/drawing/2014/main" id="{2C3D86F2-20D7-69BD-7C34-0EFAAADCDE8C}"/>
                  </a:ext>
                </a:extLst>
              </p:cNvPr>
              <p:cNvSpPr txBox="1">
                <a:spLocks noRot="1" noChangeAspect="1" noMove="1" noResize="1" noEditPoints="1" noAdjustHandles="1" noChangeArrowheads="1" noChangeShapeType="1" noTextEdit="1"/>
              </p:cNvSpPr>
              <p:nvPr/>
            </p:nvSpPr>
            <p:spPr>
              <a:xfrm>
                <a:off x="1045620" y="1005015"/>
                <a:ext cx="1626984" cy="555858"/>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941DD14-4206-02AC-7CBA-171170F174CB}"/>
                  </a:ext>
                </a:extLst>
              </p:cNvPr>
              <p:cNvSpPr txBox="1"/>
              <p:nvPr/>
            </p:nvSpPr>
            <p:spPr>
              <a:xfrm>
                <a:off x="1114421" y="2238114"/>
                <a:ext cx="744691" cy="526041"/>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IN" i="1" smtClean="0">
                              <a:solidFill>
                                <a:srgbClr val="836967"/>
                              </a:solidFill>
                              <a:latin typeface="Cambria Math" panose="02040503050406030204" pitchFamily="18" charset="0"/>
                            </a:rPr>
                          </m:ctrlPr>
                        </m:fPr>
                        <m:num>
                          <m:r>
                            <a:rPr lang="en-IN" b="0">
                              <a:latin typeface="Cambria Math" panose="02040503050406030204" pitchFamily="18" charset="0"/>
                            </a:rPr>
                            <m:t>ⅆ</m:t>
                          </m:r>
                          <m:r>
                            <a:rPr lang="en-US" b="0" i="1" smtClean="0">
                              <a:latin typeface="Cambria Math" panose="02040503050406030204" pitchFamily="18" charset="0"/>
                            </a:rPr>
                            <m:t>𝑥</m:t>
                          </m:r>
                        </m:num>
                        <m:den>
                          <m:r>
                            <a:rPr lang="en-IN" b="0" i="0">
                              <a:latin typeface="Cambria Math" panose="02040503050406030204" pitchFamily="18" charset="0"/>
                            </a:rPr>
                            <m:t>ⅆ</m:t>
                          </m:r>
                          <m:r>
                            <a:rPr lang="en-IN" b="0" i="1">
                              <a:latin typeface="Cambria Math" panose="02040503050406030204" pitchFamily="18" charset="0"/>
                            </a:rPr>
                            <m:t>𝑡</m:t>
                          </m:r>
                        </m:den>
                      </m:f>
                      <m:r>
                        <a:rPr lang="en-US" b="0" i="1" smtClean="0">
                          <a:latin typeface="Cambria Math" panose="02040503050406030204" pitchFamily="18" charset="0"/>
                        </a:rPr>
                        <m:t>=</m:t>
                      </m:r>
                      <m:r>
                        <a:rPr lang="en-US" b="0" i="1" smtClean="0">
                          <a:latin typeface="Cambria Math" panose="02040503050406030204" pitchFamily="18" charset="0"/>
                        </a:rPr>
                        <m:t>𝑣</m:t>
                      </m:r>
                    </m:oMath>
                  </m:oMathPara>
                </a14:m>
                <a:endParaRPr lang="en-IN" b="1" dirty="0"/>
              </a:p>
            </p:txBody>
          </p:sp>
        </mc:Choice>
        <mc:Fallback xmlns="">
          <p:sp>
            <p:nvSpPr>
              <p:cNvPr id="17" name="TextBox 16">
                <a:extLst>
                  <a:ext uri="{FF2B5EF4-FFF2-40B4-BE49-F238E27FC236}">
                    <a16:creationId xmlns:a16="http://schemas.microsoft.com/office/drawing/2014/main" id="{0941DD14-4206-02AC-7CBA-171170F174CB}"/>
                  </a:ext>
                </a:extLst>
              </p:cNvPr>
              <p:cNvSpPr txBox="1">
                <a:spLocks noRot="1" noChangeAspect="1" noMove="1" noResize="1" noEditPoints="1" noAdjustHandles="1" noChangeArrowheads="1" noChangeShapeType="1" noTextEdit="1"/>
              </p:cNvSpPr>
              <p:nvPr/>
            </p:nvSpPr>
            <p:spPr>
              <a:xfrm>
                <a:off x="1114421" y="2238114"/>
                <a:ext cx="744691" cy="526041"/>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CE6DB7F-F52F-764B-7306-0CF78CD4E86F}"/>
                  </a:ext>
                </a:extLst>
              </p:cNvPr>
              <p:cNvSpPr txBox="1"/>
              <p:nvPr/>
            </p:nvSpPr>
            <p:spPr>
              <a:xfrm>
                <a:off x="1114421" y="2899200"/>
                <a:ext cx="2076722" cy="526041"/>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IN" i="1" smtClean="0">
                              <a:solidFill>
                                <a:srgbClr val="836967"/>
                              </a:solidFill>
                              <a:latin typeface="Cambria Math" panose="02040503050406030204" pitchFamily="18" charset="0"/>
                            </a:rPr>
                          </m:ctrlPr>
                        </m:fPr>
                        <m:num>
                          <m:r>
                            <a:rPr lang="en-IN" b="0">
                              <a:latin typeface="Cambria Math" panose="02040503050406030204" pitchFamily="18" charset="0"/>
                            </a:rPr>
                            <m:t>ⅆ</m:t>
                          </m:r>
                          <m:r>
                            <a:rPr lang="en-US" b="0" i="1" smtClean="0">
                              <a:latin typeface="Cambria Math" panose="02040503050406030204" pitchFamily="18" charset="0"/>
                            </a:rPr>
                            <m:t>𝑣</m:t>
                          </m:r>
                        </m:num>
                        <m:den>
                          <m:r>
                            <a:rPr lang="en-IN" b="0" i="0">
                              <a:latin typeface="Cambria Math" panose="02040503050406030204" pitchFamily="18" charset="0"/>
                            </a:rPr>
                            <m:t>ⅆ</m:t>
                          </m:r>
                          <m:r>
                            <a:rPr lang="en-IN" b="0" i="1">
                              <a:latin typeface="Cambria Math" panose="02040503050406030204" pitchFamily="18" charset="0"/>
                            </a:rPr>
                            <m:t>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𝑘</m:t>
                          </m:r>
                        </m:num>
                        <m:den>
                          <m:r>
                            <a:rPr lang="en-US" b="0" i="1" smtClean="0">
                              <a:latin typeface="Cambria Math" panose="02040503050406030204" pitchFamily="18" charset="0"/>
                            </a:rPr>
                            <m:t>𝑚</m:t>
                          </m:r>
                        </m:den>
                      </m:f>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𝜔</m:t>
                          </m:r>
                        </m:e>
                        <m:sup>
                          <m:r>
                            <a:rPr lang="en-US" b="0" i="1" smtClean="0">
                              <a:latin typeface="Cambria Math" panose="02040503050406030204" pitchFamily="18" charset="0"/>
                            </a:rPr>
                            <m:t>2</m:t>
                          </m:r>
                        </m:sup>
                      </m:sSup>
                      <m:r>
                        <a:rPr lang="en-US" b="0" i="1" smtClean="0">
                          <a:latin typeface="Cambria Math" panose="02040503050406030204" pitchFamily="18" charset="0"/>
                        </a:rPr>
                        <m:t>𝑥</m:t>
                      </m:r>
                    </m:oMath>
                  </m:oMathPara>
                </a14:m>
                <a:endParaRPr lang="en-IN" b="1" dirty="0"/>
              </a:p>
            </p:txBody>
          </p:sp>
        </mc:Choice>
        <mc:Fallback xmlns="">
          <p:sp>
            <p:nvSpPr>
              <p:cNvPr id="18" name="TextBox 17">
                <a:extLst>
                  <a:ext uri="{FF2B5EF4-FFF2-40B4-BE49-F238E27FC236}">
                    <a16:creationId xmlns:a16="http://schemas.microsoft.com/office/drawing/2014/main" id="{5CE6DB7F-F52F-764B-7306-0CF78CD4E86F}"/>
                  </a:ext>
                </a:extLst>
              </p:cNvPr>
              <p:cNvSpPr txBox="1">
                <a:spLocks noRot="1" noChangeAspect="1" noMove="1" noResize="1" noEditPoints="1" noAdjustHandles="1" noChangeArrowheads="1" noChangeShapeType="1" noTextEdit="1"/>
              </p:cNvSpPr>
              <p:nvPr/>
            </p:nvSpPr>
            <p:spPr>
              <a:xfrm>
                <a:off x="1114421" y="2899200"/>
                <a:ext cx="2076722" cy="526041"/>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F77851B-8722-797E-1324-FA61F445A15F}"/>
                  </a:ext>
                </a:extLst>
              </p:cNvPr>
              <p:cNvSpPr txBox="1"/>
              <p:nvPr/>
            </p:nvSpPr>
            <p:spPr>
              <a:xfrm>
                <a:off x="5256189" y="1868782"/>
                <a:ext cx="6507443" cy="3416320"/>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As we have to deal with nonlinear ode , we have to understand the vector field.</a:t>
                </a:r>
              </a:p>
              <a:p>
                <a:pPr marL="285750" indent="-285750">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To find the vector field we will detect the </a:t>
                </a:r>
                <a:r>
                  <a:rPr lang="en-US" b="1" dirty="0">
                    <a:latin typeface="Cambria" panose="02040503050406030204" pitchFamily="18" charset="0"/>
                    <a:ea typeface="Cambria" panose="02040503050406030204" pitchFamily="18" charset="0"/>
                  </a:rPr>
                  <a:t>state</a:t>
                </a:r>
                <a:r>
                  <a:rPr lang="en-US" dirty="0">
                    <a:latin typeface="Cambria" panose="02040503050406030204" pitchFamily="18" charset="0"/>
                    <a:ea typeface="Cambria" panose="02040503050406030204" pitchFamily="18" charset="0"/>
                  </a:rPr>
                  <a:t> of the systems in each time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current position and velocity.</a:t>
                </a:r>
              </a:p>
              <a:p>
                <a:pPr marL="285750" indent="-285750">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The systems (left) assign a vector </a:t>
                </a:r>
                <a14:m>
                  <m:oMath xmlns:m="http://schemas.openxmlformats.org/officeDocument/2006/math">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r>
                              <a:rPr lang="en-US" b="0" i="1" smtClean="0">
                                <a:latin typeface="Cambria Math" panose="02040503050406030204" pitchFamily="18" charset="0"/>
                              </a:rPr>
                              <m:t>,</m:t>
                            </m:r>
                          </m:e>
                        </m:acc>
                        <m:acc>
                          <m:accPr>
                            <m:chr m:val="̇"/>
                            <m:ctrlPr>
                              <a:rPr lang="en-US" i="1">
                                <a:latin typeface="Cambria Math" panose="02040503050406030204" pitchFamily="18" charset="0"/>
                              </a:rPr>
                            </m:ctrlPr>
                          </m:accPr>
                          <m:e>
                            <m:r>
                              <a:rPr lang="en-US" b="0" i="1" smtClean="0">
                                <a:latin typeface="Cambria Math" panose="02040503050406030204" pitchFamily="18" charset="0"/>
                              </a:rPr>
                              <m:t>𝑣</m:t>
                            </m:r>
                          </m:e>
                        </m:acc>
                      </m:e>
                    </m:d>
                    <m:r>
                      <a:rPr lang="en-US" b="0" i="0"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𝑣</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𝜔</m:t>
                            </m:r>
                          </m:e>
                          <m:sup>
                            <m:r>
                              <a:rPr lang="en-US" b="0" i="1" smtClean="0">
                                <a:latin typeface="Cambria Math" panose="02040503050406030204" pitchFamily="18" charset="0"/>
                              </a:rPr>
                              <m:t>2</m:t>
                            </m:r>
                          </m:sup>
                        </m:sSup>
                        <m:r>
                          <a:rPr lang="en-US" b="0" i="1" smtClean="0">
                            <a:latin typeface="Cambria Math" panose="02040503050406030204" pitchFamily="18" charset="0"/>
                          </a:rPr>
                          <m:t>𝑥</m:t>
                        </m:r>
                      </m:e>
                    </m:d>
                  </m:oMath>
                </a14:m>
                <a:r>
                  <a:rPr lang="en-US" dirty="0">
                    <a:latin typeface="Cambria" panose="02040503050406030204" pitchFamily="18" charset="0"/>
                    <a:ea typeface="Cambria" panose="02040503050406030204" pitchFamily="18" charset="0"/>
                  </a:rPr>
                  <a:t> at each point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𝑣</m:t>
                        </m:r>
                      </m:e>
                    </m:d>
                    <m:r>
                      <a:rPr lang="en-US" b="0" i="1" smtClean="0">
                        <a:latin typeface="Cambria Math" panose="02040503050406030204" pitchFamily="18" charset="0"/>
                      </a:rPr>
                      <m:t>,</m:t>
                    </m:r>
                  </m:oMath>
                </a14:m>
                <a:r>
                  <a:rPr lang="en-US" dirty="0">
                    <a:latin typeface="Cambria" panose="02040503050406030204" pitchFamily="18" charset="0"/>
                    <a:ea typeface="Cambria" panose="02040503050406030204" pitchFamily="18" charset="0"/>
                  </a:rPr>
                  <a:t> and therefore represents a </a:t>
                </a:r>
                <a:r>
                  <a:rPr lang="en-US" b="1" dirty="0">
                    <a:latin typeface="Cambria" panose="02040503050406030204" pitchFamily="18" charset="0"/>
                    <a:ea typeface="Cambria" panose="02040503050406030204" pitchFamily="18" charset="0"/>
                  </a:rPr>
                  <a:t>vector field </a:t>
                </a:r>
                <a:r>
                  <a:rPr lang="en-US" dirty="0">
                    <a:latin typeface="Cambria" panose="02040503050406030204" pitchFamily="18" charset="0"/>
                    <a:ea typeface="Cambria" panose="02040503050406030204" pitchFamily="18" charset="0"/>
                  </a:rPr>
                  <a:t>on the </a:t>
                </a:r>
                <a:r>
                  <a:rPr lang="en-US" b="1" dirty="0">
                    <a:latin typeface="Cambria" panose="02040503050406030204" pitchFamily="18" charset="0"/>
                    <a:ea typeface="Cambria" panose="02040503050406030204" pitchFamily="18" charset="0"/>
                  </a:rPr>
                  <a:t>phase plane.</a:t>
                </a:r>
              </a:p>
              <a:p>
                <a:pPr marL="285750" indent="-285750">
                  <a:buFont typeface="Arial" panose="020B0604020202020204" pitchFamily="34" charset="0"/>
                  <a:buChar char="•"/>
                </a:pPr>
                <a:endParaRPr lang="en-US" b="1"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b="1" dirty="0">
                    <a:solidFill>
                      <a:srgbClr val="FF0000"/>
                    </a:solidFill>
                    <a:latin typeface="Cambria" panose="02040503050406030204" pitchFamily="18" charset="0"/>
                    <a:ea typeface="Cambria" panose="02040503050406030204" pitchFamily="18" charset="0"/>
                  </a:rPr>
                  <a:t>Plot it</a:t>
                </a:r>
              </a:p>
              <a:p>
                <a:r>
                  <a:rPr lang="en-US" dirty="0">
                    <a:latin typeface="Cambria" panose="02040503050406030204" pitchFamily="18" charset="0"/>
                    <a:ea typeface="Cambria" panose="02040503050406030204" pitchFamily="18" charset="0"/>
                  </a:rPr>
                  <a:t> </a:t>
                </a:r>
                <a:endParaRPr lang="en-IN" dirty="0">
                  <a:latin typeface="Cambria" panose="02040503050406030204" pitchFamily="18" charset="0"/>
                  <a:ea typeface="Cambria" panose="02040503050406030204" pitchFamily="18" charset="0"/>
                </a:endParaRPr>
              </a:p>
            </p:txBody>
          </p:sp>
        </mc:Choice>
        <mc:Fallback xmlns="">
          <p:sp>
            <p:nvSpPr>
              <p:cNvPr id="19" name="TextBox 18">
                <a:extLst>
                  <a:ext uri="{FF2B5EF4-FFF2-40B4-BE49-F238E27FC236}">
                    <a16:creationId xmlns:a16="http://schemas.microsoft.com/office/drawing/2014/main" id="{3F77851B-8722-797E-1324-FA61F445A15F}"/>
                  </a:ext>
                </a:extLst>
              </p:cNvPr>
              <p:cNvSpPr txBox="1">
                <a:spLocks noRot="1" noChangeAspect="1" noMove="1" noResize="1" noEditPoints="1" noAdjustHandles="1" noChangeArrowheads="1" noChangeShapeType="1" noTextEdit="1"/>
              </p:cNvSpPr>
              <p:nvPr/>
            </p:nvSpPr>
            <p:spPr>
              <a:xfrm>
                <a:off x="5256189" y="1868782"/>
                <a:ext cx="6507443" cy="3416320"/>
              </a:xfrm>
              <a:prstGeom prst="rect">
                <a:avLst/>
              </a:prstGeom>
              <a:blipFill>
                <a:blip r:embed="rId6"/>
                <a:stretch>
                  <a:fillRect l="-562" t="-1250"/>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398A9C7A-14E2-04C3-4724-80539C9AE8AE}"/>
              </a:ext>
            </a:extLst>
          </p:cNvPr>
          <p:cNvSpPr txBox="1"/>
          <p:nvPr/>
        </p:nvSpPr>
        <p:spPr>
          <a:xfrm flipH="1">
            <a:off x="3394400" y="5894173"/>
            <a:ext cx="2895189" cy="369332"/>
          </a:xfrm>
          <a:prstGeom prst="rect">
            <a:avLst/>
          </a:prstGeom>
          <a:solidFill>
            <a:schemeClr val="bg1"/>
          </a:solidFill>
        </p:spPr>
        <p:txBody>
          <a:bodyPr wrap="square" rtlCol="0">
            <a:spAutoFit/>
          </a:bodyPr>
          <a:lstStyle/>
          <a:p>
            <a:r>
              <a:rPr lang="en-US" dirty="0" err="1"/>
              <a:t>Strogatz</a:t>
            </a:r>
            <a:r>
              <a:rPr lang="en-US" dirty="0"/>
              <a:t>, Chapter 5</a:t>
            </a:r>
            <a:endParaRPr lang="en-IN" dirty="0"/>
          </a:p>
        </p:txBody>
      </p:sp>
      <p:sp>
        <p:nvSpPr>
          <p:cNvPr id="4" name="TextBox 3">
            <a:extLst>
              <a:ext uri="{FF2B5EF4-FFF2-40B4-BE49-F238E27FC236}">
                <a16:creationId xmlns:a16="http://schemas.microsoft.com/office/drawing/2014/main" id="{E4CA0B71-C4DF-BD1B-25CC-55C0C38A4B4C}"/>
              </a:ext>
            </a:extLst>
          </p:cNvPr>
          <p:cNvSpPr txBox="1"/>
          <p:nvPr/>
        </p:nvSpPr>
        <p:spPr>
          <a:xfrm>
            <a:off x="551447" y="4221900"/>
            <a:ext cx="3354806" cy="369332"/>
          </a:xfrm>
          <a:prstGeom prst="rect">
            <a:avLst/>
          </a:prstGeom>
          <a:solidFill>
            <a:schemeClr val="bg1"/>
          </a:solidFill>
        </p:spPr>
        <p:txBody>
          <a:bodyPr wrap="square">
            <a:spAutoFit/>
          </a:bodyPr>
          <a:lstStyle/>
          <a:p>
            <a:pPr marL="285750" indent="-285750">
              <a:buFont typeface="Arial" panose="020B0604020202020204" pitchFamily="34" charset="0"/>
              <a:buChar char="•"/>
            </a:pPr>
            <a:r>
              <a:rPr lang="en-US" b="1" dirty="0">
                <a:solidFill>
                  <a:srgbClr val="FF0000"/>
                </a:solidFill>
                <a:latin typeface="Cambria" panose="02040503050406030204" pitchFamily="18" charset="0"/>
                <a:ea typeface="Cambria" panose="02040503050406030204" pitchFamily="18" charset="0"/>
              </a:rPr>
              <a:t>Try With Euler method </a:t>
            </a:r>
          </a:p>
        </p:txBody>
      </p:sp>
    </p:spTree>
    <p:extLst>
      <p:ext uri="{BB962C8B-B14F-4D97-AF65-F5344CB8AC3E}">
        <p14:creationId xmlns:p14="http://schemas.microsoft.com/office/powerpoint/2010/main" val="3671995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 calcmode="lin" valueType="num">
                                      <p:cBhvr additive="base">
                                        <p:cTn id="7"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9">
                                            <p:txEl>
                                              <p:pRg st="4" end="4"/>
                                            </p:txEl>
                                          </p:spTgt>
                                        </p:tgtEl>
                                        <p:attrNameLst>
                                          <p:attrName>style.visibility</p:attrName>
                                        </p:attrNameLst>
                                      </p:cBhvr>
                                      <p:to>
                                        <p:strVal val="visible"/>
                                      </p:to>
                                    </p:set>
                                    <p:anim calcmode="lin" valueType="num">
                                      <p:cBhvr additive="base">
                                        <p:cTn id="17" dur="500" fill="hold"/>
                                        <p:tgtEl>
                                          <p:spTgt spid="19">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19">
                                            <p:txEl>
                                              <p:pRg st="6" end="6"/>
                                            </p:txEl>
                                          </p:spTgt>
                                        </p:tgtEl>
                                        <p:attrNameLst>
                                          <p:attrName>style.visibility</p:attrName>
                                        </p:attrNameLst>
                                      </p:cBhvr>
                                      <p:to>
                                        <p:strVal val="visible"/>
                                      </p:to>
                                    </p:set>
                                    <p:animEffect transition="in" filter="fade">
                                      <p:cBhvr>
                                        <p:cTn id="23" dur="1000"/>
                                        <p:tgtEl>
                                          <p:spTgt spid="19">
                                            <p:txEl>
                                              <p:pRg st="6" end="6"/>
                                            </p:txEl>
                                          </p:spTgt>
                                        </p:tgtEl>
                                      </p:cBhvr>
                                    </p:animEffect>
                                    <p:anim calcmode="lin" valueType="num">
                                      <p:cBhvr>
                                        <p:cTn id="24" dur="1000" fill="hold"/>
                                        <p:tgtEl>
                                          <p:spTgt spid="19">
                                            <p:txEl>
                                              <p:pRg st="6" end="6"/>
                                            </p:txEl>
                                          </p:spTgt>
                                        </p:tgtEl>
                                        <p:attrNameLst>
                                          <p:attrName>ppt_x</p:attrName>
                                        </p:attrNameLst>
                                      </p:cBhvr>
                                      <p:tavLst>
                                        <p:tav tm="0">
                                          <p:val>
                                            <p:strVal val="#ppt_x"/>
                                          </p:val>
                                        </p:tav>
                                        <p:tav tm="100000">
                                          <p:val>
                                            <p:strVal val="#ppt_x"/>
                                          </p:val>
                                        </p:tav>
                                      </p:tavLst>
                                    </p:anim>
                                    <p:anim calcmode="lin" valueType="num">
                                      <p:cBhvr>
                                        <p:cTn id="25" dur="1000" fill="hold"/>
                                        <p:tgtEl>
                                          <p:spTgt spid="19">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1F52086F-5926-4073-55EB-04D733E0C16C}"/>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41126"/>
            <a:ext cx="11938827" cy="461665"/>
          </a:xfrm>
          <a:prstGeom prst="rect">
            <a:avLst/>
          </a:prstGeom>
          <a:solidFill>
            <a:schemeClr val="bg1"/>
          </a:solidFill>
        </p:spPr>
        <p:txBody>
          <a:bodyPr wrap="square">
            <a:spAutoFit/>
          </a:bodyPr>
          <a:lstStyle/>
          <a:p>
            <a:r>
              <a:rPr lang="en-US" sz="2400" b="1" dirty="0">
                <a:solidFill>
                  <a:srgbClr val="FF0000"/>
                </a:solidFill>
                <a:latin typeface="Cambria" panose="02040503050406030204" pitchFamily="18" charset="0"/>
                <a:ea typeface="Cambria" panose="02040503050406030204" pitchFamily="18" charset="0"/>
              </a:rPr>
              <a:t>Elementary Physics Problems :vibrations of a mass hanging from a spring</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C3D86F2-20D7-69BD-7C34-0EFAAADCDE8C}"/>
                  </a:ext>
                </a:extLst>
              </p:cNvPr>
              <p:cNvSpPr txBox="1"/>
              <p:nvPr/>
            </p:nvSpPr>
            <p:spPr>
              <a:xfrm>
                <a:off x="1045620" y="1005015"/>
                <a:ext cx="1626984" cy="555858"/>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solidFill>
                            <a:srgbClr val="836967"/>
                          </a:solidFill>
                          <a:latin typeface="Cambria Math" panose="02040503050406030204" pitchFamily="18" charset="0"/>
                        </a:rPr>
                        <m:t>m</m:t>
                      </m:r>
                      <m:f>
                        <m:fPr>
                          <m:ctrlPr>
                            <a:rPr lang="en-IN" i="1" smtClean="0">
                              <a:solidFill>
                                <a:srgbClr val="836967"/>
                              </a:solidFill>
                              <a:latin typeface="Cambria Math" panose="02040503050406030204" pitchFamily="18" charset="0"/>
                            </a:rPr>
                          </m:ctrlPr>
                        </m:fPr>
                        <m:num>
                          <m:sSup>
                            <m:sSupPr>
                              <m:ctrlPr>
                                <a:rPr lang="en-US" b="0" i="1" smtClean="0">
                                  <a:latin typeface="Cambria Math" panose="02040503050406030204" pitchFamily="18" charset="0"/>
                                </a:rPr>
                              </m:ctrlPr>
                            </m:sSupPr>
                            <m:e>
                              <m:r>
                                <a:rPr lang="en-IN" b="0">
                                  <a:latin typeface="Cambria Math" panose="02040503050406030204" pitchFamily="18" charset="0"/>
                                </a:rPr>
                                <m:t>ⅆ</m:t>
                              </m:r>
                            </m:e>
                            <m:sup>
                              <m:r>
                                <a:rPr lang="en-US" b="0" i="0" smtClean="0">
                                  <a:latin typeface="Cambria Math" panose="02040503050406030204" pitchFamily="18" charset="0"/>
                                </a:rPr>
                                <m:t>2</m:t>
                              </m:r>
                            </m:sup>
                          </m:sSup>
                          <m:r>
                            <a:rPr lang="en-IN" b="1" i="1" smtClean="0">
                              <a:latin typeface="Cambria Math" panose="02040503050406030204" pitchFamily="18" charset="0"/>
                            </a:rPr>
                            <m:t>𝒙</m:t>
                          </m:r>
                        </m:num>
                        <m:den>
                          <m:r>
                            <a:rPr lang="en-IN" b="0" i="0">
                              <a:latin typeface="Cambria Math" panose="02040503050406030204" pitchFamily="18" charset="0"/>
                            </a:rPr>
                            <m:t>ⅆ</m:t>
                          </m:r>
                          <m:sSup>
                            <m:sSupPr>
                              <m:ctrlPr>
                                <a:rPr lang="en-US" b="0" i="1" smtClean="0">
                                  <a:latin typeface="Cambria Math" panose="02040503050406030204" pitchFamily="18" charset="0"/>
                                </a:rPr>
                              </m:ctrlPr>
                            </m:sSupPr>
                            <m:e>
                              <m:r>
                                <a:rPr lang="en-IN" b="0" i="1">
                                  <a:latin typeface="Cambria Math" panose="02040503050406030204" pitchFamily="18" charset="0"/>
                                </a:rPr>
                                <m:t>𝑡</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r>
                        <a:rPr lang="en-US" b="0" i="1" smtClean="0">
                          <a:latin typeface="Cambria Math" panose="02040503050406030204" pitchFamily="18" charset="0"/>
                        </a:rPr>
                        <m:t>𝑘</m:t>
                      </m:r>
                      <m:r>
                        <a:rPr lang="en-IN" b="1" i="1">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𝟎</m:t>
                      </m:r>
                    </m:oMath>
                  </m:oMathPara>
                </a14:m>
                <a:endParaRPr lang="en-IN" b="1" dirty="0"/>
              </a:p>
            </p:txBody>
          </p:sp>
        </mc:Choice>
        <mc:Fallback xmlns="">
          <p:sp>
            <p:nvSpPr>
              <p:cNvPr id="12" name="TextBox 11">
                <a:extLst>
                  <a:ext uri="{FF2B5EF4-FFF2-40B4-BE49-F238E27FC236}">
                    <a16:creationId xmlns:a16="http://schemas.microsoft.com/office/drawing/2014/main" id="{2C3D86F2-20D7-69BD-7C34-0EFAAADCDE8C}"/>
                  </a:ext>
                </a:extLst>
              </p:cNvPr>
              <p:cNvSpPr txBox="1">
                <a:spLocks noRot="1" noChangeAspect="1" noMove="1" noResize="1" noEditPoints="1" noAdjustHandles="1" noChangeArrowheads="1" noChangeShapeType="1" noTextEdit="1"/>
              </p:cNvSpPr>
              <p:nvPr/>
            </p:nvSpPr>
            <p:spPr>
              <a:xfrm>
                <a:off x="1045620" y="1005015"/>
                <a:ext cx="1626984" cy="555858"/>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941DD14-4206-02AC-7CBA-171170F174CB}"/>
                  </a:ext>
                </a:extLst>
              </p:cNvPr>
              <p:cNvSpPr txBox="1"/>
              <p:nvPr/>
            </p:nvSpPr>
            <p:spPr>
              <a:xfrm>
                <a:off x="1114421" y="2238114"/>
                <a:ext cx="744691" cy="526041"/>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IN" i="1" smtClean="0">
                              <a:solidFill>
                                <a:srgbClr val="836967"/>
                              </a:solidFill>
                              <a:latin typeface="Cambria Math" panose="02040503050406030204" pitchFamily="18" charset="0"/>
                            </a:rPr>
                          </m:ctrlPr>
                        </m:fPr>
                        <m:num>
                          <m:r>
                            <a:rPr lang="en-IN" b="0">
                              <a:latin typeface="Cambria Math" panose="02040503050406030204" pitchFamily="18" charset="0"/>
                            </a:rPr>
                            <m:t>ⅆ</m:t>
                          </m:r>
                          <m:r>
                            <a:rPr lang="en-US" b="0" i="1" smtClean="0">
                              <a:latin typeface="Cambria Math" panose="02040503050406030204" pitchFamily="18" charset="0"/>
                            </a:rPr>
                            <m:t>𝑥</m:t>
                          </m:r>
                        </m:num>
                        <m:den>
                          <m:r>
                            <a:rPr lang="en-IN" b="0" i="0">
                              <a:latin typeface="Cambria Math" panose="02040503050406030204" pitchFamily="18" charset="0"/>
                            </a:rPr>
                            <m:t>ⅆ</m:t>
                          </m:r>
                          <m:r>
                            <a:rPr lang="en-IN" b="0" i="1">
                              <a:latin typeface="Cambria Math" panose="02040503050406030204" pitchFamily="18" charset="0"/>
                            </a:rPr>
                            <m:t>𝑡</m:t>
                          </m:r>
                        </m:den>
                      </m:f>
                      <m:r>
                        <a:rPr lang="en-US" b="0" i="1" smtClean="0">
                          <a:latin typeface="Cambria Math" panose="02040503050406030204" pitchFamily="18" charset="0"/>
                        </a:rPr>
                        <m:t>=</m:t>
                      </m:r>
                      <m:r>
                        <a:rPr lang="en-US" b="0" i="1" smtClean="0">
                          <a:latin typeface="Cambria Math" panose="02040503050406030204" pitchFamily="18" charset="0"/>
                        </a:rPr>
                        <m:t>𝑣</m:t>
                      </m:r>
                    </m:oMath>
                  </m:oMathPara>
                </a14:m>
                <a:endParaRPr lang="en-IN" b="1" dirty="0"/>
              </a:p>
            </p:txBody>
          </p:sp>
        </mc:Choice>
        <mc:Fallback xmlns="">
          <p:sp>
            <p:nvSpPr>
              <p:cNvPr id="17" name="TextBox 16">
                <a:extLst>
                  <a:ext uri="{FF2B5EF4-FFF2-40B4-BE49-F238E27FC236}">
                    <a16:creationId xmlns:a16="http://schemas.microsoft.com/office/drawing/2014/main" id="{0941DD14-4206-02AC-7CBA-171170F174CB}"/>
                  </a:ext>
                </a:extLst>
              </p:cNvPr>
              <p:cNvSpPr txBox="1">
                <a:spLocks noRot="1" noChangeAspect="1" noMove="1" noResize="1" noEditPoints="1" noAdjustHandles="1" noChangeArrowheads="1" noChangeShapeType="1" noTextEdit="1"/>
              </p:cNvSpPr>
              <p:nvPr/>
            </p:nvSpPr>
            <p:spPr>
              <a:xfrm>
                <a:off x="1114421" y="2238114"/>
                <a:ext cx="744691" cy="526041"/>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CE6DB7F-F52F-764B-7306-0CF78CD4E86F}"/>
                  </a:ext>
                </a:extLst>
              </p:cNvPr>
              <p:cNvSpPr txBox="1"/>
              <p:nvPr/>
            </p:nvSpPr>
            <p:spPr>
              <a:xfrm>
                <a:off x="2282302" y="2256649"/>
                <a:ext cx="2076722" cy="526041"/>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IN" i="1" smtClean="0">
                              <a:solidFill>
                                <a:srgbClr val="836967"/>
                              </a:solidFill>
                              <a:latin typeface="Cambria Math" panose="02040503050406030204" pitchFamily="18" charset="0"/>
                            </a:rPr>
                          </m:ctrlPr>
                        </m:fPr>
                        <m:num>
                          <m:r>
                            <a:rPr lang="en-IN" b="0">
                              <a:latin typeface="Cambria Math" panose="02040503050406030204" pitchFamily="18" charset="0"/>
                            </a:rPr>
                            <m:t>ⅆ</m:t>
                          </m:r>
                          <m:r>
                            <a:rPr lang="en-US" b="0" i="1" smtClean="0">
                              <a:latin typeface="Cambria Math" panose="02040503050406030204" pitchFamily="18" charset="0"/>
                            </a:rPr>
                            <m:t>𝑣</m:t>
                          </m:r>
                        </m:num>
                        <m:den>
                          <m:r>
                            <a:rPr lang="en-IN" b="0" i="0">
                              <a:latin typeface="Cambria Math" panose="02040503050406030204" pitchFamily="18" charset="0"/>
                            </a:rPr>
                            <m:t>ⅆ</m:t>
                          </m:r>
                          <m:r>
                            <a:rPr lang="en-IN" b="0" i="1">
                              <a:latin typeface="Cambria Math" panose="02040503050406030204" pitchFamily="18" charset="0"/>
                            </a:rPr>
                            <m:t>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𝑘</m:t>
                          </m:r>
                        </m:num>
                        <m:den>
                          <m:r>
                            <a:rPr lang="en-US" b="0" i="1" smtClean="0">
                              <a:latin typeface="Cambria Math" panose="02040503050406030204" pitchFamily="18" charset="0"/>
                            </a:rPr>
                            <m:t>𝑚</m:t>
                          </m:r>
                        </m:den>
                      </m:f>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𝜔</m:t>
                          </m:r>
                        </m:e>
                        <m:sup>
                          <m:r>
                            <a:rPr lang="en-US" b="0" i="1" smtClean="0">
                              <a:latin typeface="Cambria Math" panose="02040503050406030204" pitchFamily="18" charset="0"/>
                            </a:rPr>
                            <m:t>2</m:t>
                          </m:r>
                        </m:sup>
                      </m:sSup>
                      <m:r>
                        <a:rPr lang="en-US" b="0" i="1" smtClean="0">
                          <a:latin typeface="Cambria Math" panose="02040503050406030204" pitchFamily="18" charset="0"/>
                        </a:rPr>
                        <m:t>𝑥</m:t>
                      </m:r>
                    </m:oMath>
                  </m:oMathPara>
                </a14:m>
                <a:endParaRPr lang="en-IN" b="1" dirty="0"/>
              </a:p>
            </p:txBody>
          </p:sp>
        </mc:Choice>
        <mc:Fallback xmlns="">
          <p:sp>
            <p:nvSpPr>
              <p:cNvPr id="18" name="TextBox 17">
                <a:extLst>
                  <a:ext uri="{FF2B5EF4-FFF2-40B4-BE49-F238E27FC236}">
                    <a16:creationId xmlns:a16="http://schemas.microsoft.com/office/drawing/2014/main" id="{5CE6DB7F-F52F-764B-7306-0CF78CD4E86F}"/>
                  </a:ext>
                </a:extLst>
              </p:cNvPr>
              <p:cNvSpPr txBox="1">
                <a:spLocks noRot="1" noChangeAspect="1" noMove="1" noResize="1" noEditPoints="1" noAdjustHandles="1" noChangeArrowheads="1" noChangeShapeType="1" noTextEdit="1"/>
              </p:cNvSpPr>
              <p:nvPr/>
            </p:nvSpPr>
            <p:spPr>
              <a:xfrm>
                <a:off x="2282302" y="2256649"/>
                <a:ext cx="2076722" cy="526041"/>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F77851B-8722-797E-1324-FA61F445A15F}"/>
                  </a:ext>
                </a:extLst>
              </p:cNvPr>
              <p:cNvSpPr txBox="1"/>
              <p:nvPr/>
            </p:nvSpPr>
            <p:spPr>
              <a:xfrm>
                <a:off x="5000816" y="942531"/>
                <a:ext cx="6507443" cy="3416320"/>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As we have to deal with nonlinear ode , we have to understand the vector field.</a:t>
                </a:r>
              </a:p>
              <a:p>
                <a:pPr marL="285750" indent="-285750">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To find the vector field we will detect the </a:t>
                </a:r>
                <a:r>
                  <a:rPr lang="en-US" b="1" dirty="0">
                    <a:latin typeface="Cambria" panose="02040503050406030204" pitchFamily="18" charset="0"/>
                    <a:ea typeface="Cambria" panose="02040503050406030204" pitchFamily="18" charset="0"/>
                  </a:rPr>
                  <a:t>state</a:t>
                </a:r>
                <a:r>
                  <a:rPr lang="en-US" dirty="0">
                    <a:latin typeface="Cambria" panose="02040503050406030204" pitchFamily="18" charset="0"/>
                    <a:ea typeface="Cambria" panose="02040503050406030204" pitchFamily="18" charset="0"/>
                  </a:rPr>
                  <a:t> of the systems in each time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current position and velocity.</a:t>
                </a:r>
              </a:p>
              <a:p>
                <a:pPr marL="285750" indent="-285750">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The systems (left) assign a vector </a:t>
                </a:r>
                <a14:m>
                  <m:oMath xmlns:m="http://schemas.openxmlformats.org/officeDocument/2006/math">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r>
                              <a:rPr lang="en-US" b="0" i="1" smtClean="0">
                                <a:latin typeface="Cambria Math" panose="02040503050406030204" pitchFamily="18" charset="0"/>
                              </a:rPr>
                              <m:t>,</m:t>
                            </m:r>
                          </m:e>
                        </m:acc>
                        <m:acc>
                          <m:accPr>
                            <m:chr m:val="̇"/>
                            <m:ctrlPr>
                              <a:rPr lang="en-US" i="1">
                                <a:latin typeface="Cambria Math" panose="02040503050406030204" pitchFamily="18" charset="0"/>
                              </a:rPr>
                            </m:ctrlPr>
                          </m:accPr>
                          <m:e>
                            <m:r>
                              <a:rPr lang="en-US" b="0" i="1" smtClean="0">
                                <a:latin typeface="Cambria Math" panose="02040503050406030204" pitchFamily="18" charset="0"/>
                              </a:rPr>
                              <m:t>𝑣</m:t>
                            </m:r>
                          </m:e>
                        </m:acc>
                      </m:e>
                    </m:d>
                    <m:r>
                      <a:rPr lang="en-US" b="0" i="0"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𝑣</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𝜔</m:t>
                            </m:r>
                          </m:e>
                          <m:sup>
                            <m:r>
                              <a:rPr lang="en-US" b="0" i="1" smtClean="0">
                                <a:latin typeface="Cambria Math" panose="02040503050406030204" pitchFamily="18" charset="0"/>
                              </a:rPr>
                              <m:t>2</m:t>
                            </m:r>
                          </m:sup>
                        </m:sSup>
                        <m:r>
                          <a:rPr lang="en-US" b="0" i="1" smtClean="0">
                            <a:latin typeface="Cambria Math" panose="02040503050406030204" pitchFamily="18" charset="0"/>
                          </a:rPr>
                          <m:t>𝑥</m:t>
                        </m:r>
                      </m:e>
                    </m:d>
                  </m:oMath>
                </a14:m>
                <a:r>
                  <a:rPr lang="en-US" dirty="0">
                    <a:latin typeface="Cambria" panose="02040503050406030204" pitchFamily="18" charset="0"/>
                    <a:ea typeface="Cambria" panose="02040503050406030204" pitchFamily="18" charset="0"/>
                  </a:rPr>
                  <a:t> at each point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𝑣</m:t>
                        </m:r>
                      </m:e>
                    </m:d>
                    <m:r>
                      <a:rPr lang="en-US" b="0" i="1" smtClean="0">
                        <a:latin typeface="Cambria Math" panose="02040503050406030204" pitchFamily="18" charset="0"/>
                      </a:rPr>
                      <m:t>,</m:t>
                    </m:r>
                  </m:oMath>
                </a14:m>
                <a:r>
                  <a:rPr lang="en-US" dirty="0">
                    <a:latin typeface="Cambria" panose="02040503050406030204" pitchFamily="18" charset="0"/>
                    <a:ea typeface="Cambria" panose="02040503050406030204" pitchFamily="18" charset="0"/>
                  </a:rPr>
                  <a:t> and therefore represents a </a:t>
                </a:r>
                <a:r>
                  <a:rPr lang="en-US" b="1" dirty="0">
                    <a:latin typeface="Cambria" panose="02040503050406030204" pitchFamily="18" charset="0"/>
                    <a:ea typeface="Cambria" panose="02040503050406030204" pitchFamily="18" charset="0"/>
                  </a:rPr>
                  <a:t>vector field </a:t>
                </a:r>
                <a:r>
                  <a:rPr lang="en-US" dirty="0">
                    <a:latin typeface="Cambria" panose="02040503050406030204" pitchFamily="18" charset="0"/>
                    <a:ea typeface="Cambria" panose="02040503050406030204" pitchFamily="18" charset="0"/>
                  </a:rPr>
                  <a:t>on the </a:t>
                </a:r>
                <a:r>
                  <a:rPr lang="en-US" b="1" dirty="0">
                    <a:latin typeface="Cambria" panose="02040503050406030204" pitchFamily="18" charset="0"/>
                    <a:ea typeface="Cambria" panose="02040503050406030204" pitchFamily="18" charset="0"/>
                  </a:rPr>
                  <a:t>phase plane (</a:t>
                </a:r>
                <a14:m>
                  <m:oMath xmlns:m="http://schemas.openxmlformats.org/officeDocument/2006/math">
                    <m:r>
                      <a:rPr lang="en-US" b="1" i="1" smtClean="0">
                        <a:latin typeface="Cambria Math" panose="02040503050406030204" pitchFamily="18" charset="0"/>
                        <a:ea typeface="Cambria" panose="02040503050406030204" pitchFamily="18" charset="0"/>
                      </a:rPr>
                      <m:t>𝒙</m:t>
                    </m:r>
                    <m:r>
                      <a:rPr lang="en-US" b="1" i="1" smtClean="0">
                        <a:latin typeface="Cambria Math" panose="02040503050406030204" pitchFamily="18" charset="0"/>
                        <a:ea typeface="Cambria" panose="02040503050406030204" pitchFamily="18" charset="0"/>
                      </a:rPr>
                      <m:t> </m:t>
                    </m:r>
                    <m:r>
                      <a:rPr lang="en-US" b="1" i="1" smtClean="0">
                        <a:latin typeface="Cambria Math" panose="02040503050406030204" pitchFamily="18" charset="0"/>
                        <a:ea typeface="Cambria" panose="02040503050406030204" pitchFamily="18" charset="0"/>
                      </a:rPr>
                      <m:t>𝒗𝒔</m:t>
                    </m:r>
                    <m:r>
                      <a:rPr lang="en-US" b="1" i="1" smtClean="0">
                        <a:latin typeface="Cambria Math" panose="02040503050406030204" pitchFamily="18" charset="0"/>
                        <a:ea typeface="Cambria" panose="02040503050406030204" pitchFamily="18" charset="0"/>
                      </a:rPr>
                      <m:t> </m:t>
                    </m:r>
                    <m:r>
                      <a:rPr lang="en-US" b="1" i="1" smtClean="0">
                        <a:latin typeface="Cambria Math" panose="02040503050406030204" pitchFamily="18" charset="0"/>
                        <a:ea typeface="Cambria" panose="02040503050406030204" pitchFamily="18" charset="0"/>
                      </a:rPr>
                      <m:t>𝒚</m:t>
                    </m:r>
                  </m:oMath>
                </a14:m>
                <a:r>
                  <a:rPr lang="en-US" b="1" dirty="0">
                    <a:latin typeface="Cambria" panose="02040503050406030204" pitchFamily="18" charset="0"/>
                    <a:ea typeface="Cambria" panose="02040503050406030204" pitchFamily="18" charset="0"/>
                  </a:rPr>
                  <a:t>, here </a:t>
                </a:r>
                <a14:m>
                  <m:oMath xmlns:m="http://schemas.openxmlformats.org/officeDocument/2006/math">
                    <m:r>
                      <a:rPr lang="en-US" b="1" i="1" smtClean="0">
                        <a:latin typeface="Cambria Math" panose="02040503050406030204" pitchFamily="18" charset="0"/>
                        <a:ea typeface="Cambria" panose="02040503050406030204" pitchFamily="18" charset="0"/>
                      </a:rPr>
                      <m:t>𝒙</m:t>
                    </m:r>
                    <m:r>
                      <a:rPr lang="en-US" b="1" i="1" smtClean="0">
                        <a:latin typeface="Cambria Math" panose="02040503050406030204" pitchFamily="18" charset="0"/>
                        <a:ea typeface="Cambria" panose="02040503050406030204" pitchFamily="18" charset="0"/>
                      </a:rPr>
                      <m:t> </m:t>
                    </m:r>
                    <m:r>
                      <a:rPr lang="en-US" b="1" i="1" smtClean="0">
                        <a:latin typeface="Cambria Math" panose="02040503050406030204" pitchFamily="18" charset="0"/>
                        <a:ea typeface="Cambria" panose="02040503050406030204" pitchFamily="18" charset="0"/>
                      </a:rPr>
                      <m:t>𝒗𝒔</m:t>
                    </m:r>
                    <m:r>
                      <a:rPr lang="en-US" b="1" i="1" smtClean="0">
                        <a:latin typeface="Cambria Math" panose="02040503050406030204" pitchFamily="18" charset="0"/>
                        <a:ea typeface="Cambria" panose="02040503050406030204" pitchFamily="18" charset="0"/>
                      </a:rPr>
                      <m:t> </m:t>
                    </m:r>
                    <m:r>
                      <a:rPr lang="en-US" b="1" i="1" smtClean="0">
                        <a:latin typeface="Cambria Math" panose="02040503050406030204" pitchFamily="18" charset="0"/>
                        <a:ea typeface="Cambria" panose="02040503050406030204" pitchFamily="18" charset="0"/>
                      </a:rPr>
                      <m:t>𝒗</m:t>
                    </m:r>
                  </m:oMath>
                </a14:m>
                <a:r>
                  <a:rPr lang="en-US" b="1" dirty="0">
                    <a:latin typeface="Cambria" panose="02040503050406030204" pitchFamily="18" charset="0"/>
                    <a:ea typeface="Cambria" panose="02040503050406030204" pitchFamily="18" charset="0"/>
                  </a:rPr>
                  <a:t>).</a:t>
                </a:r>
              </a:p>
              <a:p>
                <a:pPr marL="285750" indent="-285750">
                  <a:buFont typeface="Arial" panose="020B0604020202020204" pitchFamily="34" charset="0"/>
                  <a:buChar char="•"/>
                </a:pPr>
                <a:endParaRPr lang="en-US" b="1"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b="1" dirty="0">
                    <a:solidFill>
                      <a:srgbClr val="FF0000"/>
                    </a:solidFill>
                    <a:latin typeface="Cambria" panose="02040503050406030204" pitchFamily="18" charset="0"/>
                    <a:ea typeface="Cambria" panose="02040503050406030204" pitchFamily="18" charset="0"/>
                  </a:rPr>
                  <a:t>Plot it</a:t>
                </a:r>
              </a:p>
              <a:p>
                <a:r>
                  <a:rPr lang="en-US" dirty="0">
                    <a:latin typeface="Cambria" panose="02040503050406030204" pitchFamily="18" charset="0"/>
                    <a:ea typeface="Cambria" panose="02040503050406030204" pitchFamily="18" charset="0"/>
                  </a:rPr>
                  <a:t> </a:t>
                </a:r>
                <a:endParaRPr lang="en-IN" dirty="0">
                  <a:latin typeface="Cambria" panose="02040503050406030204" pitchFamily="18" charset="0"/>
                  <a:ea typeface="Cambria" panose="02040503050406030204" pitchFamily="18" charset="0"/>
                </a:endParaRPr>
              </a:p>
            </p:txBody>
          </p:sp>
        </mc:Choice>
        <mc:Fallback xmlns="">
          <p:sp>
            <p:nvSpPr>
              <p:cNvPr id="19" name="TextBox 18">
                <a:extLst>
                  <a:ext uri="{FF2B5EF4-FFF2-40B4-BE49-F238E27FC236}">
                    <a16:creationId xmlns:a16="http://schemas.microsoft.com/office/drawing/2014/main" id="{3F77851B-8722-797E-1324-FA61F445A15F}"/>
                  </a:ext>
                </a:extLst>
              </p:cNvPr>
              <p:cNvSpPr txBox="1">
                <a:spLocks noRot="1" noChangeAspect="1" noMove="1" noResize="1" noEditPoints="1" noAdjustHandles="1" noChangeArrowheads="1" noChangeShapeType="1" noTextEdit="1"/>
              </p:cNvSpPr>
              <p:nvPr/>
            </p:nvSpPr>
            <p:spPr>
              <a:xfrm>
                <a:off x="5000816" y="942531"/>
                <a:ext cx="6507443" cy="3416320"/>
              </a:xfrm>
              <a:prstGeom prst="rect">
                <a:avLst/>
              </a:prstGeom>
              <a:blipFill>
                <a:blip r:embed="rId6"/>
                <a:stretch>
                  <a:fillRect l="-562" t="-125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1BD9619-9035-7A64-D104-42F81070C85E}"/>
                  </a:ext>
                </a:extLst>
              </p:cNvPr>
              <p:cNvSpPr txBox="1"/>
              <p:nvPr/>
            </p:nvSpPr>
            <p:spPr>
              <a:xfrm>
                <a:off x="1318053" y="4574399"/>
                <a:ext cx="9835980" cy="1754326"/>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Start with when you are on the x-axis: </a:t>
                </a:r>
              </a:p>
              <a:p>
                <a:r>
                  <a:rPr lang="en-US" dirty="0">
                    <a:latin typeface="Cambria" panose="02040503050406030204" pitchFamily="18" charset="0"/>
                    <a:ea typeface="Cambria" panose="02040503050406030204" pitchFamily="18" charset="0"/>
                  </a:rPr>
                  <a:t>Then </a:t>
                </a:r>
                <a14:m>
                  <m:oMath xmlns:m="http://schemas.openxmlformats.org/officeDocument/2006/math">
                    <m:r>
                      <a:rPr lang="en-US" b="0" i="1" smtClean="0">
                        <a:latin typeface="Cambria Math" panose="02040503050406030204" pitchFamily="18" charset="0"/>
                      </a:rPr>
                      <m:t>𝑣</m:t>
                    </m:r>
                    <m:r>
                      <a:rPr lang="en-US" b="0" i="1" smtClean="0">
                        <a:latin typeface="Cambria Math" panose="02040503050406030204" pitchFamily="18" charset="0"/>
                      </a:rPr>
                      <m:t>=0,</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𝑥</m:t>
                            </m:r>
                            <m:r>
                              <a:rPr lang="en-US" i="1">
                                <a:latin typeface="Cambria Math" panose="02040503050406030204" pitchFamily="18" charset="0"/>
                              </a:rPr>
                              <m:t>,</m:t>
                            </m:r>
                          </m:e>
                        </m:acc>
                        <m:acc>
                          <m:accPr>
                            <m:chr m:val="̇"/>
                            <m:ctrlPr>
                              <a:rPr lang="en-US" i="1">
                                <a:latin typeface="Cambria Math" panose="02040503050406030204" pitchFamily="18" charset="0"/>
                              </a:rPr>
                            </m:ctrlPr>
                          </m:accPr>
                          <m:e>
                            <m:r>
                              <a:rPr lang="en-US" i="1">
                                <a:latin typeface="Cambria Math" panose="02040503050406030204" pitchFamily="18" charset="0"/>
                              </a:rPr>
                              <m:t>𝑣</m:t>
                            </m:r>
                          </m:e>
                        </m:acc>
                      </m:e>
                    </m:d>
                    <m:r>
                      <a:rPr lang="en-US">
                        <a:latin typeface="Cambria Math" panose="02040503050406030204" pitchFamily="18" charset="0"/>
                      </a:rPr>
                      <m:t>=</m:t>
                    </m:r>
                    <m:d>
                      <m:dPr>
                        <m:ctrlPr>
                          <a:rPr lang="en-US" i="1">
                            <a:latin typeface="Cambria Math" panose="02040503050406030204" pitchFamily="18" charset="0"/>
                          </a:rPr>
                        </m:ctrlPr>
                      </m:dPr>
                      <m:e>
                        <m:r>
                          <a:rPr lang="en-US" b="0" i="1" smtClean="0">
                            <a:latin typeface="Cambria Math" panose="02040503050406030204" pitchFamily="18" charset="0"/>
                          </a:rPr>
                          <m:t>0</m:t>
                        </m:r>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𝜔</m:t>
                            </m:r>
                          </m:e>
                          <m:sup>
                            <m:r>
                              <a:rPr lang="en-US" i="1">
                                <a:latin typeface="Cambria Math" panose="02040503050406030204" pitchFamily="18" charset="0"/>
                              </a:rPr>
                              <m:t>2</m:t>
                            </m:r>
                          </m:sup>
                        </m:sSup>
                        <m:r>
                          <a:rPr lang="en-US" i="1">
                            <a:latin typeface="Cambria Math" panose="02040503050406030204" pitchFamily="18" charset="0"/>
                          </a:rPr>
                          <m:t>𝑥</m:t>
                        </m:r>
                      </m:e>
                    </m:d>
                  </m:oMath>
                </a14:m>
                <a:endParaRPr lang="en-US" dirty="0">
                  <a:latin typeface="Cambria" panose="02040503050406030204" pitchFamily="18" charset="0"/>
                  <a:ea typeface="Cambria" panose="02040503050406030204" pitchFamily="18" charset="0"/>
                </a:endParaRPr>
              </a:p>
              <a:p>
                <a:r>
                  <a:rPr lang="en-IN" dirty="0">
                    <a:latin typeface="Cambria" panose="02040503050406030204" pitchFamily="18" charset="0"/>
                    <a:ea typeface="Cambria" panose="02040503050406030204" pitchFamily="18" charset="0"/>
                  </a:rPr>
                  <a:t>Thus for positive </a:t>
                </a:r>
                <a14:m>
                  <m:oMath xmlns:m="http://schemas.openxmlformats.org/officeDocument/2006/math">
                    <m:r>
                      <a:rPr lang="en-IN" i="1" dirty="0" smtClean="0">
                        <a:latin typeface="Cambria Math" panose="02040503050406030204" pitchFamily="18" charset="0"/>
                      </a:rPr>
                      <m:t>𝑥</m:t>
                    </m:r>
                  </m:oMath>
                </a14:m>
                <a:r>
                  <a:rPr lang="en-IN" dirty="0">
                    <a:latin typeface="Cambria" panose="02040503050406030204" pitchFamily="18" charset="0"/>
                    <a:ea typeface="Cambria" panose="02040503050406030204" pitchFamily="18" charset="0"/>
                  </a:rPr>
                  <a:t> the vectors points vertically downward, opposite effect in the negative </a:t>
                </a:r>
                <a14:m>
                  <m:oMath xmlns:m="http://schemas.openxmlformats.org/officeDocument/2006/math">
                    <m:r>
                      <a:rPr lang="en-US" b="0" i="1" dirty="0" smtClean="0">
                        <a:latin typeface="Cambria Math" panose="02040503050406030204" pitchFamily="18" charset="0"/>
                      </a:rPr>
                      <m:t>𝑥</m:t>
                    </m:r>
                  </m:oMath>
                </a14:m>
                <a:r>
                  <a:rPr lang="en-IN" dirty="0">
                    <a:latin typeface="Cambria" panose="02040503050406030204" pitchFamily="18" charset="0"/>
                    <a:ea typeface="Cambria" panose="02040503050406030204" pitchFamily="18" charset="0"/>
                  </a:rPr>
                  <a:t> axis.</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Now, you are on the </a:t>
                </a:r>
                <a14:m>
                  <m:oMath xmlns:m="http://schemas.openxmlformats.org/officeDocument/2006/math">
                    <m:r>
                      <a:rPr lang="en-US" b="0" i="1" smtClean="0">
                        <a:latin typeface="Cambria Math" panose="02040503050406030204" pitchFamily="18" charset="0"/>
                      </a:rPr>
                      <m:t>𝑣</m:t>
                    </m:r>
                  </m:oMath>
                </a14:m>
                <a:r>
                  <a:rPr lang="en-US" dirty="0">
                    <a:latin typeface="Cambria" panose="02040503050406030204" pitchFamily="18" charset="0"/>
                    <a:ea typeface="Cambria" panose="02040503050406030204" pitchFamily="18" charset="0"/>
                  </a:rPr>
                  <a:t>-axis:</a:t>
                </a:r>
              </a:p>
              <a:p>
                <a:r>
                  <a:rPr lang="en-US" dirty="0">
                    <a:latin typeface="Cambria" panose="02040503050406030204" pitchFamily="18" charset="0"/>
                    <a:ea typeface="Cambria" panose="02040503050406030204" pitchFamily="18" charset="0"/>
                  </a:rPr>
                  <a:t>Then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=0,</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𝑥</m:t>
                            </m:r>
                            <m:r>
                              <a:rPr lang="en-US" i="1">
                                <a:latin typeface="Cambria Math" panose="02040503050406030204" pitchFamily="18" charset="0"/>
                              </a:rPr>
                              <m:t>,</m:t>
                            </m:r>
                          </m:e>
                        </m:acc>
                        <m:acc>
                          <m:accPr>
                            <m:chr m:val="̇"/>
                            <m:ctrlPr>
                              <a:rPr lang="en-US" i="1">
                                <a:latin typeface="Cambria Math" panose="02040503050406030204" pitchFamily="18" charset="0"/>
                              </a:rPr>
                            </m:ctrlPr>
                          </m:accPr>
                          <m:e>
                            <m:r>
                              <a:rPr lang="en-US" i="1">
                                <a:latin typeface="Cambria Math" panose="02040503050406030204" pitchFamily="18" charset="0"/>
                              </a:rPr>
                              <m:t>𝑣</m:t>
                            </m:r>
                          </m:e>
                        </m:acc>
                      </m:e>
                    </m:d>
                    <m:r>
                      <a:rPr lang="en-US">
                        <a:latin typeface="Cambria Math" panose="02040503050406030204" pitchFamily="18" charset="0"/>
                      </a:rPr>
                      <m:t>=</m:t>
                    </m:r>
                    <m:d>
                      <m:dPr>
                        <m:ctrlPr>
                          <a:rPr lang="en-US" i="1">
                            <a:latin typeface="Cambria Math" panose="02040503050406030204" pitchFamily="18" charset="0"/>
                          </a:rPr>
                        </m:ctrlPr>
                      </m:dPr>
                      <m:e>
                        <m:r>
                          <a:rPr lang="en-US" b="0" i="1" smtClean="0">
                            <a:latin typeface="Cambria Math" panose="02040503050406030204" pitchFamily="18" charset="0"/>
                          </a:rPr>
                          <m:t>𝑣</m:t>
                        </m:r>
                        <m:r>
                          <a:rPr lang="en-US" b="0" i="1" smtClean="0">
                            <a:latin typeface="Cambria Math" panose="02040503050406030204" pitchFamily="18" charset="0"/>
                          </a:rPr>
                          <m:t>, 0</m:t>
                        </m:r>
                      </m:e>
                    </m:d>
                  </m:oMath>
                </a14:m>
                <a:endParaRPr lang="en-IN" dirty="0">
                  <a:latin typeface="Cambria" panose="02040503050406030204" pitchFamily="18" charset="0"/>
                  <a:ea typeface="Cambria" panose="02040503050406030204" pitchFamily="18" charset="0"/>
                </a:endParaRPr>
              </a:p>
              <a:p>
                <a:r>
                  <a:rPr lang="en-IN" dirty="0">
                    <a:latin typeface="Cambria" panose="02040503050406030204" pitchFamily="18" charset="0"/>
                    <a:ea typeface="Cambria" panose="02040503050406030204" pitchFamily="18" charset="0"/>
                  </a:rPr>
                  <a:t>Thus for positive </a:t>
                </a:r>
                <a14:m>
                  <m:oMath xmlns:m="http://schemas.openxmlformats.org/officeDocument/2006/math">
                    <m:r>
                      <a:rPr lang="en-IN" i="1" dirty="0" smtClean="0">
                        <a:latin typeface="Cambria Math" panose="02040503050406030204" pitchFamily="18" charset="0"/>
                      </a:rPr>
                      <m:t>𝑣</m:t>
                    </m:r>
                  </m:oMath>
                </a14:m>
                <a:r>
                  <a:rPr lang="en-IN" dirty="0">
                    <a:latin typeface="Cambria" panose="02040503050406030204" pitchFamily="18" charset="0"/>
                    <a:ea typeface="Cambria" panose="02040503050406030204" pitchFamily="18" charset="0"/>
                  </a:rPr>
                  <a:t>, the  vector filed points to the right, and to the left if </a:t>
                </a:r>
                <a14:m>
                  <m:oMath xmlns:m="http://schemas.openxmlformats.org/officeDocument/2006/math">
                    <m:r>
                      <a:rPr lang="en-US" b="0" i="1" smtClean="0">
                        <a:latin typeface="Cambria Math" panose="02040503050406030204" pitchFamily="18" charset="0"/>
                      </a:rPr>
                      <m:t>𝑣</m:t>
                    </m:r>
                    <m:r>
                      <a:rPr lang="en-US" b="0" i="1" smtClean="0">
                        <a:latin typeface="Cambria Math" panose="02040503050406030204" pitchFamily="18" charset="0"/>
                      </a:rPr>
                      <m:t>&lt;0</m:t>
                    </m:r>
                  </m:oMath>
                </a14:m>
                <a:endParaRPr lang="en-IN" dirty="0">
                  <a:latin typeface="Cambria" panose="02040503050406030204" pitchFamily="18" charset="0"/>
                  <a:ea typeface="Cambria" panose="02040503050406030204" pitchFamily="18" charset="0"/>
                </a:endParaRPr>
              </a:p>
            </p:txBody>
          </p:sp>
        </mc:Choice>
        <mc:Fallback xmlns="">
          <p:sp>
            <p:nvSpPr>
              <p:cNvPr id="3" name="TextBox 2">
                <a:extLst>
                  <a:ext uri="{FF2B5EF4-FFF2-40B4-BE49-F238E27FC236}">
                    <a16:creationId xmlns:a16="http://schemas.microsoft.com/office/drawing/2014/main" id="{F1BD9619-9035-7A64-D104-42F81070C85E}"/>
                  </a:ext>
                </a:extLst>
              </p:cNvPr>
              <p:cNvSpPr txBox="1">
                <a:spLocks noRot="1" noChangeAspect="1" noMove="1" noResize="1" noEditPoints="1" noAdjustHandles="1" noChangeArrowheads="1" noChangeShapeType="1" noTextEdit="1"/>
              </p:cNvSpPr>
              <p:nvPr/>
            </p:nvSpPr>
            <p:spPr>
              <a:xfrm>
                <a:off x="1318053" y="4574399"/>
                <a:ext cx="9835980" cy="1754326"/>
              </a:xfrm>
              <a:prstGeom prst="rect">
                <a:avLst/>
              </a:prstGeom>
              <a:blipFill>
                <a:blip r:embed="rId7"/>
                <a:stretch>
                  <a:fillRect l="-496" t="-2083" b="-4167"/>
                </a:stretch>
              </a:blipFill>
            </p:spPr>
            <p:txBody>
              <a:bodyPr/>
              <a:lstStyle/>
              <a:p>
                <a:r>
                  <a:rPr lang="en-IN">
                    <a:noFill/>
                  </a:rPr>
                  <a:t> </a:t>
                </a:r>
              </a:p>
            </p:txBody>
          </p:sp>
        </mc:Fallback>
      </mc:AlternateContent>
      <p:pic>
        <p:nvPicPr>
          <p:cNvPr id="4" name="Picture 3">
            <a:extLst>
              <a:ext uri="{FF2B5EF4-FFF2-40B4-BE49-F238E27FC236}">
                <a16:creationId xmlns:a16="http://schemas.microsoft.com/office/drawing/2014/main" id="{74DB52BC-A0AD-0C0A-4354-1306DCE6CBE7}"/>
              </a:ext>
            </a:extLst>
          </p:cNvPr>
          <p:cNvPicPr>
            <a:picLocks noChangeAspect="1"/>
          </p:cNvPicPr>
          <p:nvPr/>
        </p:nvPicPr>
        <p:blipFill>
          <a:blip r:embed="rId8"/>
          <a:stretch>
            <a:fillRect/>
          </a:stretch>
        </p:blipFill>
        <p:spPr>
          <a:xfrm>
            <a:off x="7689843" y="3732569"/>
            <a:ext cx="4111960" cy="2980267"/>
          </a:xfrm>
          <a:prstGeom prst="rect">
            <a:avLst/>
          </a:prstGeom>
        </p:spPr>
      </p:pic>
    </p:spTree>
    <p:extLst>
      <p:ext uri="{BB962C8B-B14F-4D97-AF65-F5344CB8AC3E}">
        <p14:creationId xmlns:p14="http://schemas.microsoft.com/office/powerpoint/2010/main" val="4203961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barn(inVertical)">
                                      <p:cBhvr>
                                        <p:cTn id="24" dur="500"/>
                                        <p:tgtEl>
                                          <p:spTgt spid="3">
                                            <p:txEl>
                                              <p:pRg st="3" end="3"/>
                                            </p:txEl>
                                          </p:spTgt>
                                        </p:tgtEl>
                                      </p:cBhvr>
                                    </p:animEffect>
                                  </p:childTnLst>
                                </p:cTn>
                              </p:par>
                              <p:par>
                                <p:cTn id="25" presetID="16" presetClass="entr" presetSubtype="21"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par>
                                <p:cTn id="28" presetID="16" presetClass="entr" presetSubtype="21" fill="hold"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barn(inVertical)">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1F52086F-5926-4073-55EB-04D733E0C16C}"/>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41126"/>
            <a:ext cx="11938827" cy="461665"/>
          </a:xfrm>
          <a:prstGeom prst="rect">
            <a:avLst/>
          </a:prstGeom>
          <a:solidFill>
            <a:schemeClr val="bg1"/>
          </a:solidFill>
        </p:spPr>
        <p:txBody>
          <a:bodyPr wrap="square">
            <a:spAutoFit/>
          </a:bodyPr>
          <a:lstStyle/>
          <a:p>
            <a:r>
              <a:rPr lang="en-US" sz="2400" b="1" dirty="0">
                <a:solidFill>
                  <a:srgbClr val="FF0000"/>
                </a:solidFill>
                <a:latin typeface="Cambria" panose="02040503050406030204" pitchFamily="18" charset="0"/>
                <a:ea typeface="Cambria" panose="02040503050406030204" pitchFamily="18" charset="0"/>
              </a:rPr>
              <a:t>Elementary Physics Problems :vibrations of a spring hanging from a spring</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C3D86F2-20D7-69BD-7C34-0EFAAADCDE8C}"/>
                  </a:ext>
                </a:extLst>
              </p:cNvPr>
              <p:cNvSpPr txBox="1"/>
              <p:nvPr/>
            </p:nvSpPr>
            <p:spPr>
              <a:xfrm>
                <a:off x="1045620" y="1005015"/>
                <a:ext cx="1626984" cy="555858"/>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solidFill>
                            <a:srgbClr val="836967"/>
                          </a:solidFill>
                          <a:latin typeface="Cambria Math" panose="02040503050406030204" pitchFamily="18" charset="0"/>
                        </a:rPr>
                        <m:t>m</m:t>
                      </m:r>
                      <m:f>
                        <m:fPr>
                          <m:ctrlPr>
                            <a:rPr lang="en-IN" i="1" smtClean="0">
                              <a:solidFill>
                                <a:srgbClr val="836967"/>
                              </a:solidFill>
                              <a:latin typeface="Cambria Math" panose="02040503050406030204" pitchFamily="18" charset="0"/>
                            </a:rPr>
                          </m:ctrlPr>
                        </m:fPr>
                        <m:num>
                          <m:sSup>
                            <m:sSupPr>
                              <m:ctrlPr>
                                <a:rPr lang="en-US" b="0" i="1" smtClean="0">
                                  <a:latin typeface="Cambria Math" panose="02040503050406030204" pitchFamily="18" charset="0"/>
                                </a:rPr>
                              </m:ctrlPr>
                            </m:sSupPr>
                            <m:e>
                              <m:r>
                                <a:rPr lang="en-IN" b="0">
                                  <a:latin typeface="Cambria Math" panose="02040503050406030204" pitchFamily="18" charset="0"/>
                                </a:rPr>
                                <m:t>ⅆ</m:t>
                              </m:r>
                            </m:e>
                            <m:sup>
                              <m:r>
                                <a:rPr lang="en-US" b="0" i="0" smtClean="0">
                                  <a:latin typeface="Cambria Math" panose="02040503050406030204" pitchFamily="18" charset="0"/>
                                </a:rPr>
                                <m:t>2</m:t>
                              </m:r>
                            </m:sup>
                          </m:sSup>
                          <m:r>
                            <a:rPr lang="en-IN" b="1" i="1" smtClean="0">
                              <a:latin typeface="Cambria Math" panose="02040503050406030204" pitchFamily="18" charset="0"/>
                            </a:rPr>
                            <m:t>𝒙</m:t>
                          </m:r>
                        </m:num>
                        <m:den>
                          <m:r>
                            <a:rPr lang="en-IN" b="0" i="0">
                              <a:latin typeface="Cambria Math" panose="02040503050406030204" pitchFamily="18" charset="0"/>
                            </a:rPr>
                            <m:t>ⅆ</m:t>
                          </m:r>
                          <m:sSup>
                            <m:sSupPr>
                              <m:ctrlPr>
                                <a:rPr lang="en-US" b="0" i="1" smtClean="0">
                                  <a:latin typeface="Cambria Math" panose="02040503050406030204" pitchFamily="18" charset="0"/>
                                </a:rPr>
                              </m:ctrlPr>
                            </m:sSupPr>
                            <m:e>
                              <m:r>
                                <a:rPr lang="en-IN" b="0" i="1">
                                  <a:latin typeface="Cambria Math" panose="02040503050406030204" pitchFamily="18" charset="0"/>
                                </a:rPr>
                                <m:t>𝑡</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r>
                        <a:rPr lang="en-US" b="0" i="1" smtClean="0">
                          <a:latin typeface="Cambria Math" panose="02040503050406030204" pitchFamily="18" charset="0"/>
                        </a:rPr>
                        <m:t>𝑘</m:t>
                      </m:r>
                      <m:r>
                        <a:rPr lang="en-IN" b="1" i="1">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𝟎</m:t>
                      </m:r>
                    </m:oMath>
                  </m:oMathPara>
                </a14:m>
                <a:endParaRPr lang="en-IN" b="1" dirty="0"/>
              </a:p>
            </p:txBody>
          </p:sp>
        </mc:Choice>
        <mc:Fallback xmlns="">
          <p:sp>
            <p:nvSpPr>
              <p:cNvPr id="12" name="TextBox 11">
                <a:extLst>
                  <a:ext uri="{FF2B5EF4-FFF2-40B4-BE49-F238E27FC236}">
                    <a16:creationId xmlns:a16="http://schemas.microsoft.com/office/drawing/2014/main" id="{2C3D86F2-20D7-69BD-7C34-0EFAAADCDE8C}"/>
                  </a:ext>
                </a:extLst>
              </p:cNvPr>
              <p:cNvSpPr txBox="1">
                <a:spLocks noRot="1" noChangeAspect="1" noMove="1" noResize="1" noEditPoints="1" noAdjustHandles="1" noChangeArrowheads="1" noChangeShapeType="1" noTextEdit="1"/>
              </p:cNvSpPr>
              <p:nvPr/>
            </p:nvSpPr>
            <p:spPr>
              <a:xfrm>
                <a:off x="1045620" y="1005015"/>
                <a:ext cx="1626984" cy="555858"/>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941DD14-4206-02AC-7CBA-171170F174CB}"/>
                  </a:ext>
                </a:extLst>
              </p:cNvPr>
              <p:cNvSpPr txBox="1"/>
              <p:nvPr/>
            </p:nvSpPr>
            <p:spPr>
              <a:xfrm>
                <a:off x="1114421" y="2238114"/>
                <a:ext cx="744691" cy="526041"/>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IN" i="1" smtClean="0">
                              <a:solidFill>
                                <a:srgbClr val="836967"/>
                              </a:solidFill>
                              <a:latin typeface="Cambria Math" panose="02040503050406030204" pitchFamily="18" charset="0"/>
                            </a:rPr>
                          </m:ctrlPr>
                        </m:fPr>
                        <m:num>
                          <m:r>
                            <a:rPr lang="en-IN" b="0">
                              <a:latin typeface="Cambria Math" panose="02040503050406030204" pitchFamily="18" charset="0"/>
                            </a:rPr>
                            <m:t>ⅆ</m:t>
                          </m:r>
                          <m:r>
                            <a:rPr lang="en-US" b="0" i="1" smtClean="0">
                              <a:latin typeface="Cambria Math" panose="02040503050406030204" pitchFamily="18" charset="0"/>
                            </a:rPr>
                            <m:t>𝑥</m:t>
                          </m:r>
                        </m:num>
                        <m:den>
                          <m:r>
                            <a:rPr lang="en-IN" b="0" i="0">
                              <a:latin typeface="Cambria Math" panose="02040503050406030204" pitchFamily="18" charset="0"/>
                            </a:rPr>
                            <m:t>ⅆ</m:t>
                          </m:r>
                          <m:r>
                            <a:rPr lang="en-IN" b="0" i="1">
                              <a:latin typeface="Cambria Math" panose="02040503050406030204" pitchFamily="18" charset="0"/>
                            </a:rPr>
                            <m:t>𝑡</m:t>
                          </m:r>
                        </m:den>
                      </m:f>
                      <m:r>
                        <a:rPr lang="en-US" b="0" i="1" smtClean="0">
                          <a:latin typeface="Cambria Math" panose="02040503050406030204" pitchFamily="18" charset="0"/>
                        </a:rPr>
                        <m:t>=</m:t>
                      </m:r>
                      <m:r>
                        <a:rPr lang="en-US" b="0" i="1" smtClean="0">
                          <a:latin typeface="Cambria Math" panose="02040503050406030204" pitchFamily="18" charset="0"/>
                        </a:rPr>
                        <m:t>𝑣</m:t>
                      </m:r>
                    </m:oMath>
                  </m:oMathPara>
                </a14:m>
                <a:endParaRPr lang="en-IN" b="1" dirty="0"/>
              </a:p>
            </p:txBody>
          </p:sp>
        </mc:Choice>
        <mc:Fallback xmlns="">
          <p:sp>
            <p:nvSpPr>
              <p:cNvPr id="17" name="TextBox 16">
                <a:extLst>
                  <a:ext uri="{FF2B5EF4-FFF2-40B4-BE49-F238E27FC236}">
                    <a16:creationId xmlns:a16="http://schemas.microsoft.com/office/drawing/2014/main" id="{0941DD14-4206-02AC-7CBA-171170F174CB}"/>
                  </a:ext>
                </a:extLst>
              </p:cNvPr>
              <p:cNvSpPr txBox="1">
                <a:spLocks noRot="1" noChangeAspect="1" noMove="1" noResize="1" noEditPoints="1" noAdjustHandles="1" noChangeArrowheads="1" noChangeShapeType="1" noTextEdit="1"/>
              </p:cNvSpPr>
              <p:nvPr/>
            </p:nvSpPr>
            <p:spPr>
              <a:xfrm>
                <a:off x="1114421" y="2238114"/>
                <a:ext cx="744691" cy="526041"/>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CE6DB7F-F52F-764B-7306-0CF78CD4E86F}"/>
                  </a:ext>
                </a:extLst>
              </p:cNvPr>
              <p:cNvSpPr txBox="1"/>
              <p:nvPr/>
            </p:nvSpPr>
            <p:spPr>
              <a:xfrm>
                <a:off x="1114421" y="2899200"/>
                <a:ext cx="2076722" cy="526041"/>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IN" i="1" smtClean="0">
                              <a:solidFill>
                                <a:srgbClr val="836967"/>
                              </a:solidFill>
                              <a:latin typeface="Cambria Math" panose="02040503050406030204" pitchFamily="18" charset="0"/>
                            </a:rPr>
                          </m:ctrlPr>
                        </m:fPr>
                        <m:num>
                          <m:r>
                            <a:rPr lang="en-IN" b="0">
                              <a:latin typeface="Cambria Math" panose="02040503050406030204" pitchFamily="18" charset="0"/>
                            </a:rPr>
                            <m:t>ⅆ</m:t>
                          </m:r>
                          <m:r>
                            <a:rPr lang="en-US" b="0" i="1" smtClean="0">
                              <a:latin typeface="Cambria Math" panose="02040503050406030204" pitchFamily="18" charset="0"/>
                            </a:rPr>
                            <m:t>𝑣</m:t>
                          </m:r>
                        </m:num>
                        <m:den>
                          <m:r>
                            <a:rPr lang="en-IN" b="0" i="0">
                              <a:latin typeface="Cambria Math" panose="02040503050406030204" pitchFamily="18" charset="0"/>
                            </a:rPr>
                            <m:t>ⅆ</m:t>
                          </m:r>
                          <m:r>
                            <a:rPr lang="en-IN" b="0" i="1">
                              <a:latin typeface="Cambria Math" panose="02040503050406030204" pitchFamily="18" charset="0"/>
                            </a:rPr>
                            <m:t>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𝑘</m:t>
                          </m:r>
                        </m:num>
                        <m:den>
                          <m:r>
                            <a:rPr lang="en-US" b="0" i="1" smtClean="0">
                              <a:latin typeface="Cambria Math" panose="02040503050406030204" pitchFamily="18" charset="0"/>
                            </a:rPr>
                            <m:t>𝑚</m:t>
                          </m:r>
                        </m:den>
                      </m:f>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𝜔</m:t>
                          </m:r>
                        </m:e>
                        <m:sup>
                          <m:r>
                            <a:rPr lang="en-US" b="0" i="1" smtClean="0">
                              <a:latin typeface="Cambria Math" panose="02040503050406030204" pitchFamily="18" charset="0"/>
                            </a:rPr>
                            <m:t>2</m:t>
                          </m:r>
                        </m:sup>
                      </m:sSup>
                      <m:r>
                        <a:rPr lang="en-US" b="0" i="1" smtClean="0">
                          <a:latin typeface="Cambria Math" panose="02040503050406030204" pitchFamily="18" charset="0"/>
                        </a:rPr>
                        <m:t>𝑥</m:t>
                      </m:r>
                    </m:oMath>
                  </m:oMathPara>
                </a14:m>
                <a:endParaRPr lang="en-IN" b="1" dirty="0"/>
              </a:p>
            </p:txBody>
          </p:sp>
        </mc:Choice>
        <mc:Fallback xmlns="">
          <p:sp>
            <p:nvSpPr>
              <p:cNvPr id="18" name="TextBox 17">
                <a:extLst>
                  <a:ext uri="{FF2B5EF4-FFF2-40B4-BE49-F238E27FC236}">
                    <a16:creationId xmlns:a16="http://schemas.microsoft.com/office/drawing/2014/main" id="{5CE6DB7F-F52F-764B-7306-0CF78CD4E86F}"/>
                  </a:ext>
                </a:extLst>
              </p:cNvPr>
              <p:cNvSpPr txBox="1">
                <a:spLocks noRot="1" noChangeAspect="1" noMove="1" noResize="1" noEditPoints="1" noAdjustHandles="1" noChangeArrowheads="1" noChangeShapeType="1" noTextEdit="1"/>
              </p:cNvSpPr>
              <p:nvPr/>
            </p:nvSpPr>
            <p:spPr>
              <a:xfrm>
                <a:off x="1114421" y="2899200"/>
                <a:ext cx="2076722" cy="526041"/>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38DB15F-6022-2983-C313-9EA67B2941DF}"/>
                  </a:ext>
                </a:extLst>
              </p:cNvPr>
              <p:cNvSpPr txBox="1"/>
              <p:nvPr/>
            </p:nvSpPr>
            <p:spPr>
              <a:xfrm>
                <a:off x="3613245" y="1005015"/>
                <a:ext cx="8482101" cy="2031325"/>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Start with when you are on the x-axis: </a:t>
                </a:r>
              </a:p>
              <a:p>
                <a:r>
                  <a:rPr lang="en-US" dirty="0">
                    <a:latin typeface="Cambria" panose="02040503050406030204" pitchFamily="18" charset="0"/>
                    <a:ea typeface="Cambria" panose="02040503050406030204" pitchFamily="18" charset="0"/>
                  </a:rPr>
                  <a:t>Then </a:t>
                </a:r>
                <a14:m>
                  <m:oMath xmlns:m="http://schemas.openxmlformats.org/officeDocument/2006/math">
                    <m:r>
                      <a:rPr lang="en-US" b="0" i="1" smtClean="0">
                        <a:latin typeface="Cambria Math" panose="02040503050406030204" pitchFamily="18" charset="0"/>
                      </a:rPr>
                      <m:t>𝑣</m:t>
                    </m:r>
                    <m:r>
                      <a:rPr lang="en-US" b="0" i="1" smtClean="0">
                        <a:latin typeface="Cambria Math" panose="02040503050406030204" pitchFamily="18" charset="0"/>
                      </a:rPr>
                      <m:t>=0,</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𝑥</m:t>
                            </m:r>
                            <m:r>
                              <a:rPr lang="en-US" i="1">
                                <a:latin typeface="Cambria Math" panose="02040503050406030204" pitchFamily="18" charset="0"/>
                              </a:rPr>
                              <m:t>,</m:t>
                            </m:r>
                          </m:e>
                        </m:acc>
                        <m:acc>
                          <m:accPr>
                            <m:chr m:val="̇"/>
                            <m:ctrlPr>
                              <a:rPr lang="en-US" i="1">
                                <a:latin typeface="Cambria Math" panose="02040503050406030204" pitchFamily="18" charset="0"/>
                              </a:rPr>
                            </m:ctrlPr>
                          </m:accPr>
                          <m:e>
                            <m:r>
                              <a:rPr lang="en-US" i="1">
                                <a:latin typeface="Cambria Math" panose="02040503050406030204" pitchFamily="18" charset="0"/>
                              </a:rPr>
                              <m:t>𝑣</m:t>
                            </m:r>
                          </m:e>
                        </m:acc>
                      </m:e>
                    </m:d>
                    <m:r>
                      <a:rPr lang="en-US">
                        <a:latin typeface="Cambria Math" panose="02040503050406030204" pitchFamily="18" charset="0"/>
                      </a:rPr>
                      <m:t>=</m:t>
                    </m:r>
                    <m:d>
                      <m:dPr>
                        <m:ctrlPr>
                          <a:rPr lang="en-US" i="1">
                            <a:latin typeface="Cambria Math" panose="02040503050406030204" pitchFamily="18" charset="0"/>
                          </a:rPr>
                        </m:ctrlPr>
                      </m:dPr>
                      <m:e>
                        <m:r>
                          <a:rPr lang="en-US" b="0" i="1" smtClean="0">
                            <a:latin typeface="Cambria Math" panose="02040503050406030204" pitchFamily="18" charset="0"/>
                          </a:rPr>
                          <m:t>0</m:t>
                        </m:r>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𝜔</m:t>
                            </m:r>
                          </m:e>
                          <m:sup>
                            <m:r>
                              <a:rPr lang="en-US" i="1">
                                <a:latin typeface="Cambria Math" panose="02040503050406030204" pitchFamily="18" charset="0"/>
                              </a:rPr>
                              <m:t>2</m:t>
                            </m:r>
                          </m:sup>
                        </m:sSup>
                        <m:r>
                          <a:rPr lang="en-US" i="1">
                            <a:latin typeface="Cambria Math" panose="02040503050406030204" pitchFamily="18" charset="0"/>
                          </a:rPr>
                          <m:t>𝑥</m:t>
                        </m:r>
                      </m:e>
                    </m:d>
                  </m:oMath>
                </a14:m>
                <a:endParaRPr lang="en-US" dirty="0">
                  <a:latin typeface="Cambria" panose="02040503050406030204" pitchFamily="18" charset="0"/>
                  <a:ea typeface="Cambria" panose="02040503050406030204" pitchFamily="18" charset="0"/>
                </a:endParaRPr>
              </a:p>
              <a:p>
                <a:r>
                  <a:rPr lang="en-IN" dirty="0">
                    <a:latin typeface="Cambria" panose="02040503050406030204" pitchFamily="18" charset="0"/>
                    <a:ea typeface="Cambria" panose="02040503050406030204" pitchFamily="18" charset="0"/>
                  </a:rPr>
                  <a:t>Thus for positive </a:t>
                </a:r>
                <a14:m>
                  <m:oMath xmlns:m="http://schemas.openxmlformats.org/officeDocument/2006/math">
                    <m:r>
                      <a:rPr lang="en-IN" i="1" dirty="0" smtClean="0">
                        <a:latin typeface="Cambria Math" panose="02040503050406030204" pitchFamily="18" charset="0"/>
                      </a:rPr>
                      <m:t>𝑥</m:t>
                    </m:r>
                  </m:oMath>
                </a14:m>
                <a:r>
                  <a:rPr lang="en-IN" dirty="0">
                    <a:latin typeface="Cambria" panose="02040503050406030204" pitchFamily="18" charset="0"/>
                    <a:ea typeface="Cambria" panose="02040503050406030204" pitchFamily="18" charset="0"/>
                  </a:rPr>
                  <a:t> the vectors points vertically downward, opposite effect in the negative </a:t>
                </a:r>
                <a14:m>
                  <m:oMath xmlns:m="http://schemas.openxmlformats.org/officeDocument/2006/math">
                    <m:r>
                      <a:rPr lang="en-US" b="0" i="1" dirty="0" smtClean="0">
                        <a:latin typeface="Cambria Math" panose="02040503050406030204" pitchFamily="18" charset="0"/>
                      </a:rPr>
                      <m:t>𝑥</m:t>
                    </m:r>
                  </m:oMath>
                </a14:m>
                <a:r>
                  <a:rPr lang="en-IN" dirty="0">
                    <a:latin typeface="Cambria" panose="02040503050406030204" pitchFamily="18" charset="0"/>
                    <a:ea typeface="Cambria" panose="02040503050406030204" pitchFamily="18" charset="0"/>
                  </a:rPr>
                  <a:t> axis.</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Now, you are on the </a:t>
                </a:r>
                <a14:m>
                  <m:oMath xmlns:m="http://schemas.openxmlformats.org/officeDocument/2006/math">
                    <m:r>
                      <a:rPr lang="en-US" b="0" i="1" smtClean="0">
                        <a:latin typeface="Cambria Math" panose="02040503050406030204" pitchFamily="18" charset="0"/>
                      </a:rPr>
                      <m:t>𝑣</m:t>
                    </m:r>
                  </m:oMath>
                </a14:m>
                <a:r>
                  <a:rPr lang="en-US" dirty="0">
                    <a:latin typeface="Cambria" panose="02040503050406030204" pitchFamily="18" charset="0"/>
                    <a:ea typeface="Cambria" panose="02040503050406030204" pitchFamily="18" charset="0"/>
                  </a:rPr>
                  <a:t>-axis: </a:t>
                </a:r>
              </a:p>
              <a:p>
                <a:r>
                  <a:rPr lang="en-US" dirty="0">
                    <a:latin typeface="Cambria" panose="02040503050406030204" pitchFamily="18" charset="0"/>
                    <a:ea typeface="Cambria" panose="02040503050406030204" pitchFamily="18" charset="0"/>
                  </a:rPr>
                  <a:t>Then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=0,</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𝑥</m:t>
                            </m:r>
                            <m:r>
                              <a:rPr lang="en-US" i="1">
                                <a:latin typeface="Cambria Math" panose="02040503050406030204" pitchFamily="18" charset="0"/>
                              </a:rPr>
                              <m:t>,</m:t>
                            </m:r>
                          </m:e>
                        </m:acc>
                        <m:acc>
                          <m:accPr>
                            <m:chr m:val="̇"/>
                            <m:ctrlPr>
                              <a:rPr lang="en-US" i="1">
                                <a:latin typeface="Cambria Math" panose="02040503050406030204" pitchFamily="18" charset="0"/>
                              </a:rPr>
                            </m:ctrlPr>
                          </m:accPr>
                          <m:e>
                            <m:r>
                              <a:rPr lang="en-US" i="1">
                                <a:latin typeface="Cambria Math" panose="02040503050406030204" pitchFamily="18" charset="0"/>
                              </a:rPr>
                              <m:t>𝑣</m:t>
                            </m:r>
                          </m:e>
                        </m:acc>
                      </m:e>
                    </m:d>
                    <m:r>
                      <a:rPr lang="en-US">
                        <a:latin typeface="Cambria Math" panose="02040503050406030204" pitchFamily="18" charset="0"/>
                      </a:rPr>
                      <m:t>=</m:t>
                    </m:r>
                    <m:d>
                      <m:dPr>
                        <m:ctrlPr>
                          <a:rPr lang="en-US" i="1">
                            <a:latin typeface="Cambria Math" panose="02040503050406030204" pitchFamily="18" charset="0"/>
                          </a:rPr>
                        </m:ctrlPr>
                      </m:dPr>
                      <m:e>
                        <m:r>
                          <a:rPr lang="en-US" b="0" i="1" smtClean="0">
                            <a:latin typeface="Cambria Math" panose="02040503050406030204" pitchFamily="18" charset="0"/>
                          </a:rPr>
                          <m:t>𝑣</m:t>
                        </m:r>
                        <m:r>
                          <a:rPr lang="en-US" b="0" i="1" smtClean="0">
                            <a:latin typeface="Cambria Math" panose="02040503050406030204" pitchFamily="18" charset="0"/>
                          </a:rPr>
                          <m:t>, 0</m:t>
                        </m:r>
                      </m:e>
                    </m:d>
                  </m:oMath>
                </a14:m>
                <a:endParaRPr lang="en-IN" dirty="0">
                  <a:latin typeface="Cambria" panose="02040503050406030204" pitchFamily="18" charset="0"/>
                  <a:ea typeface="Cambria" panose="02040503050406030204" pitchFamily="18" charset="0"/>
                </a:endParaRPr>
              </a:p>
              <a:p>
                <a:r>
                  <a:rPr lang="en-IN" dirty="0">
                    <a:latin typeface="Cambria" panose="02040503050406030204" pitchFamily="18" charset="0"/>
                    <a:ea typeface="Cambria" panose="02040503050406030204" pitchFamily="18" charset="0"/>
                  </a:rPr>
                  <a:t>Thus for positive </a:t>
                </a:r>
                <a14:m>
                  <m:oMath xmlns:m="http://schemas.openxmlformats.org/officeDocument/2006/math">
                    <m:r>
                      <a:rPr lang="en-IN" i="1" dirty="0" smtClean="0">
                        <a:latin typeface="Cambria Math" panose="02040503050406030204" pitchFamily="18" charset="0"/>
                      </a:rPr>
                      <m:t>𝑣</m:t>
                    </m:r>
                  </m:oMath>
                </a14:m>
                <a:r>
                  <a:rPr lang="en-IN" dirty="0">
                    <a:latin typeface="Cambria" panose="02040503050406030204" pitchFamily="18" charset="0"/>
                    <a:ea typeface="Cambria" panose="02040503050406030204" pitchFamily="18" charset="0"/>
                  </a:rPr>
                  <a:t>, the  vector filed points to the right, and to the left if </a:t>
                </a:r>
                <a14:m>
                  <m:oMath xmlns:m="http://schemas.openxmlformats.org/officeDocument/2006/math">
                    <m:r>
                      <a:rPr lang="en-US" b="0" i="1" smtClean="0">
                        <a:latin typeface="Cambria Math" panose="02040503050406030204" pitchFamily="18" charset="0"/>
                      </a:rPr>
                      <m:t>𝑣</m:t>
                    </m:r>
                    <m:r>
                      <a:rPr lang="en-US" b="0" i="1" smtClean="0">
                        <a:latin typeface="Cambria Math" panose="02040503050406030204" pitchFamily="18" charset="0"/>
                      </a:rPr>
                      <m:t>&lt;0</m:t>
                    </m:r>
                  </m:oMath>
                </a14:m>
                <a:endParaRPr lang="en-IN" dirty="0">
                  <a:latin typeface="Cambria" panose="02040503050406030204" pitchFamily="18" charset="0"/>
                  <a:ea typeface="Cambria" panose="02040503050406030204" pitchFamily="18" charset="0"/>
                </a:endParaRPr>
              </a:p>
            </p:txBody>
          </p:sp>
        </mc:Choice>
        <mc:Fallback xmlns="">
          <p:sp>
            <p:nvSpPr>
              <p:cNvPr id="3" name="TextBox 2">
                <a:extLst>
                  <a:ext uri="{FF2B5EF4-FFF2-40B4-BE49-F238E27FC236}">
                    <a16:creationId xmlns:a16="http://schemas.microsoft.com/office/drawing/2014/main" id="{838DB15F-6022-2983-C313-9EA67B2941DF}"/>
                  </a:ext>
                </a:extLst>
              </p:cNvPr>
              <p:cNvSpPr txBox="1">
                <a:spLocks noRot="1" noChangeAspect="1" noMove="1" noResize="1" noEditPoints="1" noAdjustHandles="1" noChangeArrowheads="1" noChangeShapeType="1" noTextEdit="1"/>
              </p:cNvSpPr>
              <p:nvPr/>
            </p:nvSpPr>
            <p:spPr>
              <a:xfrm>
                <a:off x="3613245" y="1005015"/>
                <a:ext cx="8482101" cy="2031325"/>
              </a:xfrm>
              <a:prstGeom prst="rect">
                <a:avLst/>
              </a:prstGeom>
              <a:blipFill>
                <a:blip r:embed="rId6"/>
                <a:stretch>
                  <a:fillRect l="-647" t="-2102" b="-36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FE51AD9-A3D9-253A-1B86-5EF4D52F1C8E}"/>
                  </a:ext>
                </a:extLst>
              </p:cNvPr>
              <p:cNvSpPr txBox="1"/>
              <p:nvPr/>
            </p:nvSpPr>
            <p:spPr>
              <a:xfrm>
                <a:off x="1859112" y="3880370"/>
                <a:ext cx="9772715" cy="923330"/>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The imaginary flow swirls about the origin.</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The origin is like an eye of hurricane, if someone starts there will remain there: FP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0,0</m:t>
                        </m:r>
                      </m:e>
                    </m:d>
                  </m:oMath>
                </a14:m>
                <a:endParaRPr lang="en-US" b="0"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  </a:t>
                </a:r>
                <a:r>
                  <a:rPr lang="en-US" dirty="0">
                    <a:solidFill>
                      <a:srgbClr val="FF0000"/>
                    </a:solidFill>
                    <a:latin typeface="Cambria" panose="02040503050406030204" pitchFamily="18" charset="0"/>
                    <a:ea typeface="Cambria" panose="02040503050406030204" pitchFamily="18" charset="0"/>
                  </a:rPr>
                  <a:t>(static equilibrium in Physics !!!)</a:t>
                </a:r>
                <a:r>
                  <a:rPr lang="en-US" dirty="0">
                    <a:latin typeface="Cambria" panose="02040503050406030204" pitchFamily="18" charset="0"/>
                    <a:ea typeface="Cambria" panose="02040503050406030204" pitchFamily="18" charset="0"/>
                  </a:rPr>
                  <a:t>  </a:t>
                </a:r>
              </a:p>
            </p:txBody>
          </p:sp>
        </mc:Choice>
        <mc:Fallback xmlns="">
          <p:sp>
            <p:nvSpPr>
              <p:cNvPr id="4" name="TextBox 3">
                <a:extLst>
                  <a:ext uri="{FF2B5EF4-FFF2-40B4-BE49-F238E27FC236}">
                    <a16:creationId xmlns:a16="http://schemas.microsoft.com/office/drawing/2014/main" id="{AFE51AD9-A3D9-253A-1B86-5EF4D52F1C8E}"/>
                  </a:ext>
                </a:extLst>
              </p:cNvPr>
              <p:cNvSpPr txBox="1">
                <a:spLocks noRot="1" noChangeAspect="1" noMove="1" noResize="1" noEditPoints="1" noAdjustHandles="1" noChangeArrowheads="1" noChangeShapeType="1" noTextEdit="1"/>
              </p:cNvSpPr>
              <p:nvPr/>
            </p:nvSpPr>
            <p:spPr>
              <a:xfrm>
                <a:off x="1859112" y="3880370"/>
                <a:ext cx="9772715" cy="923330"/>
              </a:xfrm>
              <a:prstGeom prst="rect">
                <a:avLst/>
              </a:prstGeom>
              <a:blipFill>
                <a:blip r:embed="rId7"/>
                <a:stretch>
                  <a:fillRect l="-437" t="-4636" b="-927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90AA857-A8BE-08CA-EF6B-BFEF1D995E2C}"/>
                  </a:ext>
                </a:extLst>
              </p:cNvPr>
              <p:cNvSpPr txBox="1"/>
              <p:nvPr/>
            </p:nvSpPr>
            <p:spPr>
              <a:xfrm>
                <a:off x="1859111" y="5341569"/>
                <a:ext cx="9772715" cy="1200329"/>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Someone starts not from origin will circulate about the origin.</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When the x is most negative, </a:t>
                </a:r>
                <a14:m>
                  <m:oMath xmlns:m="http://schemas.openxmlformats.org/officeDocument/2006/math">
                    <m:r>
                      <a:rPr lang="en-US" b="0" i="1" smtClean="0">
                        <a:latin typeface="Cambria Math" panose="02040503050406030204" pitchFamily="18" charset="0"/>
                      </a:rPr>
                      <m:t>𝑣</m:t>
                    </m:r>
                    <m:r>
                      <a:rPr lang="en-US" b="0" i="1" smtClean="0">
                        <a:latin typeface="Cambria Math" panose="02040503050406030204" pitchFamily="18" charset="0"/>
                      </a:rPr>
                      <m:t> </m:t>
                    </m:r>
                  </m:oMath>
                </a14:m>
                <a:r>
                  <a:rPr lang="en-IN" dirty="0">
                    <a:latin typeface="Cambria" panose="02040503050406030204" pitchFamily="18" charset="0"/>
                    <a:ea typeface="Cambria" panose="02040503050406030204" pitchFamily="18" charset="0"/>
                  </a:rPr>
                  <a:t>  is zero, the spring is fully compresses, and then </a:t>
                </a:r>
                <a14:m>
                  <m:oMath xmlns:m="http://schemas.openxmlformats.org/officeDocument/2006/math">
                    <m:r>
                      <a:rPr lang="en-US" b="0" i="1" smtClean="0">
                        <a:latin typeface="Cambria Math" panose="02040503050406030204" pitchFamily="18" charset="0"/>
                      </a:rPr>
                      <m:t>𝑣</m:t>
                    </m:r>
                  </m:oMath>
                </a14:m>
                <a:r>
                  <a:rPr lang="en-IN" dirty="0">
                    <a:latin typeface="Cambria" panose="02040503050406030204" pitchFamily="18" charset="0"/>
                    <a:ea typeface="Cambria" panose="02040503050406030204" pitchFamily="18" charset="0"/>
                  </a:rPr>
                  <a:t> becomes positive and the spring comes to the equilibrium position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=0</m:t>
                    </m:r>
                  </m:oMath>
                </a14:m>
                <a:r>
                  <a:rPr lang="en-IN" dirty="0">
                    <a:latin typeface="Cambria" panose="02040503050406030204" pitchFamily="18" charset="0"/>
                    <a:ea typeface="Cambria" panose="02040503050406030204" pitchFamily="18" charset="0"/>
                  </a:rPr>
                  <a:t>), with a large positive </a:t>
                </a:r>
                <a14:m>
                  <m:oMath xmlns:m="http://schemas.openxmlformats.org/officeDocument/2006/math">
                    <m:r>
                      <a:rPr lang="en-US" b="0" i="1" smtClean="0">
                        <a:latin typeface="Cambria Math" panose="02040503050406030204" pitchFamily="18" charset="0"/>
                      </a:rPr>
                      <m:t>𝑣</m:t>
                    </m:r>
                  </m:oMath>
                </a14:m>
                <a:r>
                  <a:rPr lang="en-IN" dirty="0">
                    <a:latin typeface="Cambria" panose="02040503050406030204" pitchFamily="18" charset="0"/>
                    <a:ea typeface="Cambria" panose="02040503050406030204" pitchFamily="18" charset="0"/>
                  </a:rPr>
                  <a:t>, thus it overshoots the spring.</a:t>
                </a:r>
              </a:p>
            </p:txBody>
          </p:sp>
        </mc:Choice>
        <mc:Fallback xmlns="">
          <p:sp>
            <p:nvSpPr>
              <p:cNvPr id="5" name="TextBox 4">
                <a:extLst>
                  <a:ext uri="{FF2B5EF4-FFF2-40B4-BE49-F238E27FC236}">
                    <a16:creationId xmlns:a16="http://schemas.microsoft.com/office/drawing/2014/main" id="{390AA857-A8BE-08CA-EF6B-BFEF1D995E2C}"/>
                  </a:ext>
                </a:extLst>
              </p:cNvPr>
              <p:cNvSpPr txBox="1">
                <a:spLocks noRot="1" noChangeAspect="1" noMove="1" noResize="1" noEditPoints="1" noAdjustHandles="1" noChangeArrowheads="1" noChangeShapeType="1" noTextEdit="1"/>
              </p:cNvSpPr>
              <p:nvPr/>
            </p:nvSpPr>
            <p:spPr>
              <a:xfrm>
                <a:off x="1859111" y="5341569"/>
                <a:ext cx="9772715" cy="1200329"/>
              </a:xfrm>
              <a:prstGeom prst="rect">
                <a:avLst/>
              </a:prstGeom>
              <a:blipFill>
                <a:blip r:embed="rId8"/>
                <a:stretch>
                  <a:fillRect l="-437" t="-3046" b="-6599"/>
                </a:stretch>
              </a:blipFill>
            </p:spPr>
            <p:txBody>
              <a:bodyPr/>
              <a:lstStyle/>
              <a:p>
                <a:r>
                  <a:rPr lang="en-IN">
                    <a:noFill/>
                  </a:rPr>
                  <a:t> </a:t>
                </a:r>
              </a:p>
            </p:txBody>
          </p:sp>
        </mc:Fallback>
      </mc:AlternateContent>
    </p:spTree>
    <p:extLst>
      <p:ext uri="{BB962C8B-B14F-4D97-AF65-F5344CB8AC3E}">
        <p14:creationId xmlns:p14="http://schemas.microsoft.com/office/powerpoint/2010/main" val="225175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1F52086F-5926-4073-55EB-04D733E0C16C}"/>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41126"/>
            <a:ext cx="11938827" cy="461665"/>
          </a:xfrm>
          <a:prstGeom prst="rect">
            <a:avLst/>
          </a:prstGeom>
          <a:solidFill>
            <a:schemeClr val="bg1"/>
          </a:solidFill>
        </p:spPr>
        <p:txBody>
          <a:bodyPr wrap="square">
            <a:spAutoFit/>
          </a:bodyPr>
          <a:lstStyle/>
          <a:p>
            <a:r>
              <a:rPr lang="en-US" sz="2400" b="1" dirty="0">
                <a:solidFill>
                  <a:srgbClr val="FF0000"/>
                </a:solidFill>
                <a:latin typeface="Cambria" panose="02040503050406030204" pitchFamily="18" charset="0"/>
                <a:ea typeface="Cambria" panose="02040503050406030204" pitchFamily="18" charset="0"/>
              </a:rPr>
              <a:t>Elementary Physics Problems :vibrations of a mass hanging from a spring</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C3D86F2-20D7-69BD-7C34-0EFAAADCDE8C}"/>
                  </a:ext>
                </a:extLst>
              </p:cNvPr>
              <p:cNvSpPr txBox="1"/>
              <p:nvPr/>
            </p:nvSpPr>
            <p:spPr>
              <a:xfrm>
                <a:off x="1045620" y="1005015"/>
                <a:ext cx="1626984" cy="555858"/>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solidFill>
                            <a:srgbClr val="836967"/>
                          </a:solidFill>
                          <a:latin typeface="Cambria Math" panose="02040503050406030204" pitchFamily="18" charset="0"/>
                        </a:rPr>
                        <m:t>m</m:t>
                      </m:r>
                      <m:f>
                        <m:fPr>
                          <m:ctrlPr>
                            <a:rPr lang="en-IN" i="1" smtClean="0">
                              <a:solidFill>
                                <a:srgbClr val="836967"/>
                              </a:solidFill>
                              <a:latin typeface="Cambria Math" panose="02040503050406030204" pitchFamily="18" charset="0"/>
                            </a:rPr>
                          </m:ctrlPr>
                        </m:fPr>
                        <m:num>
                          <m:sSup>
                            <m:sSupPr>
                              <m:ctrlPr>
                                <a:rPr lang="en-US" b="0" i="1" smtClean="0">
                                  <a:latin typeface="Cambria Math" panose="02040503050406030204" pitchFamily="18" charset="0"/>
                                </a:rPr>
                              </m:ctrlPr>
                            </m:sSupPr>
                            <m:e>
                              <m:r>
                                <a:rPr lang="en-IN" b="0">
                                  <a:latin typeface="Cambria Math" panose="02040503050406030204" pitchFamily="18" charset="0"/>
                                </a:rPr>
                                <m:t>ⅆ</m:t>
                              </m:r>
                            </m:e>
                            <m:sup>
                              <m:r>
                                <a:rPr lang="en-US" b="0" i="0" smtClean="0">
                                  <a:latin typeface="Cambria Math" panose="02040503050406030204" pitchFamily="18" charset="0"/>
                                </a:rPr>
                                <m:t>2</m:t>
                              </m:r>
                            </m:sup>
                          </m:sSup>
                          <m:r>
                            <a:rPr lang="en-IN" b="1" i="1" smtClean="0">
                              <a:latin typeface="Cambria Math" panose="02040503050406030204" pitchFamily="18" charset="0"/>
                            </a:rPr>
                            <m:t>𝒙</m:t>
                          </m:r>
                        </m:num>
                        <m:den>
                          <m:r>
                            <a:rPr lang="en-IN" b="0" i="0">
                              <a:latin typeface="Cambria Math" panose="02040503050406030204" pitchFamily="18" charset="0"/>
                            </a:rPr>
                            <m:t>ⅆ</m:t>
                          </m:r>
                          <m:sSup>
                            <m:sSupPr>
                              <m:ctrlPr>
                                <a:rPr lang="en-US" b="0" i="1" smtClean="0">
                                  <a:latin typeface="Cambria Math" panose="02040503050406030204" pitchFamily="18" charset="0"/>
                                </a:rPr>
                              </m:ctrlPr>
                            </m:sSupPr>
                            <m:e>
                              <m:r>
                                <a:rPr lang="en-IN" b="0" i="1">
                                  <a:latin typeface="Cambria Math" panose="02040503050406030204" pitchFamily="18" charset="0"/>
                                </a:rPr>
                                <m:t>𝑡</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r>
                        <a:rPr lang="en-US" b="0" i="1" smtClean="0">
                          <a:latin typeface="Cambria Math" panose="02040503050406030204" pitchFamily="18" charset="0"/>
                        </a:rPr>
                        <m:t>𝑘</m:t>
                      </m:r>
                      <m:r>
                        <a:rPr lang="en-IN" b="1" i="1">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𝟎</m:t>
                      </m:r>
                    </m:oMath>
                  </m:oMathPara>
                </a14:m>
                <a:endParaRPr lang="en-IN" b="1" dirty="0"/>
              </a:p>
            </p:txBody>
          </p:sp>
        </mc:Choice>
        <mc:Fallback xmlns="">
          <p:sp>
            <p:nvSpPr>
              <p:cNvPr id="12" name="TextBox 11">
                <a:extLst>
                  <a:ext uri="{FF2B5EF4-FFF2-40B4-BE49-F238E27FC236}">
                    <a16:creationId xmlns:a16="http://schemas.microsoft.com/office/drawing/2014/main" id="{2C3D86F2-20D7-69BD-7C34-0EFAAADCDE8C}"/>
                  </a:ext>
                </a:extLst>
              </p:cNvPr>
              <p:cNvSpPr txBox="1">
                <a:spLocks noRot="1" noChangeAspect="1" noMove="1" noResize="1" noEditPoints="1" noAdjustHandles="1" noChangeArrowheads="1" noChangeShapeType="1" noTextEdit="1"/>
              </p:cNvSpPr>
              <p:nvPr/>
            </p:nvSpPr>
            <p:spPr>
              <a:xfrm>
                <a:off x="1045620" y="1005015"/>
                <a:ext cx="1626984" cy="555858"/>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941DD14-4206-02AC-7CBA-171170F174CB}"/>
                  </a:ext>
                </a:extLst>
              </p:cNvPr>
              <p:cNvSpPr txBox="1"/>
              <p:nvPr/>
            </p:nvSpPr>
            <p:spPr>
              <a:xfrm>
                <a:off x="4706118" y="1034832"/>
                <a:ext cx="744691" cy="526041"/>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IN" i="1" smtClean="0">
                              <a:solidFill>
                                <a:srgbClr val="836967"/>
                              </a:solidFill>
                              <a:latin typeface="Cambria Math" panose="02040503050406030204" pitchFamily="18" charset="0"/>
                            </a:rPr>
                          </m:ctrlPr>
                        </m:fPr>
                        <m:num>
                          <m:r>
                            <a:rPr lang="en-IN" b="0">
                              <a:latin typeface="Cambria Math" panose="02040503050406030204" pitchFamily="18" charset="0"/>
                            </a:rPr>
                            <m:t>ⅆ</m:t>
                          </m:r>
                          <m:r>
                            <a:rPr lang="en-US" b="0" i="1" smtClean="0">
                              <a:latin typeface="Cambria Math" panose="02040503050406030204" pitchFamily="18" charset="0"/>
                            </a:rPr>
                            <m:t>𝑥</m:t>
                          </m:r>
                        </m:num>
                        <m:den>
                          <m:r>
                            <a:rPr lang="en-IN" b="0" i="0">
                              <a:latin typeface="Cambria Math" panose="02040503050406030204" pitchFamily="18" charset="0"/>
                            </a:rPr>
                            <m:t>ⅆ</m:t>
                          </m:r>
                          <m:r>
                            <a:rPr lang="en-IN" b="0" i="1">
                              <a:latin typeface="Cambria Math" panose="02040503050406030204" pitchFamily="18" charset="0"/>
                            </a:rPr>
                            <m:t>𝑡</m:t>
                          </m:r>
                        </m:den>
                      </m:f>
                      <m:r>
                        <a:rPr lang="en-US" b="0" i="1" smtClean="0">
                          <a:latin typeface="Cambria Math" panose="02040503050406030204" pitchFamily="18" charset="0"/>
                        </a:rPr>
                        <m:t>=</m:t>
                      </m:r>
                      <m:r>
                        <a:rPr lang="en-US" b="0" i="1" smtClean="0">
                          <a:latin typeface="Cambria Math" panose="02040503050406030204" pitchFamily="18" charset="0"/>
                        </a:rPr>
                        <m:t>𝑣</m:t>
                      </m:r>
                    </m:oMath>
                  </m:oMathPara>
                </a14:m>
                <a:endParaRPr lang="en-IN" b="1" dirty="0"/>
              </a:p>
            </p:txBody>
          </p:sp>
        </mc:Choice>
        <mc:Fallback xmlns="">
          <p:sp>
            <p:nvSpPr>
              <p:cNvPr id="17" name="TextBox 16">
                <a:extLst>
                  <a:ext uri="{FF2B5EF4-FFF2-40B4-BE49-F238E27FC236}">
                    <a16:creationId xmlns:a16="http://schemas.microsoft.com/office/drawing/2014/main" id="{0941DD14-4206-02AC-7CBA-171170F174CB}"/>
                  </a:ext>
                </a:extLst>
              </p:cNvPr>
              <p:cNvSpPr txBox="1">
                <a:spLocks noRot="1" noChangeAspect="1" noMove="1" noResize="1" noEditPoints="1" noAdjustHandles="1" noChangeArrowheads="1" noChangeShapeType="1" noTextEdit="1"/>
              </p:cNvSpPr>
              <p:nvPr/>
            </p:nvSpPr>
            <p:spPr>
              <a:xfrm>
                <a:off x="4706118" y="1034832"/>
                <a:ext cx="744691" cy="526041"/>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CE6DB7F-F52F-764B-7306-0CF78CD4E86F}"/>
                  </a:ext>
                </a:extLst>
              </p:cNvPr>
              <p:cNvSpPr txBox="1"/>
              <p:nvPr/>
            </p:nvSpPr>
            <p:spPr>
              <a:xfrm>
                <a:off x="6066067" y="1034832"/>
                <a:ext cx="1903598" cy="526041"/>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IN" i="1" smtClean="0">
                              <a:solidFill>
                                <a:srgbClr val="836967"/>
                              </a:solidFill>
                              <a:latin typeface="Cambria Math" panose="02040503050406030204" pitchFamily="18" charset="0"/>
                            </a:rPr>
                          </m:ctrlPr>
                        </m:fPr>
                        <m:num>
                          <m:r>
                            <a:rPr lang="en-IN" b="0">
                              <a:latin typeface="Cambria Math" panose="02040503050406030204" pitchFamily="18" charset="0"/>
                            </a:rPr>
                            <m:t>ⅆ</m:t>
                          </m:r>
                          <m:r>
                            <a:rPr lang="en-US" b="0" i="1" smtClean="0">
                              <a:latin typeface="Cambria Math" panose="02040503050406030204" pitchFamily="18" charset="0"/>
                            </a:rPr>
                            <m:t>𝑣</m:t>
                          </m:r>
                        </m:num>
                        <m:den>
                          <m:r>
                            <a:rPr lang="en-IN" b="0" i="0">
                              <a:latin typeface="Cambria Math" panose="02040503050406030204" pitchFamily="18" charset="0"/>
                            </a:rPr>
                            <m:t>ⅆ</m:t>
                          </m:r>
                          <m:r>
                            <a:rPr lang="en-IN" b="0" i="1">
                              <a:latin typeface="Cambria Math" panose="02040503050406030204" pitchFamily="18" charset="0"/>
                            </a:rPr>
                            <m:t>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𝑘</m:t>
                          </m:r>
                        </m:num>
                        <m:den>
                          <m:r>
                            <a:rPr lang="en-US" b="0" i="1" smtClean="0">
                              <a:latin typeface="Cambria Math" panose="02040503050406030204" pitchFamily="18" charset="0"/>
                            </a:rPr>
                            <m:t>𝑚</m:t>
                          </m:r>
                        </m:den>
                      </m:f>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𝜔</m:t>
                          </m:r>
                        </m:e>
                        <m:sup>
                          <m:r>
                            <a:rPr lang="en-US" b="0" i="1" smtClean="0">
                              <a:latin typeface="Cambria Math" panose="02040503050406030204" pitchFamily="18" charset="0"/>
                            </a:rPr>
                            <m:t>2</m:t>
                          </m:r>
                        </m:sup>
                      </m:sSup>
                      <m:r>
                        <a:rPr lang="en-US" b="0" i="1" smtClean="0">
                          <a:latin typeface="Cambria Math" panose="02040503050406030204" pitchFamily="18" charset="0"/>
                        </a:rPr>
                        <m:t>𝑥</m:t>
                      </m:r>
                    </m:oMath>
                  </m:oMathPara>
                </a14:m>
                <a:endParaRPr lang="en-IN" b="1" dirty="0"/>
              </a:p>
            </p:txBody>
          </p:sp>
        </mc:Choice>
        <mc:Fallback xmlns="">
          <p:sp>
            <p:nvSpPr>
              <p:cNvPr id="18" name="TextBox 17">
                <a:extLst>
                  <a:ext uri="{FF2B5EF4-FFF2-40B4-BE49-F238E27FC236}">
                    <a16:creationId xmlns:a16="http://schemas.microsoft.com/office/drawing/2014/main" id="{5CE6DB7F-F52F-764B-7306-0CF78CD4E86F}"/>
                  </a:ext>
                </a:extLst>
              </p:cNvPr>
              <p:cNvSpPr txBox="1">
                <a:spLocks noRot="1" noChangeAspect="1" noMove="1" noResize="1" noEditPoints="1" noAdjustHandles="1" noChangeArrowheads="1" noChangeShapeType="1" noTextEdit="1"/>
              </p:cNvSpPr>
              <p:nvPr/>
            </p:nvSpPr>
            <p:spPr>
              <a:xfrm>
                <a:off x="6066067" y="1034832"/>
                <a:ext cx="1903598" cy="526041"/>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FE51AD9-A3D9-253A-1B86-5EF4D52F1C8E}"/>
                  </a:ext>
                </a:extLst>
              </p:cNvPr>
              <p:cNvSpPr txBox="1"/>
              <p:nvPr/>
            </p:nvSpPr>
            <p:spPr>
              <a:xfrm>
                <a:off x="1045620" y="1892914"/>
                <a:ext cx="9772715" cy="923330"/>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The imaginary flow swirls about the origin.</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The origin is like a eye of hurricane, if someone starts there will remain there: FP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0</m:t>
                        </m:r>
                      </m:e>
                    </m:d>
                  </m:oMath>
                </a14:m>
                <a:endParaRPr lang="en-US" b="0"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  </a:t>
                </a:r>
                <a:r>
                  <a:rPr lang="en-US" dirty="0">
                    <a:solidFill>
                      <a:srgbClr val="FF0000"/>
                    </a:solidFill>
                    <a:latin typeface="Cambria" panose="02040503050406030204" pitchFamily="18" charset="0"/>
                    <a:ea typeface="Cambria" panose="02040503050406030204" pitchFamily="18" charset="0"/>
                  </a:rPr>
                  <a:t>(static equilibrium in Physics !!!)</a:t>
                </a:r>
                <a:r>
                  <a:rPr lang="en-US" dirty="0">
                    <a:latin typeface="Cambria" panose="02040503050406030204" pitchFamily="18" charset="0"/>
                    <a:ea typeface="Cambria" panose="02040503050406030204" pitchFamily="18" charset="0"/>
                  </a:rPr>
                  <a:t>  </a:t>
                </a:r>
              </a:p>
            </p:txBody>
          </p:sp>
        </mc:Choice>
        <mc:Fallback xmlns="">
          <p:sp>
            <p:nvSpPr>
              <p:cNvPr id="4" name="TextBox 3">
                <a:extLst>
                  <a:ext uri="{FF2B5EF4-FFF2-40B4-BE49-F238E27FC236}">
                    <a16:creationId xmlns:a16="http://schemas.microsoft.com/office/drawing/2014/main" id="{AFE51AD9-A3D9-253A-1B86-5EF4D52F1C8E}"/>
                  </a:ext>
                </a:extLst>
              </p:cNvPr>
              <p:cNvSpPr txBox="1">
                <a:spLocks noRot="1" noChangeAspect="1" noMove="1" noResize="1" noEditPoints="1" noAdjustHandles="1" noChangeArrowheads="1" noChangeShapeType="1" noTextEdit="1"/>
              </p:cNvSpPr>
              <p:nvPr/>
            </p:nvSpPr>
            <p:spPr>
              <a:xfrm>
                <a:off x="1045620" y="1892914"/>
                <a:ext cx="9772715" cy="923330"/>
              </a:xfrm>
              <a:prstGeom prst="rect">
                <a:avLst/>
              </a:prstGeom>
              <a:blipFill>
                <a:blip r:embed="rId6"/>
                <a:stretch>
                  <a:fillRect l="-437" t="-4636" b="-927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90AA857-A8BE-08CA-EF6B-BFEF1D995E2C}"/>
                  </a:ext>
                </a:extLst>
              </p:cNvPr>
              <p:cNvSpPr txBox="1"/>
              <p:nvPr/>
            </p:nvSpPr>
            <p:spPr>
              <a:xfrm>
                <a:off x="1045620" y="3067141"/>
                <a:ext cx="9772715" cy="2308324"/>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Someone starts not from origin will circulate about the origin, eventually reaching to that IC:</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When the x is most negative, </a:t>
                </a:r>
                <a14:m>
                  <m:oMath xmlns:m="http://schemas.openxmlformats.org/officeDocument/2006/math">
                    <m:r>
                      <a:rPr lang="en-US" b="0" i="1" smtClean="0">
                        <a:latin typeface="Cambria Math" panose="02040503050406030204" pitchFamily="18" charset="0"/>
                      </a:rPr>
                      <m:t>𝑣</m:t>
                    </m:r>
                    <m:r>
                      <a:rPr lang="en-US" b="0" i="1" smtClean="0">
                        <a:latin typeface="Cambria Math" panose="02040503050406030204" pitchFamily="18" charset="0"/>
                      </a:rPr>
                      <m:t> </m:t>
                    </m:r>
                  </m:oMath>
                </a14:m>
                <a:r>
                  <a:rPr lang="en-IN" dirty="0">
                    <a:latin typeface="Cambria" panose="02040503050406030204" pitchFamily="18" charset="0"/>
                    <a:ea typeface="Cambria" panose="02040503050406030204" pitchFamily="18" charset="0"/>
                  </a:rPr>
                  <a:t>  is zero, the spring is fully compresses, and then </a:t>
                </a:r>
                <a14:m>
                  <m:oMath xmlns:m="http://schemas.openxmlformats.org/officeDocument/2006/math">
                    <m:r>
                      <a:rPr lang="en-US" b="0" i="1" smtClean="0">
                        <a:latin typeface="Cambria Math" panose="02040503050406030204" pitchFamily="18" charset="0"/>
                      </a:rPr>
                      <m:t>𝑣</m:t>
                    </m:r>
                  </m:oMath>
                </a14:m>
                <a:r>
                  <a:rPr lang="en-IN" dirty="0">
                    <a:latin typeface="Cambria" panose="02040503050406030204" pitchFamily="18" charset="0"/>
                    <a:ea typeface="Cambria" panose="02040503050406030204" pitchFamily="18" charset="0"/>
                  </a:rPr>
                  <a:t> becomes positive and the spring comes to the equilibrium position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0</m:t>
                    </m:r>
                  </m:oMath>
                </a14:m>
                <a:r>
                  <a:rPr lang="en-IN" dirty="0">
                    <a:latin typeface="Cambria" panose="02040503050406030204" pitchFamily="18" charset="0"/>
                    <a:ea typeface="Cambria" panose="02040503050406030204" pitchFamily="18" charset="0"/>
                  </a:rPr>
                  <a:t>), with a large positive </a:t>
                </a:r>
                <a14:m>
                  <m:oMath xmlns:m="http://schemas.openxmlformats.org/officeDocument/2006/math">
                    <m:r>
                      <a:rPr lang="en-US" b="0" i="1" smtClean="0">
                        <a:latin typeface="Cambria Math" panose="02040503050406030204" pitchFamily="18" charset="0"/>
                      </a:rPr>
                      <m:t>𝑣</m:t>
                    </m:r>
                  </m:oMath>
                </a14:m>
                <a:r>
                  <a:rPr lang="en-IN" dirty="0">
                    <a:latin typeface="Cambria" panose="02040503050406030204" pitchFamily="18" charset="0"/>
                    <a:ea typeface="Cambria" panose="02040503050406030204" pitchFamily="18" charset="0"/>
                  </a:rPr>
                  <a:t>, thus it overshoots the spring.</a:t>
                </a:r>
              </a:p>
              <a:p>
                <a:pPr marL="285750" indent="-285750">
                  <a:buFont typeface="Arial" panose="020B0604020202020204" pitchFamily="34" charset="0"/>
                  <a:buChar char="•"/>
                </a:pPr>
                <a:endParaRPr lang="en-IN"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The shape of the orbit: not a circle. </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It is actually </a:t>
                </a:r>
                <a:r>
                  <a:rPr lang="en-IN" dirty="0">
                    <a:solidFill>
                      <a:srgbClr val="FF0000"/>
                    </a:solidFill>
                    <a:latin typeface="Cambria" panose="02040503050406030204" pitchFamily="18" charset="0"/>
                    <a:ea typeface="Cambria" panose="02040503050406030204" pitchFamily="18" charset="0"/>
                  </a:rPr>
                  <a:t>an ellipse. Why????</a:t>
                </a:r>
              </a:p>
              <a:p>
                <a:pPr marL="285750" indent="-285750">
                  <a:buFont typeface="Arial" panose="020B0604020202020204" pitchFamily="34" charset="0"/>
                  <a:buChar char="•"/>
                </a:pPr>
                <a:endParaRPr lang="en-IN" dirty="0">
                  <a:solidFill>
                    <a:srgbClr val="FF0000"/>
                  </a:solidFill>
                  <a:latin typeface="Cambria" panose="02040503050406030204" pitchFamily="18" charset="0"/>
                  <a:ea typeface="Cambria" panose="02040503050406030204" pitchFamily="18" charset="0"/>
                </a:endParaRPr>
              </a:p>
            </p:txBody>
          </p:sp>
        </mc:Choice>
        <mc:Fallback xmlns="">
          <p:sp>
            <p:nvSpPr>
              <p:cNvPr id="5" name="TextBox 4">
                <a:extLst>
                  <a:ext uri="{FF2B5EF4-FFF2-40B4-BE49-F238E27FC236}">
                    <a16:creationId xmlns:a16="http://schemas.microsoft.com/office/drawing/2014/main" id="{390AA857-A8BE-08CA-EF6B-BFEF1D995E2C}"/>
                  </a:ext>
                </a:extLst>
              </p:cNvPr>
              <p:cNvSpPr txBox="1">
                <a:spLocks noRot="1" noChangeAspect="1" noMove="1" noResize="1" noEditPoints="1" noAdjustHandles="1" noChangeArrowheads="1" noChangeShapeType="1" noTextEdit="1"/>
              </p:cNvSpPr>
              <p:nvPr/>
            </p:nvSpPr>
            <p:spPr>
              <a:xfrm>
                <a:off x="1045620" y="3067141"/>
                <a:ext cx="9772715" cy="2308324"/>
              </a:xfrm>
              <a:prstGeom prst="rect">
                <a:avLst/>
              </a:prstGeom>
              <a:blipFill>
                <a:blip r:embed="rId7"/>
                <a:stretch>
                  <a:fillRect l="-437" t="-158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40142F5-1F69-49A1-BE4C-6BF697BEA809}"/>
                  </a:ext>
                </a:extLst>
              </p:cNvPr>
              <p:cNvSpPr txBox="1"/>
              <p:nvPr/>
            </p:nvSpPr>
            <p:spPr>
              <a:xfrm>
                <a:off x="1045619" y="5483653"/>
                <a:ext cx="7356975" cy="369332"/>
              </a:xfrm>
              <a:prstGeom prst="rect">
                <a:avLst/>
              </a:prstGeom>
              <a:solidFill>
                <a:schemeClr val="bg1"/>
              </a:solidFill>
            </p:spPr>
            <p:txBody>
              <a:bodyPr wrap="square" rtlCol="0">
                <a:spAutoFit/>
              </a:bodyPr>
              <a:lstStyle/>
              <a:p>
                <a14:m>
                  <m:oMath xmlns:m="http://schemas.openxmlformats.org/officeDocument/2006/math">
                    <m:sSup>
                      <m:sSupPr>
                        <m:ctrlPr>
                          <a:rPr lang="en-US" b="0" i="1" smtClean="0">
                            <a:latin typeface="Cambria Math" panose="02040503050406030204" pitchFamily="18" charset="0"/>
                            <a:ea typeface="Cambria" panose="02040503050406030204" pitchFamily="18" charset="0"/>
                          </a:rPr>
                        </m:ctrlPr>
                      </m:sSupPr>
                      <m:e>
                        <m:r>
                          <a:rPr lang="en-US" b="0" i="1" smtClean="0">
                            <a:latin typeface="Cambria Math" panose="02040503050406030204" pitchFamily="18" charset="0"/>
                            <a:ea typeface="Cambria" panose="02040503050406030204" pitchFamily="18" charset="0"/>
                          </a:rPr>
                          <m:t>𝑤</m:t>
                        </m:r>
                      </m:e>
                      <m:sup>
                        <m:r>
                          <a:rPr lang="en-US" b="0" i="1" smtClean="0">
                            <a:latin typeface="Cambria Math" panose="02040503050406030204" pitchFamily="18" charset="0"/>
                            <a:ea typeface="Cambria" panose="02040503050406030204" pitchFamily="18" charset="0"/>
                          </a:rPr>
                          <m:t>2</m:t>
                        </m:r>
                      </m:sup>
                    </m:sSup>
                    <m:sSup>
                      <m:sSupPr>
                        <m:ctrlPr>
                          <a:rPr lang="en-US" b="0" i="1" smtClean="0">
                            <a:latin typeface="Cambria Math" panose="02040503050406030204" pitchFamily="18" charset="0"/>
                            <a:ea typeface="Cambria" panose="02040503050406030204" pitchFamily="18" charset="0"/>
                          </a:rPr>
                        </m:ctrlPr>
                      </m:sSupPr>
                      <m:e>
                        <m:r>
                          <a:rPr lang="en-US" b="0" i="1" smtClean="0">
                            <a:latin typeface="Cambria Math" panose="02040503050406030204" pitchFamily="18" charset="0"/>
                            <a:ea typeface="Cambria" panose="02040503050406030204" pitchFamily="18" charset="0"/>
                          </a:rPr>
                          <m:t>𝑥</m:t>
                        </m:r>
                      </m:e>
                      <m:sup>
                        <m:r>
                          <a:rPr lang="en-US" b="0" i="1" smtClean="0">
                            <a:latin typeface="Cambria Math" panose="02040503050406030204" pitchFamily="18" charset="0"/>
                            <a:ea typeface="Cambria" panose="02040503050406030204" pitchFamily="18" charset="0"/>
                          </a:rPr>
                          <m:t>2</m:t>
                        </m:r>
                      </m:sup>
                    </m:sSup>
                    <m:r>
                      <a:rPr lang="en-US" b="0" i="1" smtClean="0">
                        <a:latin typeface="Cambria Math" panose="02040503050406030204" pitchFamily="18" charset="0"/>
                        <a:ea typeface="Cambria" panose="02040503050406030204" pitchFamily="18" charset="0"/>
                      </a:rPr>
                      <m:t>+</m:t>
                    </m:r>
                    <m:sSup>
                      <m:sSupPr>
                        <m:ctrlPr>
                          <a:rPr lang="en-US" b="0" i="1" smtClean="0">
                            <a:latin typeface="Cambria Math" panose="02040503050406030204" pitchFamily="18" charset="0"/>
                            <a:ea typeface="Cambria" panose="02040503050406030204" pitchFamily="18" charset="0"/>
                          </a:rPr>
                        </m:ctrlPr>
                      </m:sSupPr>
                      <m:e>
                        <m:r>
                          <a:rPr lang="en-US" b="0" i="1" smtClean="0">
                            <a:latin typeface="Cambria Math" panose="02040503050406030204" pitchFamily="18" charset="0"/>
                            <a:ea typeface="Cambria" panose="02040503050406030204" pitchFamily="18" charset="0"/>
                          </a:rPr>
                          <m:t>𝑣</m:t>
                        </m:r>
                      </m:e>
                      <m:sup>
                        <m:r>
                          <a:rPr lang="en-US" b="0" i="1" smtClean="0">
                            <a:latin typeface="Cambria Math" panose="02040503050406030204" pitchFamily="18" charset="0"/>
                            <a:ea typeface="Cambria" panose="02040503050406030204" pitchFamily="18" charset="0"/>
                          </a:rPr>
                          <m:t>2</m:t>
                        </m:r>
                      </m:sup>
                    </m:sSup>
                    <m:r>
                      <a:rPr lang="en-US" b="0" i="1" smtClean="0">
                        <a:latin typeface="Cambria Math" panose="02040503050406030204" pitchFamily="18" charset="0"/>
                        <a:ea typeface="Cambria" panose="02040503050406030204" pitchFamily="18" charset="0"/>
                      </a:rPr>
                      <m:t>=</m:t>
                    </m:r>
                    <m:r>
                      <a:rPr lang="en-US" b="0" i="1" smtClean="0">
                        <a:latin typeface="Cambria Math" panose="02040503050406030204" pitchFamily="18" charset="0"/>
                        <a:ea typeface="Cambria" panose="02040503050406030204" pitchFamily="18" charset="0"/>
                      </a:rPr>
                      <m:t>𝑐</m:t>
                    </m:r>
                  </m:oMath>
                </a14:m>
                <a:r>
                  <a:rPr lang="en-IN" dirty="0">
                    <a:latin typeface="Cambria" panose="02040503050406030204" pitchFamily="18" charset="0"/>
                    <a:ea typeface="Cambria" panose="02040503050406030204" pitchFamily="18" charset="0"/>
                  </a:rPr>
                  <a:t> is constant  (conservation of energy)</a:t>
                </a:r>
              </a:p>
            </p:txBody>
          </p:sp>
        </mc:Choice>
        <mc:Fallback xmlns="">
          <p:sp>
            <p:nvSpPr>
              <p:cNvPr id="6" name="TextBox 5">
                <a:extLst>
                  <a:ext uri="{FF2B5EF4-FFF2-40B4-BE49-F238E27FC236}">
                    <a16:creationId xmlns:a16="http://schemas.microsoft.com/office/drawing/2014/main" id="{340142F5-1F69-49A1-BE4C-6BF697BEA809}"/>
                  </a:ext>
                </a:extLst>
              </p:cNvPr>
              <p:cNvSpPr txBox="1">
                <a:spLocks noRot="1" noChangeAspect="1" noMove="1" noResize="1" noEditPoints="1" noAdjustHandles="1" noChangeArrowheads="1" noChangeShapeType="1" noTextEdit="1"/>
              </p:cNvSpPr>
              <p:nvPr/>
            </p:nvSpPr>
            <p:spPr>
              <a:xfrm>
                <a:off x="1045619" y="5483653"/>
                <a:ext cx="7356975" cy="369332"/>
              </a:xfrm>
              <a:prstGeom prst="rect">
                <a:avLst/>
              </a:prstGeom>
              <a:blipFill>
                <a:blip r:embed="rId8"/>
                <a:stretch>
                  <a:fillRect t="-11667" b="-25000"/>
                </a:stretch>
              </a:blipFill>
            </p:spPr>
            <p:txBody>
              <a:bodyPr/>
              <a:lstStyle/>
              <a:p>
                <a:r>
                  <a:rPr lang="en-IN">
                    <a:noFill/>
                  </a:rPr>
                  <a:t> </a:t>
                </a:r>
              </a:p>
            </p:txBody>
          </p:sp>
        </mc:Fallback>
      </mc:AlternateContent>
    </p:spTree>
    <p:extLst>
      <p:ext uri="{BB962C8B-B14F-4D97-AF65-F5344CB8AC3E}">
        <p14:creationId xmlns:p14="http://schemas.microsoft.com/office/powerpoint/2010/main" val="1158314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 calcmode="lin" valueType="num">
                                      <p:cBhvr additive="base">
                                        <p:cTn id="7"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1A96E18-E979-9E3C-2D58-AAA147C6EA59}"/>
              </a:ext>
            </a:extLst>
          </p:cNvPr>
          <p:cNvSpPr txBox="1"/>
          <p:nvPr/>
        </p:nvSpPr>
        <p:spPr>
          <a:xfrm>
            <a:off x="156519" y="3198167"/>
            <a:ext cx="11938827" cy="461665"/>
          </a:xfrm>
          <a:prstGeom prst="rect">
            <a:avLst/>
          </a:prstGeom>
          <a:solidFill>
            <a:schemeClr val="bg1"/>
          </a:solidFill>
        </p:spPr>
        <p:txBody>
          <a:bodyPr wrap="square">
            <a:spAutoFit/>
          </a:bodyPr>
          <a:lstStyle/>
          <a:p>
            <a:r>
              <a:rPr lang="en-US" sz="2400" b="1" dirty="0">
                <a:solidFill>
                  <a:srgbClr val="FF0000"/>
                </a:solidFill>
                <a:latin typeface="Cambria" panose="02040503050406030204" pitchFamily="18" charset="0"/>
                <a:ea typeface="Cambria" panose="02040503050406030204" pitchFamily="18" charset="0"/>
              </a:rPr>
              <a:t>2-d linear model (concept of star, node, line of fixed points,  and   saddle points)</a:t>
            </a:r>
          </a:p>
        </p:txBody>
      </p:sp>
    </p:spTree>
    <p:extLst>
      <p:ext uri="{BB962C8B-B14F-4D97-AF65-F5344CB8AC3E}">
        <p14:creationId xmlns:p14="http://schemas.microsoft.com/office/powerpoint/2010/main" val="26129283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767A0-9C1A-9A1B-222E-61145A16BD7A}"/>
            </a:ext>
          </a:extLst>
        </p:cNvPr>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0EC5E0F6-AAA5-A5E2-08CE-9B64B8F2E35E}"/>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4F36BE1-99BD-5E65-B2BA-FE85C7E7C34E}"/>
              </a:ext>
            </a:extLst>
          </p:cNvPr>
          <p:cNvSpPr txBox="1"/>
          <p:nvPr/>
        </p:nvSpPr>
        <p:spPr>
          <a:xfrm>
            <a:off x="96654" y="241126"/>
            <a:ext cx="11938827" cy="461665"/>
          </a:xfrm>
          <a:prstGeom prst="rect">
            <a:avLst/>
          </a:prstGeom>
          <a:solidFill>
            <a:schemeClr val="bg1"/>
          </a:solidFill>
        </p:spPr>
        <p:txBody>
          <a:bodyPr wrap="square">
            <a:spAutoFit/>
          </a:bodyPr>
          <a:lstStyle/>
          <a:p>
            <a:r>
              <a:rPr lang="en-US" sz="2400" b="1" dirty="0">
                <a:solidFill>
                  <a:srgbClr val="FF0000"/>
                </a:solidFill>
                <a:latin typeface="Cambria" panose="02040503050406030204" pitchFamily="18" charset="0"/>
                <a:ea typeface="Cambria" panose="02040503050406030204" pitchFamily="18" charset="0"/>
              </a:rPr>
              <a:t>2-d linear model (concept of star, node, line of fixed points,  and   saddle points)</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ACCB4D4-F922-9DD2-D4A4-B1135E0F6369}"/>
                  </a:ext>
                </a:extLst>
              </p:cNvPr>
              <p:cNvSpPr txBox="1"/>
              <p:nvPr/>
            </p:nvSpPr>
            <p:spPr>
              <a:xfrm>
                <a:off x="5182288" y="1400431"/>
                <a:ext cx="1192058" cy="701346"/>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IN" sz="2400" i="1" smtClean="0">
                              <a:solidFill>
                                <a:srgbClr val="836967"/>
                              </a:solidFill>
                              <a:latin typeface="Cambria Math" panose="02040503050406030204" pitchFamily="18" charset="0"/>
                            </a:rPr>
                          </m:ctrlPr>
                        </m:fPr>
                        <m:num>
                          <m:r>
                            <a:rPr lang="en-IN" sz="2400" b="0">
                              <a:latin typeface="Cambria Math" panose="02040503050406030204" pitchFamily="18" charset="0"/>
                            </a:rPr>
                            <m:t>ⅆ</m:t>
                          </m:r>
                          <m:r>
                            <a:rPr lang="en-IN" sz="2400" b="1" i="1" smtClean="0">
                              <a:latin typeface="Cambria Math" panose="02040503050406030204" pitchFamily="18" charset="0"/>
                            </a:rPr>
                            <m:t>𝒙</m:t>
                          </m:r>
                        </m:num>
                        <m:den>
                          <m:r>
                            <a:rPr lang="en-IN" sz="2400" b="0" i="0">
                              <a:latin typeface="Cambria Math" panose="02040503050406030204" pitchFamily="18" charset="0"/>
                            </a:rPr>
                            <m:t>ⅆ</m:t>
                          </m:r>
                          <m:r>
                            <a:rPr lang="en-IN" sz="2400" b="0" i="1">
                              <a:latin typeface="Cambria Math" panose="02040503050406030204" pitchFamily="18" charset="0"/>
                            </a:rPr>
                            <m:t>𝑡</m:t>
                          </m:r>
                        </m:den>
                      </m:f>
                      <m:r>
                        <a:rPr lang="en-IN" sz="2400" b="0" i="0">
                          <a:latin typeface="Cambria Math" panose="02040503050406030204" pitchFamily="18" charset="0"/>
                        </a:rPr>
                        <m:t>=</m:t>
                      </m:r>
                      <m:r>
                        <a:rPr lang="en-IN" sz="2400" b="0" i="1">
                          <a:latin typeface="Cambria Math" panose="02040503050406030204" pitchFamily="18" charset="0"/>
                        </a:rPr>
                        <m:t>𝐴</m:t>
                      </m:r>
                      <m:r>
                        <a:rPr lang="en-IN" sz="2400" b="1" i="1">
                          <a:latin typeface="Cambria Math" panose="02040503050406030204" pitchFamily="18" charset="0"/>
                        </a:rPr>
                        <m:t>𝒙</m:t>
                      </m:r>
                    </m:oMath>
                  </m:oMathPara>
                </a14:m>
                <a:endParaRPr lang="en-IN" sz="2400" b="1" dirty="0"/>
              </a:p>
            </p:txBody>
          </p:sp>
        </mc:Choice>
        <mc:Fallback xmlns="">
          <p:sp>
            <p:nvSpPr>
              <p:cNvPr id="12" name="TextBox 11">
                <a:extLst>
                  <a:ext uri="{FF2B5EF4-FFF2-40B4-BE49-F238E27FC236}">
                    <a16:creationId xmlns:a16="http://schemas.microsoft.com/office/drawing/2014/main" id="{7ACCB4D4-F922-9DD2-D4A4-B1135E0F6369}"/>
                  </a:ext>
                </a:extLst>
              </p:cNvPr>
              <p:cNvSpPr txBox="1">
                <a:spLocks noRot="1" noChangeAspect="1" noMove="1" noResize="1" noEditPoints="1" noAdjustHandles="1" noChangeArrowheads="1" noChangeShapeType="1" noTextEdit="1"/>
              </p:cNvSpPr>
              <p:nvPr/>
            </p:nvSpPr>
            <p:spPr>
              <a:xfrm>
                <a:off x="5182288" y="1400431"/>
                <a:ext cx="1192058" cy="701346"/>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2C50958-6376-ACAB-F5D4-D75A12454588}"/>
                  </a:ext>
                </a:extLst>
              </p:cNvPr>
              <p:cNvSpPr txBox="1"/>
              <p:nvPr/>
            </p:nvSpPr>
            <p:spPr>
              <a:xfrm>
                <a:off x="4201298" y="2265016"/>
                <a:ext cx="2224904" cy="715709"/>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𝐴</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r>
                                  <m:rPr>
                                    <m:brk m:alnAt="7"/>
                                  </m:rPr>
                                  <a:rPr lang="en-US" sz="2400" b="0" i="1" smtClean="0">
                                    <a:latin typeface="Cambria Math" panose="02040503050406030204" pitchFamily="18" charset="0"/>
                                  </a:rPr>
                                  <m:t>𝑎</m:t>
                                </m:r>
                              </m:e>
                              <m:e>
                                <m:r>
                                  <a:rPr lang="en-US" sz="2400" b="0" i="1" smtClean="0">
                                    <a:latin typeface="Cambria Math" panose="02040503050406030204" pitchFamily="18" charset="0"/>
                                  </a:rPr>
                                  <m:t>𝑏</m:t>
                                </m:r>
                              </m:e>
                            </m:mr>
                            <m:mr>
                              <m:e>
                                <m:r>
                                  <a:rPr lang="en-US" sz="2400" b="0" i="1" smtClean="0">
                                    <a:latin typeface="Cambria Math" panose="02040503050406030204" pitchFamily="18" charset="0"/>
                                  </a:rPr>
                                  <m:t>𝑐</m:t>
                                </m:r>
                              </m:e>
                              <m:e>
                                <m:r>
                                  <a:rPr lang="en-US" sz="2400" b="0" i="1" smtClean="0">
                                    <a:latin typeface="Cambria Math" panose="02040503050406030204" pitchFamily="18" charset="0"/>
                                  </a:rPr>
                                  <m:t>𝑑</m:t>
                                </m:r>
                              </m:e>
                            </m:mr>
                          </m:m>
                        </m:e>
                      </m:d>
                    </m:oMath>
                  </m:oMathPara>
                </a14:m>
                <a:endParaRPr lang="en-IN" sz="2400" dirty="0"/>
              </a:p>
            </p:txBody>
          </p:sp>
        </mc:Choice>
        <mc:Fallback xmlns="">
          <p:sp>
            <p:nvSpPr>
              <p:cNvPr id="15" name="TextBox 14">
                <a:extLst>
                  <a:ext uri="{FF2B5EF4-FFF2-40B4-BE49-F238E27FC236}">
                    <a16:creationId xmlns:a16="http://schemas.microsoft.com/office/drawing/2014/main" id="{42C50958-6376-ACAB-F5D4-D75A12454588}"/>
                  </a:ext>
                </a:extLst>
              </p:cNvPr>
              <p:cNvSpPr txBox="1">
                <a:spLocks noRot="1" noChangeAspect="1" noMove="1" noResize="1" noEditPoints="1" noAdjustHandles="1" noChangeArrowheads="1" noChangeShapeType="1" noTextEdit="1"/>
              </p:cNvSpPr>
              <p:nvPr/>
            </p:nvSpPr>
            <p:spPr>
              <a:xfrm>
                <a:off x="4201298" y="2265016"/>
                <a:ext cx="2224904" cy="715709"/>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D8B2615-DB80-C608-E736-A373C7F83353}"/>
                  </a:ext>
                </a:extLst>
              </p:cNvPr>
              <p:cNvSpPr txBox="1"/>
              <p:nvPr/>
            </p:nvSpPr>
            <p:spPr>
              <a:xfrm>
                <a:off x="7509476" y="2940646"/>
                <a:ext cx="2005227" cy="708143"/>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𝐴</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r>
                                  <m:rPr>
                                    <m:brk m:alnAt="7"/>
                                  </m:rPr>
                                  <a:rPr lang="en-US" sz="2400" b="0" i="1" smtClean="0">
                                    <a:latin typeface="Cambria Math" panose="02040503050406030204" pitchFamily="18" charset="0"/>
                                  </a:rPr>
                                  <m:t>𝑎</m:t>
                                </m:r>
                              </m:e>
                              <m:e>
                                <m:r>
                                  <a:rPr lang="en-US" sz="2400" b="0" i="1" smtClean="0">
                                    <a:latin typeface="Cambria Math" panose="02040503050406030204" pitchFamily="18" charset="0"/>
                                  </a:rPr>
                                  <m:t>0</m:t>
                                </m:r>
                              </m:e>
                            </m:mr>
                            <m:mr>
                              <m:e>
                                <m:r>
                                  <a:rPr lang="en-US" sz="2400" b="0" i="1" smtClean="0">
                                    <a:latin typeface="Cambria Math" panose="02040503050406030204" pitchFamily="18" charset="0"/>
                                  </a:rPr>
                                  <m:t>0</m:t>
                                </m:r>
                              </m:e>
                              <m:e>
                                <m:r>
                                  <a:rPr lang="en-US" sz="2400" b="0" i="1" smtClean="0">
                                    <a:latin typeface="Cambria Math" panose="02040503050406030204" pitchFamily="18" charset="0"/>
                                  </a:rPr>
                                  <m:t>−</m:t>
                                </m:r>
                                <m:r>
                                  <a:rPr lang="en-US" sz="2400" b="0" i="1" smtClean="0">
                                    <a:latin typeface="Cambria Math" panose="02040503050406030204" pitchFamily="18" charset="0"/>
                                  </a:rPr>
                                  <m:t>1</m:t>
                                </m:r>
                              </m:e>
                            </m:mr>
                          </m:m>
                        </m:e>
                      </m:d>
                    </m:oMath>
                  </m:oMathPara>
                </a14:m>
                <a:endParaRPr lang="en-IN" sz="2400" dirty="0"/>
              </a:p>
            </p:txBody>
          </p:sp>
        </mc:Choice>
        <mc:Fallback xmlns="">
          <p:sp>
            <p:nvSpPr>
              <p:cNvPr id="3" name="TextBox 2">
                <a:extLst>
                  <a:ext uri="{FF2B5EF4-FFF2-40B4-BE49-F238E27FC236}">
                    <a16:creationId xmlns:a16="http://schemas.microsoft.com/office/drawing/2014/main" id="{2D8B2615-DB80-C608-E736-A373C7F83353}"/>
                  </a:ext>
                </a:extLst>
              </p:cNvPr>
              <p:cNvSpPr txBox="1">
                <a:spLocks noRot="1" noChangeAspect="1" noMove="1" noResize="1" noEditPoints="1" noAdjustHandles="1" noChangeArrowheads="1" noChangeShapeType="1" noTextEdit="1"/>
              </p:cNvSpPr>
              <p:nvPr/>
            </p:nvSpPr>
            <p:spPr>
              <a:xfrm>
                <a:off x="7509476" y="2940646"/>
                <a:ext cx="2005227" cy="708143"/>
              </a:xfrm>
              <a:prstGeom prst="rect">
                <a:avLst/>
              </a:prstGeom>
              <a:blipFill>
                <a:blip r:embed="rId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8000978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1F52086F-5926-4073-55EB-04D733E0C16C}"/>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41126"/>
            <a:ext cx="11938827" cy="400110"/>
          </a:xfrm>
          <a:prstGeom prst="rect">
            <a:avLst/>
          </a:prstGeom>
          <a:solidFill>
            <a:schemeClr val="bg1"/>
          </a:solidFill>
        </p:spPr>
        <p:txBody>
          <a:bodyPr wrap="square">
            <a:spAutoFit/>
          </a:bodyPr>
          <a:lstStyle/>
          <a:p>
            <a:r>
              <a:rPr lang="en-US" sz="2000" b="1" dirty="0">
                <a:solidFill>
                  <a:srgbClr val="FF0000"/>
                </a:solidFill>
                <a:latin typeface="Cambria" panose="02040503050406030204" pitchFamily="18" charset="0"/>
                <a:ea typeface="Cambria" panose="02040503050406030204" pitchFamily="18" charset="0"/>
              </a:rPr>
              <a:t>2-d linear model (concept of star, node, line of fixed points,  and   saddle points) (Model 6)</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C3D86F2-20D7-69BD-7C34-0EFAAADCDE8C}"/>
                  </a:ext>
                </a:extLst>
              </p:cNvPr>
              <p:cNvSpPr txBox="1"/>
              <p:nvPr/>
            </p:nvSpPr>
            <p:spPr>
              <a:xfrm>
                <a:off x="5182288" y="1400431"/>
                <a:ext cx="1192058" cy="701346"/>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IN" sz="2400" i="1" smtClean="0">
                              <a:solidFill>
                                <a:srgbClr val="836967"/>
                              </a:solidFill>
                              <a:latin typeface="Cambria Math" panose="02040503050406030204" pitchFamily="18" charset="0"/>
                            </a:rPr>
                          </m:ctrlPr>
                        </m:fPr>
                        <m:num>
                          <m:r>
                            <a:rPr lang="en-IN" sz="2400" b="0">
                              <a:latin typeface="Cambria Math" panose="02040503050406030204" pitchFamily="18" charset="0"/>
                            </a:rPr>
                            <m:t>ⅆ</m:t>
                          </m:r>
                          <m:r>
                            <a:rPr lang="en-IN" sz="2400" b="1" i="1" smtClean="0">
                              <a:latin typeface="Cambria Math" panose="02040503050406030204" pitchFamily="18" charset="0"/>
                            </a:rPr>
                            <m:t>𝒙</m:t>
                          </m:r>
                        </m:num>
                        <m:den>
                          <m:r>
                            <a:rPr lang="en-IN" sz="2400" b="0" i="0">
                              <a:latin typeface="Cambria Math" panose="02040503050406030204" pitchFamily="18" charset="0"/>
                            </a:rPr>
                            <m:t>ⅆ</m:t>
                          </m:r>
                          <m:r>
                            <a:rPr lang="en-IN" sz="2400" b="0" i="1">
                              <a:latin typeface="Cambria Math" panose="02040503050406030204" pitchFamily="18" charset="0"/>
                            </a:rPr>
                            <m:t>𝑡</m:t>
                          </m:r>
                        </m:den>
                      </m:f>
                      <m:r>
                        <a:rPr lang="en-IN" sz="2400" b="0" i="0">
                          <a:latin typeface="Cambria Math" panose="02040503050406030204" pitchFamily="18" charset="0"/>
                        </a:rPr>
                        <m:t>=</m:t>
                      </m:r>
                      <m:r>
                        <a:rPr lang="en-IN" sz="2400" b="0" i="1">
                          <a:latin typeface="Cambria Math" panose="02040503050406030204" pitchFamily="18" charset="0"/>
                        </a:rPr>
                        <m:t>𝐴</m:t>
                      </m:r>
                      <m:r>
                        <a:rPr lang="en-IN" sz="2400" b="1" i="1">
                          <a:latin typeface="Cambria Math" panose="02040503050406030204" pitchFamily="18" charset="0"/>
                        </a:rPr>
                        <m:t>𝒙</m:t>
                      </m:r>
                    </m:oMath>
                  </m:oMathPara>
                </a14:m>
                <a:endParaRPr lang="en-IN" sz="2400" b="1" dirty="0"/>
              </a:p>
            </p:txBody>
          </p:sp>
        </mc:Choice>
        <mc:Fallback xmlns="">
          <p:sp>
            <p:nvSpPr>
              <p:cNvPr id="12" name="TextBox 11">
                <a:extLst>
                  <a:ext uri="{FF2B5EF4-FFF2-40B4-BE49-F238E27FC236}">
                    <a16:creationId xmlns:a16="http://schemas.microsoft.com/office/drawing/2014/main" id="{2C3D86F2-20D7-69BD-7C34-0EFAAADCDE8C}"/>
                  </a:ext>
                </a:extLst>
              </p:cNvPr>
              <p:cNvSpPr txBox="1">
                <a:spLocks noRot="1" noChangeAspect="1" noMove="1" noResize="1" noEditPoints="1" noAdjustHandles="1" noChangeArrowheads="1" noChangeShapeType="1" noTextEdit="1"/>
              </p:cNvSpPr>
              <p:nvPr/>
            </p:nvSpPr>
            <p:spPr>
              <a:xfrm>
                <a:off x="5182288" y="1400431"/>
                <a:ext cx="1192058" cy="701346"/>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0D1226D-5E0E-DE72-B3C9-3D38F424E802}"/>
                  </a:ext>
                </a:extLst>
              </p:cNvPr>
              <p:cNvSpPr txBox="1"/>
              <p:nvPr/>
            </p:nvSpPr>
            <p:spPr>
              <a:xfrm>
                <a:off x="4201298" y="2265016"/>
                <a:ext cx="2224904" cy="715709"/>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𝐴</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r>
                                  <m:rPr>
                                    <m:brk m:alnAt="7"/>
                                  </m:rPr>
                                  <a:rPr lang="en-US" sz="2400" b="0" i="1" smtClean="0">
                                    <a:latin typeface="Cambria Math" panose="02040503050406030204" pitchFamily="18" charset="0"/>
                                  </a:rPr>
                                  <m:t>𝑎</m:t>
                                </m:r>
                              </m:e>
                              <m:e>
                                <m:r>
                                  <a:rPr lang="en-US" sz="2400" b="0" i="1" smtClean="0">
                                    <a:latin typeface="Cambria Math" panose="02040503050406030204" pitchFamily="18" charset="0"/>
                                  </a:rPr>
                                  <m:t>𝑏</m:t>
                                </m:r>
                              </m:e>
                            </m:mr>
                            <m:mr>
                              <m:e>
                                <m:r>
                                  <a:rPr lang="en-US" sz="2400" b="0" i="1" smtClean="0">
                                    <a:latin typeface="Cambria Math" panose="02040503050406030204" pitchFamily="18" charset="0"/>
                                  </a:rPr>
                                  <m:t>𝑐</m:t>
                                </m:r>
                              </m:e>
                              <m:e>
                                <m:r>
                                  <a:rPr lang="en-US" sz="2400" b="0" i="1" smtClean="0">
                                    <a:latin typeface="Cambria Math" panose="02040503050406030204" pitchFamily="18" charset="0"/>
                                  </a:rPr>
                                  <m:t>𝑑</m:t>
                                </m:r>
                              </m:e>
                            </m:mr>
                          </m:m>
                        </m:e>
                      </m:d>
                    </m:oMath>
                  </m:oMathPara>
                </a14:m>
                <a:endParaRPr lang="en-IN" sz="2400" dirty="0"/>
              </a:p>
            </p:txBody>
          </p:sp>
        </mc:Choice>
        <mc:Fallback xmlns="">
          <p:sp>
            <p:nvSpPr>
              <p:cNvPr id="15" name="TextBox 14">
                <a:extLst>
                  <a:ext uri="{FF2B5EF4-FFF2-40B4-BE49-F238E27FC236}">
                    <a16:creationId xmlns:a16="http://schemas.microsoft.com/office/drawing/2014/main" id="{F0D1226D-5E0E-DE72-B3C9-3D38F424E802}"/>
                  </a:ext>
                </a:extLst>
              </p:cNvPr>
              <p:cNvSpPr txBox="1">
                <a:spLocks noRot="1" noChangeAspect="1" noMove="1" noResize="1" noEditPoints="1" noAdjustHandles="1" noChangeArrowheads="1" noChangeShapeType="1" noTextEdit="1"/>
              </p:cNvSpPr>
              <p:nvPr/>
            </p:nvSpPr>
            <p:spPr>
              <a:xfrm>
                <a:off x="4201298" y="2265016"/>
                <a:ext cx="2224904" cy="715709"/>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7B6992D-9BE6-C0C9-25A0-445EBE1C659F}"/>
                  </a:ext>
                </a:extLst>
              </p:cNvPr>
              <p:cNvSpPr txBox="1"/>
              <p:nvPr/>
            </p:nvSpPr>
            <p:spPr>
              <a:xfrm>
                <a:off x="7509476" y="2940646"/>
                <a:ext cx="2005227" cy="708143"/>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𝐴</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r>
                                  <m:rPr>
                                    <m:brk m:alnAt="7"/>
                                  </m:rPr>
                                  <a:rPr lang="en-US" sz="2400" b="0" i="1" smtClean="0">
                                    <a:latin typeface="Cambria Math" panose="02040503050406030204" pitchFamily="18" charset="0"/>
                                  </a:rPr>
                                  <m:t>𝑎</m:t>
                                </m:r>
                              </m:e>
                              <m:e>
                                <m:r>
                                  <a:rPr lang="en-US" sz="2400" b="0" i="1" smtClean="0">
                                    <a:latin typeface="Cambria Math" panose="02040503050406030204" pitchFamily="18" charset="0"/>
                                  </a:rPr>
                                  <m:t>0</m:t>
                                </m:r>
                              </m:e>
                            </m:mr>
                            <m:mr>
                              <m:e>
                                <m:r>
                                  <a:rPr lang="en-US" sz="2400" b="0" i="1" smtClean="0">
                                    <a:latin typeface="Cambria Math" panose="02040503050406030204" pitchFamily="18" charset="0"/>
                                  </a:rPr>
                                  <m:t>0</m:t>
                                </m:r>
                              </m:e>
                              <m:e>
                                <m:r>
                                  <a:rPr lang="en-US" sz="2400" b="0" i="1" smtClean="0">
                                    <a:latin typeface="Cambria Math" panose="02040503050406030204" pitchFamily="18" charset="0"/>
                                  </a:rPr>
                                  <m:t>−</m:t>
                                </m:r>
                                <m:r>
                                  <a:rPr lang="en-US" sz="2400" b="0" i="1" smtClean="0">
                                    <a:latin typeface="Cambria Math" panose="02040503050406030204" pitchFamily="18" charset="0"/>
                                  </a:rPr>
                                  <m:t>1</m:t>
                                </m:r>
                              </m:e>
                            </m:mr>
                          </m:m>
                        </m:e>
                      </m:d>
                    </m:oMath>
                  </m:oMathPara>
                </a14:m>
                <a:endParaRPr lang="en-IN" sz="2400" dirty="0"/>
              </a:p>
            </p:txBody>
          </p:sp>
        </mc:Choice>
        <mc:Fallback xmlns="">
          <p:sp>
            <p:nvSpPr>
              <p:cNvPr id="3" name="TextBox 2">
                <a:extLst>
                  <a:ext uri="{FF2B5EF4-FFF2-40B4-BE49-F238E27FC236}">
                    <a16:creationId xmlns:a16="http://schemas.microsoft.com/office/drawing/2014/main" id="{B7B6992D-9BE6-C0C9-25A0-445EBE1C659F}"/>
                  </a:ext>
                </a:extLst>
              </p:cNvPr>
              <p:cNvSpPr txBox="1">
                <a:spLocks noRot="1" noChangeAspect="1" noMove="1" noResize="1" noEditPoints="1" noAdjustHandles="1" noChangeArrowheads="1" noChangeShapeType="1" noTextEdit="1"/>
              </p:cNvSpPr>
              <p:nvPr/>
            </p:nvSpPr>
            <p:spPr>
              <a:xfrm>
                <a:off x="7509476" y="2940646"/>
                <a:ext cx="2005227" cy="708143"/>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67AE5EE-5C58-7524-E636-A93EA14F72EC}"/>
                  </a:ext>
                </a:extLst>
              </p:cNvPr>
              <p:cNvSpPr txBox="1"/>
              <p:nvPr/>
            </p:nvSpPr>
            <p:spPr>
              <a:xfrm>
                <a:off x="4063567" y="3860968"/>
                <a:ext cx="1157753" cy="701346"/>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IN" sz="2400" i="1" smtClean="0">
                              <a:solidFill>
                                <a:srgbClr val="836967"/>
                              </a:solidFill>
                              <a:latin typeface="Cambria Math" panose="02040503050406030204" pitchFamily="18" charset="0"/>
                            </a:rPr>
                          </m:ctrlPr>
                        </m:fPr>
                        <m:num>
                          <m:r>
                            <a:rPr lang="en-IN" sz="2400" b="0">
                              <a:latin typeface="Cambria Math" panose="02040503050406030204" pitchFamily="18" charset="0"/>
                            </a:rPr>
                            <m:t>ⅆ</m:t>
                          </m:r>
                          <m:r>
                            <a:rPr lang="en-US" sz="2400" b="0" i="1" smtClean="0">
                              <a:latin typeface="Cambria Math" panose="02040503050406030204" pitchFamily="18" charset="0"/>
                            </a:rPr>
                            <m:t>𝑥</m:t>
                          </m:r>
                        </m:num>
                        <m:den>
                          <m:r>
                            <a:rPr lang="en-IN" sz="2400" b="0" i="0">
                              <a:latin typeface="Cambria Math" panose="02040503050406030204" pitchFamily="18" charset="0"/>
                            </a:rPr>
                            <m:t>ⅆ</m:t>
                          </m:r>
                          <m:r>
                            <a:rPr lang="en-IN" sz="2400" b="0" i="1">
                              <a:latin typeface="Cambria Math" panose="02040503050406030204" pitchFamily="18" charset="0"/>
                            </a:rPr>
                            <m:t>𝑡</m:t>
                          </m:r>
                        </m:den>
                      </m:f>
                      <m:r>
                        <a:rPr lang="en-US" sz="2400" b="0" i="1" smtClean="0">
                          <a:latin typeface="Cambria Math" panose="02040503050406030204" pitchFamily="18" charset="0"/>
                        </a:rPr>
                        <m:t>=</m:t>
                      </m:r>
                      <m:r>
                        <a:rPr lang="en-US" sz="2400" b="0" i="1" smtClean="0">
                          <a:latin typeface="Cambria Math" panose="02040503050406030204" pitchFamily="18" charset="0"/>
                        </a:rPr>
                        <m:t>𝑎𝑥</m:t>
                      </m:r>
                    </m:oMath>
                  </m:oMathPara>
                </a14:m>
                <a:endParaRPr lang="en-IN" sz="2400" b="1" dirty="0"/>
              </a:p>
            </p:txBody>
          </p:sp>
        </mc:Choice>
        <mc:Fallback xmlns="">
          <p:sp>
            <p:nvSpPr>
              <p:cNvPr id="4" name="TextBox 3">
                <a:extLst>
                  <a:ext uri="{FF2B5EF4-FFF2-40B4-BE49-F238E27FC236}">
                    <a16:creationId xmlns:a16="http://schemas.microsoft.com/office/drawing/2014/main" id="{967AE5EE-5C58-7524-E636-A93EA14F72EC}"/>
                  </a:ext>
                </a:extLst>
              </p:cNvPr>
              <p:cNvSpPr txBox="1">
                <a:spLocks noRot="1" noChangeAspect="1" noMove="1" noResize="1" noEditPoints="1" noAdjustHandles="1" noChangeArrowheads="1" noChangeShapeType="1" noTextEdit="1"/>
              </p:cNvSpPr>
              <p:nvPr/>
            </p:nvSpPr>
            <p:spPr>
              <a:xfrm>
                <a:off x="4063567" y="3860968"/>
                <a:ext cx="1157753" cy="70134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068BA54-0AB7-0E3D-31E6-E6D2014CD1C3}"/>
                  </a:ext>
                </a:extLst>
              </p:cNvPr>
              <p:cNvSpPr txBox="1"/>
              <p:nvPr/>
            </p:nvSpPr>
            <p:spPr>
              <a:xfrm>
                <a:off x="5399818" y="3841604"/>
                <a:ext cx="1202124" cy="701346"/>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IN" sz="2400" i="1" smtClean="0">
                              <a:solidFill>
                                <a:srgbClr val="836967"/>
                              </a:solidFill>
                              <a:latin typeface="Cambria Math" panose="02040503050406030204" pitchFamily="18" charset="0"/>
                            </a:rPr>
                          </m:ctrlPr>
                        </m:fPr>
                        <m:num>
                          <m:r>
                            <a:rPr lang="en-IN" sz="2400" b="0">
                              <a:latin typeface="Cambria Math" panose="02040503050406030204" pitchFamily="18" charset="0"/>
                            </a:rPr>
                            <m:t>ⅆ</m:t>
                          </m:r>
                          <m:r>
                            <a:rPr lang="en-US" sz="2400" b="0" i="1" smtClean="0">
                              <a:latin typeface="Cambria Math" panose="02040503050406030204" pitchFamily="18" charset="0"/>
                            </a:rPr>
                            <m:t>𝑦</m:t>
                          </m:r>
                        </m:num>
                        <m:den>
                          <m:r>
                            <a:rPr lang="en-IN" sz="2400" b="0" i="0">
                              <a:latin typeface="Cambria Math" panose="02040503050406030204" pitchFamily="18" charset="0"/>
                            </a:rPr>
                            <m:t>ⅆ</m:t>
                          </m:r>
                          <m:r>
                            <a:rPr lang="en-IN" sz="2400" b="0" i="1">
                              <a:latin typeface="Cambria Math" panose="02040503050406030204" pitchFamily="18" charset="0"/>
                            </a:rPr>
                            <m:t>𝑡</m:t>
                          </m:r>
                        </m:den>
                      </m:f>
                      <m:r>
                        <a:rPr lang="en-IN" sz="2400" b="0" i="0">
                          <a:latin typeface="Cambria Math" panose="02040503050406030204" pitchFamily="18" charset="0"/>
                        </a:rPr>
                        <m:t>=</m:t>
                      </m:r>
                      <m:r>
                        <a:rPr lang="en-US" sz="2400" b="0" i="0" smtClean="0">
                          <a:latin typeface="Cambria Math" panose="02040503050406030204" pitchFamily="18" charset="0"/>
                        </a:rPr>
                        <m:t>−</m:t>
                      </m:r>
                      <m:r>
                        <m:rPr>
                          <m:sty m:val="p"/>
                        </m:rPr>
                        <a:rPr lang="en-US" sz="2400" b="0" i="0" smtClean="0">
                          <a:latin typeface="Cambria Math" panose="02040503050406030204" pitchFamily="18" charset="0"/>
                        </a:rPr>
                        <m:t>y</m:t>
                      </m:r>
                    </m:oMath>
                  </m:oMathPara>
                </a14:m>
                <a:endParaRPr lang="en-IN" sz="2400" b="1" dirty="0"/>
              </a:p>
            </p:txBody>
          </p:sp>
        </mc:Choice>
        <mc:Fallback xmlns="">
          <p:sp>
            <p:nvSpPr>
              <p:cNvPr id="5" name="TextBox 4">
                <a:extLst>
                  <a:ext uri="{FF2B5EF4-FFF2-40B4-BE49-F238E27FC236}">
                    <a16:creationId xmlns:a16="http://schemas.microsoft.com/office/drawing/2014/main" id="{9068BA54-0AB7-0E3D-31E6-E6D2014CD1C3}"/>
                  </a:ext>
                </a:extLst>
              </p:cNvPr>
              <p:cNvSpPr txBox="1">
                <a:spLocks noRot="1" noChangeAspect="1" noMove="1" noResize="1" noEditPoints="1" noAdjustHandles="1" noChangeArrowheads="1" noChangeShapeType="1" noTextEdit="1"/>
              </p:cNvSpPr>
              <p:nvPr/>
            </p:nvSpPr>
            <p:spPr>
              <a:xfrm>
                <a:off x="5399818" y="3841604"/>
                <a:ext cx="1202124" cy="701346"/>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2382943-2226-A308-CF45-A818BC66E2C5}"/>
                  </a:ext>
                </a:extLst>
              </p:cNvPr>
              <p:cNvSpPr txBox="1"/>
              <p:nvPr/>
            </p:nvSpPr>
            <p:spPr>
              <a:xfrm>
                <a:off x="3641995" y="4897087"/>
                <a:ext cx="1532808" cy="369332"/>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836967"/>
                          </a:solidFill>
                          <a:latin typeface="Cambria Math" panose="02040503050406030204" pitchFamily="18" charset="0"/>
                        </a:rPr>
                        <m:t>𝑥</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0</m:t>
                          </m:r>
                        </m:sub>
                      </m:sSub>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r>
                            <a:rPr lang="en-US" sz="2400" b="0" i="1" smtClean="0">
                              <a:latin typeface="Cambria Math" panose="02040503050406030204" pitchFamily="18" charset="0"/>
                            </a:rPr>
                            <m:t>𝑎𝑡</m:t>
                          </m:r>
                        </m:sup>
                      </m:sSup>
                    </m:oMath>
                  </m:oMathPara>
                </a14:m>
                <a:endParaRPr lang="en-IN" sz="2400" b="1" dirty="0"/>
              </a:p>
            </p:txBody>
          </p:sp>
        </mc:Choice>
        <mc:Fallback xmlns="">
          <p:sp>
            <p:nvSpPr>
              <p:cNvPr id="7" name="TextBox 6">
                <a:extLst>
                  <a:ext uri="{FF2B5EF4-FFF2-40B4-BE49-F238E27FC236}">
                    <a16:creationId xmlns:a16="http://schemas.microsoft.com/office/drawing/2014/main" id="{02382943-2226-A308-CF45-A818BC66E2C5}"/>
                  </a:ext>
                </a:extLst>
              </p:cNvPr>
              <p:cNvSpPr txBox="1">
                <a:spLocks noRot="1" noChangeAspect="1" noMove="1" noResize="1" noEditPoints="1" noAdjustHandles="1" noChangeArrowheads="1" noChangeShapeType="1" noTextEdit="1"/>
              </p:cNvSpPr>
              <p:nvPr/>
            </p:nvSpPr>
            <p:spPr>
              <a:xfrm>
                <a:off x="3641995" y="4897087"/>
                <a:ext cx="1532808" cy="369332"/>
              </a:xfrm>
              <a:prstGeom prst="rect">
                <a:avLst/>
              </a:prstGeom>
              <a:blipFill>
                <a:blip r:embed="rId8"/>
                <a:stretch>
                  <a:fillRect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9DB56EB-1BCE-322D-F18E-2876476F9504}"/>
                  </a:ext>
                </a:extLst>
              </p:cNvPr>
              <p:cNvSpPr txBox="1"/>
              <p:nvPr/>
            </p:nvSpPr>
            <p:spPr>
              <a:xfrm>
                <a:off x="5484392" y="4897086"/>
                <a:ext cx="1532808" cy="369332"/>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0</m:t>
                          </m:r>
                        </m:sub>
                      </m:sSub>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r>
                            <a:rPr lang="en-US" sz="2400" b="0" i="1" smtClean="0">
                              <a:latin typeface="Cambria Math" panose="02040503050406030204" pitchFamily="18" charset="0"/>
                            </a:rPr>
                            <m:t>−</m:t>
                          </m:r>
                          <m:r>
                            <a:rPr lang="en-US" sz="2400" b="0" i="1" smtClean="0">
                              <a:latin typeface="Cambria Math" panose="02040503050406030204" pitchFamily="18" charset="0"/>
                            </a:rPr>
                            <m:t>𝑡</m:t>
                          </m:r>
                        </m:sup>
                      </m:sSup>
                    </m:oMath>
                  </m:oMathPara>
                </a14:m>
                <a:endParaRPr lang="en-IN" sz="2400" b="1" dirty="0"/>
              </a:p>
            </p:txBody>
          </p:sp>
        </mc:Choice>
        <mc:Fallback xmlns="">
          <p:sp>
            <p:nvSpPr>
              <p:cNvPr id="8" name="TextBox 7">
                <a:extLst>
                  <a:ext uri="{FF2B5EF4-FFF2-40B4-BE49-F238E27FC236}">
                    <a16:creationId xmlns:a16="http://schemas.microsoft.com/office/drawing/2014/main" id="{59DB56EB-1BCE-322D-F18E-2876476F9504}"/>
                  </a:ext>
                </a:extLst>
              </p:cNvPr>
              <p:cNvSpPr txBox="1">
                <a:spLocks noRot="1" noChangeAspect="1" noMove="1" noResize="1" noEditPoints="1" noAdjustHandles="1" noChangeArrowheads="1" noChangeShapeType="1" noTextEdit="1"/>
              </p:cNvSpPr>
              <p:nvPr/>
            </p:nvSpPr>
            <p:spPr>
              <a:xfrm>
                <a:off x="5484392" y="4897086"/>
                <a:ext cx="1532808" cy="369332"/>
              </a:xfrm>
              <a:prstGeom prst="rect">
                <a:avLst/>
              </a:prstGeom>
              <a:blipFill>
                <a:blip r:embed="rId9"/>
                <a:stretch>
                  <a:fillRect l="-398"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6D40AB6-AAE2-CB7F-A7ED-7BFF2BF88C70}"/>
                  </a:ext>
                </a:extLst>
              </p:cNvPr>
              <p:cNvSpPr txBox="1"/>
              <p:nvPr/>
            </p:nvSpPr>
            <p:spPr>
              <a:xfrm flipH="1">
                <a:off x="1112682" y="5750206"/>
                <a:ext cx="9776395" cy="369332"/>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When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&lt;</m:t>
                    </m:r>
                    <m:r>
                      <a:rPr lang="en-US" b="0" i="1" smtClean="0">
                        <a:latin typeface="Cambria Math" panose="02040503050406030204" pitchFamily="18" charset="0"/>
                      </a:rPr>
                      <m:t>0</m:t>
                    </m:r>
                  </m:oMath>
                </a14:m>
                <a:r>
                  <a:rPr lang="en-IN" dirty="0">
                    <a:latin typeface="Cambria" panose="02040503050406030204" pitchFamily="18" charset="0"/>
                    <a:ea typeface="Cambria" panose="02040503050406030204" pitchFamily="18" charset="0"/>
                  </a:rPr>
                  <a:t>, </a:t>
                </a:r>
                <a14:m>
                  <m:oMath xmlns:m="http://schemas.openxmlformats.org/officeDocument/2006/math">
                    <m:r>
                      <a:rPr lang="en-US" b="0" i="1" smtClean="0">
                        <a:latin typeface="Cambria Math" panose="02040503050406030204" pitchFamily="18" charset="0"/>
                      </a:rPr>
                      <m:t>𝑥</m:t>
                    </m:r>
                  </m:oMath>
                </a14:m>
                <a:r>
                  <a:rPr lang="en-IN" dirty="0">
                    <a:latin typeface="Cambria" panose="02040503050406030204" pitchFamily="18" charset="0"/>
                    <a:ea typeface="Cambria" panose="02040503050406030204" pitchFamily="18" charset="0"/>
                  </a:rPr>
                  <a:t> decays (actually both) exponentially. Therefore, both will reach to  </a:t>
                </a:r>
                <a:r>
                  <a:rPr lang="en-IN" dirty="0">
                    <a:solidFill>
                      <a:srgbClr val="FF0000"/>
                    </a:solidFill>
                    <a:latin typeface="Cambria" panose="02040503050406030204" pitchFamily="18" charset="0"/>
                    <a:ea typeface="Cambria" panose="02040503050406030204" pitchFamily="18" charset="0"/>
                  </a:rPr>
                  <a:t>zero. </a:t>
                </a:r>
              </a:p>
            </p:txBody>
          </p:sp>
        </mc:Choice>
        <mc:Fallback xmlns="">
          <p:sp>
            <p:nvSpPr>
              <p:cNvPr id="6" name="TextBox 5">
                <a:extLst>
                  <a:ext uri="{FF2B5EF4-FFF2-40B4-BE49-F238E27FC236}">
                    <a16:creationId xmlns:a16="http://schemas.microsoft.com/office/drawing/2014/main" id="{36D40AB6-AAE2-CB7F-A7ED-7BFF2BF88C70}"/>
                  </a:ext>
                </a:extLst>
              </p:cNvPr>
              <p:cNvSpPr txBox="1">
                <a:spLocks noRot="1" noChangeAspect="1" noMove="1" noResize="1" noEditPoints="1" noAdjustHandles="1" noChangeArrowheads="1" noChangeShapeType="1" noTextEdit="1"/>
              </p:cNvSpPr>
              <p:nvPr/>
            </p:nvSpPr>
            <p:spPr>
              <a:xfrm flipH="1">
                <a:off x="1112682" y="5750206"/>
                <a:ext cx="9776395" cy="369332"/>
              </a:xfrm>
              <a:prstGeom prst="rect">
                <a:avLst/>
              </a:prstGeom>
              <a:blipFill>
                <a:blip r:embed="rId10"/>
                <a:stretch>
                  <a:fillRect l="-437" t="-9836" b="-22951"/>
                </a:stretch>
              </a:blipFill>
            </p:spPr>
            <p:txBody>
              <a:bodyPr/>
              <a:lstStyle/>
              <a:p>
                <a:r>
                  <a:rPr lang="en-IN">
                    <a:noFill/>
                  </a:rPr>
                  <a:t> </a:t>
                </a:r>
              </a:p>
            </p:txBody>
          </p:sp>
        </mc:Fallback>
      </mc:AlternateContent>
    </p:spTree>
    <p:extLst>
      <p:ext uri="{BB962C8B-B14F-4D97-AF65-F5344CB8AC3E}">
        <p14:creationId xmlns:p14="http://schemas.microsoft.com/office/powerpoint/2010/main" val="21392768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F6BB9EF6-0B4A-79BA-2D9E-0584B3978D7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41126"/>
            <a:ext cx="11938827" cy="461665"/>
          </a:xfrm>
          <a:prstGeom prst="rect">
            <a:avLst/>
          </a:prstGeom>
          <a:solidFill>
            <a:schemeClr val="bg1"/>
          </a:solidFill>
        </p:spPr>
        <p:txBody>
          <a:bodyPr wrap="square">
            <a:spAutoFit/>
          </a:bodyPr>
          <a:lstStyle/>
          <a:p>
            <a:r>
              <a:rPr lang="en-US" sz="2400" b="1">
                <a:solidFill>
                  <a:srgbClr val="FF0000"/>
                </a:solidFill>
                <a:latin typeface="Cambria" panose="02040503050406030204" pitchFamily="18" charset="0"/>
                <a:ea typeface="Cambria" panose="02040503050406030204" pitchFamily="18" charset="0"/>
              </a:rPr>
              <a:t>2-d linear model (concept of star, node, line of fixed points,  and   saddle points)</a:t>
            </a:r>
            <a:endParaRPr lang="en-US" sz="2400" b="1" dirty="0">
              <a:solidFill>
                <a:srgbClr val="FF0000"/>
              </a:solidFill>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C4D16012-1587-5CA0-F5C3-1BD4E7AC3603}"/>
              </a:ext>
            </a:extLst>
          </p:cNvPr>
          <p:cNvPicPr>
            <a:picLocks noChangeAspect="1"/>
          </p:cNvPicPr>
          <p:nvPr/>
        </p:nvPicPr>
        <p:blipFill>
          <a:blip r:embed="rId3"/>
          <a:stretch>
            <a:fillRect/>
          </a:stretch>
        </p:blipFill>
        <p:spPr>
          <a:xfrm>
            <a:off x="482225" y="1301190"/>
            <a:ext cx="2521699" cy="2664178"/>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DBEDF0C-7473-DF42-B221-EE3AA2F2C503}"/>
                  </a:ext>
                </a:extLst>
              </p:cNvPr>
              <p:cNvSpPr txBox="1"/>
              <p:nvPr/>
            </p:nvSpPr>
            <p:spPr>
              <a:xfrm flipH="1">
                <a:off x="3306784" y="2633279"/>
                <a:ext cx="6984342" cy="1323439"/>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IN" sz="2000" b="1" dirty="0">
                    <a:latin typeface="Cambria" panose="02040503050406030204" pitchFamily="18" charset="0"/>
                    <a:ea typeface="Cambria" panose="02040503050406030204" pitchFamily="18" charset="0"/>
                  </a:rPr>
                  <a:t>Case 1: </a:t>
                </a:r>
                <a14:m>
                  <m:oMath xmlns:m="http://schemas.openxmlformats.org/officeDocument/2006/math">
                    <m:r>
                      <a:rPr lang="en-US" sz="2000" b="1" i="1" smtClean="0">
                        <a:latin typeface="Cambria Math" panose="02040503050406030204" pitchFamily="18" charset="0"/>
                        <a:ea typeface="Cambria" panose="02040503050406030204" pitchFamily="18" charset="0"/>
                      </a:rPr>
                      <m:t>𝒂</m:t>
                    </m:r>
                    <m:r>
                      <a:rPr lang="en-US" sz="2000" b="1" i="1" smtClean="0">
                        <a:latin typeface="Cambria Math" panose="02040503050406030204" pitchFamily="18" charset="0"/>
                        <a:ea typeface="Cambria" panose="02040503050406030204" pitchFamily="18" charset="0"/>
                      </a:rPr>
                      <m:t>&lt;−</m:t>
                    </m:r>
                    <m:r>
                      <a:rPr lang="en-US" sz="2000" b="1" i="1" smtClean="0">
                        <a:latin typeface="Cambria Math" panose="02040503050406030204" pitchFamily="18" charset="0"/>
                        <a:ea typeface="Cambria" panose="02040503050406030204" pitchFamily="18" charset="0"/>
                      </a:rPr>
                      <m:t>𝟏</m:t>
                    </m:r>
                    <m:r>
                      <a:rPr lang="en-US" sz="2000" b="1" i="1" smtClean="0">
                        <a:latin typeface="Cambria Math" panose="02040503050406030204" pitchFamily="18" charset="0"/>
                        <a:ea typeface="Cambria" panose="02040503050406030204" pitchFamily="18" charset="0"/>
                      </a:rPr>
                      <m:t> </m:t>
                    </m:r>
                  </m:oMath>
                </a14:m>
                <a:r>
                  <a:rPr lang="en-IN" sz="2000" dirty="0">
                    <a:latin typeface="Cambria" panose="02040503050406030204" pitchFamily="18" charset="0"/>
                    <a:ea typeface="Cambria" panose="02040503050406030204" pitchFamily="18" charset="0"/>
                  </a:rPr>
                  <a:t>Along x , it decays faster compared to y. Starting from far away point, the trajectory approaches to the origin tangent to the slower direction (y-direction) . </a:t>
                </a:r>
              </a:p>
              <a:p>
                <a:pPr marL="285750" indent="-285750">
                  <a:buFont typeface="Arial" panose="020B0604020202020204" pitchFamily="34" charset="0"/>
                  <a:buChar char="•"/>
                </a:pPr>
                <a:r>
                  <a:rPr lang="en-IN" sz="2000" b="1" dirty="0">
                    <a:solidFill>
                      <a:srgbClr val="FF0000"/>
                    </a:solidFill>
                    <a:latin typeface="Cambria" panose="02040503050406030204" pitchFamily="18" charset="0"/>
                    <a:ea typeface="Cambria" panose="02040503050406030204" pitchFamily="18" charset="0"/>
                  </a:rPr>
                  <a:t>Stable Node</a:t>
                </a:r>
              </a:p>
            </p:txBody>
          </p:sp>
        </mc:Choice>
        <mc:Fallback xmlns="">
          <p:sp>
            <p:nvSpPr>
              <p:cNvPr id="9" name="TextBox 8">
                <a:extLst>
                  <a:ext uri="{FF2B5EF4-FFF2-40B4-BE49-F238E27FC236}">
                    <a16:creationId xmlns:a16="http://schemas.microsoft.com/office/drawing/2014/main" id="{6DBEDF0C-7473-DF42-B221-EE3AA2F2C503}"/>
                  </a:ext>
                </a:extLst>
              </p:cNvPr>
              <p:cNvSpPr txBox="1">
                <a:spLocks noRot="1" noChangeAspect="1" noMove="1" noResize="1" noEditPoints="1" noAdjustHandles="1" noChangeArrowheads="1" noChangeShapeType="1" noTextEdit="1"/>
              </p:cNvSpPr>
              <p:nvPr/>
            </p:nvSpPr>
            <p:spPr>
              <a:xfrm flipH="1">
                <a:off x="3306784" y="2633279"/>
                <a:ext cx="6984342" cy="1323439"/>
              </a:xfrm>
              <a:prstGeom prst="rect">
                <a:avLst/>
              </a:prstGeom>
              <a:blipFill>
                <a:blip r:embed="rId4"/>
                <a:stretch>
                  <a:fillRect l="-785" t="-2765" b="-737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6A61060-4CC0-66BC-6506-41C2F198AF6C}"/>
                  </a:ext>
                </a:extLst>
              </p:cNvPr>
              <p:cNvSpPr txBox="1"/>
              <p:nvPr/>
            </p:nvSpPr>
            <p:spPr>
              <a:xfrm>
                <a:off x="3283171" y="1660988"/>
                <a:ext cx="6802394" cy="707886"/>
              </a:xfrm>
              <a:prstGeom prst="rect">
                <a:avLst/>
              </a:prstGeom>
              <a:solidFill>
                <a:schemeClr val="bg1"/>
              </a:solidFill>
            </p:spPr>
            <p:txBody>
              <a:bodyPr wrap="square">
                <a:spAutoFit/>
              </a:bodyPr>
              <a:lstStyle/>
              <a:p>
                <a:pPr marL="285750"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When </a:t>
                </a:r>
                <a14:m>
                  <m:oMath xmlns:m="http://schemas.openxmlformats.org/officeDocument/2006/math">
                    <m:r>
                      <a:rPr lang="en-US" sz="2000" b="0" i="1" smtClean="0">
                        <a:latin typeface="Cambria Math" panose="02040503050406030204" pitchFamily="18" charset="0"/>
                      </a:rPr>
                      <m:t>𝑎</m:t>
                    </m:r>
                    <m:r>
                      <a:rPr lang="en-US" sz="2000" b="0" i="1" smtClean="0">
                        <a:latin typeface="Cambria Math" panose="02040503050406030204" pitchFamily="18" charset="0"/>
                      </a:rPr>
                      <m:t>&lt;</m:t>
                    </m:r>
                    <m:r>
                      <a:rPr lang="en-US" sz="2000" b="0" i="1" smtClean="0">
                        <a:latin typeface="Cambria Math" panose="02040503050406030204" pitchFamily="18" charset="0"/>
                      </a:rPr>
                      <m:t>0</m:t>
                    </m:r>
                  </m:oMath>
                </a14:m>
                <a:r>
                  <a:rPr lang="en-IN" sz="2000" dirty="0">
                    <a:latin typeface="Cambria" panose="02040503050406030204" pitchFamily="18" charset="0"/>
                    <a:ea typeface="Cambria" panose="02040503050406030204" pitchFamily="18" charset="0"/>
                  </a:rPr>
                  <a:t>, </a:t>
                </a:r>
                <a14:m>
                  <m:oMath xmlns:m="http://schemas.openxmlformats.org/officeDocument/2006/math">
                    <m:r>
                      <a:rPr lang="en-US" sz="2000" b="0" i="1" smtClean="0">
                        <a:latin typeface="Cambria Math" panose="02040503050406030204" pitchFamily="18" charset="0"/>
                      </a:rPr>
                      <m:t>𝑥</m:t>
                    </m:r>
                  </m:oMath>
                </a14:m>
                <a:r>
                  <a:rPr lang="en-IN" sz="2000" dirty="0">
                    <a:latin typeface="Cambria" panose="02040503050406030204" pitchFamily="18" charset="0"/>
                    <a:ea typeface="Cambria" panose="02040503050406030204" pitchFamily="18" charset="0"/>
                  </a:rPr>
                  <a:t> decays (actually both) exponentially. Therefore, both will reach to  </a:t>
                </a:r>
                <a:r>
                  <a:rPr lang="en-IN" sz="2000" dirty="0">
                    <a:solidFill>
                      <a:srgbClr val="FF0000"/>
                    </a:solidFill>
                    <a:latin typeface="Cambria" panose="02040503050406030204" pitchFamily="18" charset="0"/>
                    <a:ea typeface="Cambria" panose="02040503050406030204" pitchFamily="18" charset="0"/>
                  </a:rPr>
                  <a:t>zero. </a:t>
                </a:r>
              </a:p>
            </p:txBody>
          </p:sp>
        </mc:Choice>
        <mc:Fallback xmlns="">
          <p:sp>
            <p:nvSpPr>
              <p:cNvPr id="14" name="TextBox 13">
                <a:extLst>
                  <a:ext uri="{FF2B5EF4-FFF2-40B4-BE49-F238E27FC236}">
                    <a16:creationId xmlns:a16="http://schemas.microsoft.com/office/drawing/2014/main" id="{86A61060-4CC0-66BC-6506-41C2F198AF6C}"/>
                  </a:ext>
                </a:extLst>
              </p:cNvPr>
              <p:cNvSpPr txBox="1">
                <a:spLocks noRot="1" noChangeAspect="1" noMove="1" noResize="1" noEditPoints="1" noAdjustHandles="1" noChangeArrowheads="1" noChangeShapeType="1" noTextEdit="1"/>
              </p:cNvSpPr>
              <p:nvPr/>
            </p:nvSpPr>
            <p:spPr>
              <a:xfrm>
                <a:off x="3283171" y="1660988"/>
                <a:ext cx="6802394" cy="707886"/>
              </a:xfrm>
              <a:prstGeom prst="rect">
                <a:avLst/>
              </a:prstGeom>
              <a:blipFill>
                <a:blip r:embed="rId5"/>
                <a:stretch>
                  <a:fillRect l="-807" t="-4274" b="-13675"/>
                </a:stretch>
              </a:blipFill>
            </p:spPr>
            <p:txBody>
              <a:bodyPr/>
              <a:lstStyle/>
              <a:p>
                <a:r>
                  <a:rPr lang="en-IN">
                    <a:noFill/>
                  </a:rPr>
                  <a:t> </a:t>
                </a:r>
              </a:p>
            </p:txBody>
          </p:sp>
        </mc:Fallback>
      </mc:AlternateContent>
    </p:spTree>
    <p:extLst>
      <p:ext uri="{BB962C8B-B14F-4D97-AF65-F5344CB8AC3E}">
        <p14:creationId xmlns:p14="http://schemas.microsoft.com/office/powerpoint/2010/main" val="1172416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F6BB9EF6-0B4A-79BA-2D9E-0584B3978D7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41126"/>
            <a:ext cx="11938827" cy="461665"/>
          </a:xfrm>
          <a:prstGeom prst="rect">
            <a:avLst/>
          </a:prstGeom>
          <a:solidFill>
            <a:schemeClr val="bg1"/>
          </a:solidFill>
        </p:spPr>
        <p:txBody>
          <a:bodyPr wrap="square">
            <a:spAutoFit/>
          </a:bodyPr>
          <a:lstStyle/>
          <a:p>
            <a:r>
              <a:rPr lang="en-US" sz="2400" b="1">
                <a:solidFill>
                  <a:srgbClr val="FF0000"/>
                </a:solidFill>
                <a:latin typeface="Cambria" panose="02040503050406030204" pitchFamily="18" charset="0"/>
                <a:ea typeface="Cambria" panose="02040503050406030204" pitchFamily="18" charset="0"/>
              </a:rPr>
              <a:t>2-d linear model (concept of star, node, line of fixed points,  and   saddle points)</a:t>
            </a:r>
            <a:endParaRPr lang="en-US" sz="2400" b="1" dirty="0">
              <a:solidFill>
                <a:srgbClr val="FF0000"/>
              </a:solidFill>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C4D16012-1587-5CA0-F5C3-1BD4E7AC3603}"/>
              </a:ext>
            </a:extLst>
          </p:cNvPr>
          <p:cNvPicPr>
            <a:picLocks noChangeAspect="1"/>
          </p:cNvPicPr>
          <p:nvPr/>
        </p:nvPicPr>
        <p:blipFill>
          <a:blip r:embed="rId3"/>
          <a:stretch>
            <a:fillRect/>
          </a:stretch>
        </p:blipFill>
        <p:spPr>
          <a:xfrm>
            <a:off x="482225" y="1301190"/>
            <a:ext cx="2521699" cy="2664178"/>
          </a:xfrm>
          <a:prstGeom prst="rect">
            <a:avLst/>
          </a:prstGeom>
        </p:spPr>
      </p:pic>
      <p:pic>
        <p:nvPicPr>
          <p:cNvPr id="8" name="Picture 7">
            <a:extLst>
              <a:ext uri="{FF2B5EF4-FFF2-40B4-BE49-F238E27FC236}">
                <a16:creationId xmlns:a16="http://schemas.microsoft.com/office/drawing/2014/main" id="{281DC438-8CEC-9AF2-ABBD-90565565ABD2}"/>
              </a:ext>
            </a:extLst>
          </p:cNvPr>
          <p:cNvPicPr>
            <a:picLocks noChangeAspect="1"/>
          </p:cNvPicPr>
          <p:nvPr/>
        </p:nvPicPr>
        <p:blipFill>
          <a:blip r:embed="rId4"/>
          <a:stretch>
            <a:fillRect/>
          </a:stretch>
        </p:blipFill>
        <p:spPr>
          <a:xfrm>
            <a:off x="482225" y="4168282"/>
            <a:ext cx="2521699" cy="2551289"/>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88415E0-5323-E1E7-CAEA-43160FD99A98}"/>
                  </a:ext>
                </a:extLst>
              </p:cNvPr>
              <p:cNvSpPr txBox="1"/>
              <p:nvPr/>
            </p:nvSpPr>
            <p:spPr>
              <a:xfrm flipH="1">
                <a:off x="3192161" y="4243597"/>
                <a:ext cx="6984342" cy="1938992"/>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When </a:t>
                </a:r>
                <a14:m>
                  <m:oMath xmlns:m="http://schemas.openxmlformats.org/officeDocument/2006/math">
                    <m:r>
                      <a:rPr lang="en-US" sz="2000" b="0" i="1" smtClean="0">
                        <a:latin typeface="Cambria Math" panose="02040503050406030204" pitchFamily="18" charset="0"/>
                      </a:rPr>
                      <m:t>𝑎</m:t>
                    </m:r>
                    <m:r>
                      <a:rPr lang="en-US" sz="2000" b="0" i="1" smtClean="0">
                        <a:latin typeface="Cambria Math" panose="02040503050406030204" pitchFamily="18" charset="0"/>
                      </a:rPr>
                      <m:t>&lt;</m:t>
                    </m:r>
                    <m:r>
                      <a:rPr lang="en-US" sz="2000" b="0" i="1" smtClean="0">
                        <a:latin typeface="Cambria Math" panose="02040503050406030204" pitchFamily="18" charset="0"/>
                      </a:rPr>
                      <m:t>0</m:t>
                    </m:r>
                  </m:oMath>
                </a14:m>
                <a:r>
                  <a:rPr lang="en-IN" sz="2000" dirty="0">
                    <a:latin typeface="Cambria" panose="02040503050406030204" pitchFamily="18" charset="0"/>
                    <a:ea typeface="Cambria" panose="02040503050406030204" pitchFamily="18" charset="0"/>
                  </a:rPr>
                  <a:t>, </a:t>
                </a:r>
                <a14:m>
                  <m:oMath xmlns:m="http://schemas.openxmlformats.org/officeDocument/2006/math">
                    <m:r>
                      <a:rPr lang="en-US" sz="2000" b="0" i="1" smtClean="0">
                        <a:latin typeface="Cambria Math" panose="02040503050406030204" pitchFamily="18" charset="0"/>
                      </a:rPr>
                      <m:t>𝑥</m:t>
                    </m:r>
                  </m:oMath>
                </a14:m>
                <a:r>
                  <a:rPr lang="en-IN" sz="2000" dirty="0">
                    <a:latin typeface="Cambria" panose="02040503050406030204" pitchFamily="18" charset="0"/>
                    <a:ea typeface="Cambria" panose="02040503050406030204" pitchFamily="18" charset="0"/>
                  </a:rPr>
                  <a:t> decays (actually both) exponentially. Therefore, both will reach to  </a:t>
                </a:r>
                <a:r>
                  <a:rPr lang="en-IN" sz="2000" dirty="0">
                    <a:solidFill>
                      <a:srgbClr val="FF0000"/>
                    </a:solidFill>
                    <a:latin typeface="Cambria" panose="02040503050406030204" pitchFamily="18" charset="0"/>
                    <a:ea typeface="Cambria" panose="02040503050406030204" pitchFamily="18" charset="0"/>
                  </a:rPr>
                  <a:t>zero. </a:t>
                </a:r>
              </a:p>
              <a:p>
                <a:pPr marL="285750" indent="-285750">
                  <a:buFont typeface="Arial" panose="020B0604020202020204" pitchFamily="34" charset="0"/>
                  <a:buChar char="•"/>
                </a:pPr>
                <a:r>
                  <a:rPr lang="en-IN" sz="2000" dirty="0">
                    <a:latin typeface="Cambria" panose="02040503050406030204" pitchFamily="18" charset="0"/>
                    <a:ea typeface="Cambria" panose="02040503050406030204" pitchFamily="18" charset="0"/>
                  </a:rPr>
                  <a:t> </a:t>
                </a:r>
                <a:r>
                  <a:rPr lang="en-IN" sz="2000" b="1" dirty="0">
                    <a:latin typeface="Cambria" panose="02040503050406030204" pitchFamily="18" charset="0"/>
                    <a:ea typeface="Cambria" panose="02040503050406030204" pitchFamily="18" charset="0"/>
                  </a:rPr>
                  <a:t>Case 2: </a:t>
                </a:r>
                <a14:m>
                  <m:oMath xmlns:m="http://schemas.openxmlformats.org/officeDocument/2006/math">
                    <m:r>
                      <a:rPr lang="en-US" sz="2000" b="1" i="1">
                        <a:latin typeface="Cambria Math" panose="02040503050406030204" pitchFamily="18" charset="0"/>
                        <a:ea typeface="Cambria" panose="02040503050406030204" pitchFamily="18" charset="0"/>
                      </a:rPr>
                      <m:t>𝒂</m:t>
                    </m:r>
                    <m:r>
                      <a:rPr lang="en-US" sz="2000" b="1" i="1" smtClean="0">
                        <a:latin typeface="Cambria Math" panose="02040503050406030204" pitchFamily="18" charset="0"/>
                        <a:ea typeface="Cambria" panose="02040503050406030204" pitchFamily="18" charset="0"/>
                      </a:rPr>
                      <m:t>=</m:t>
                    </m:r>
                    <m:r>
                      <a:rPr lang="en-US" sz="2000" b="1" i="1">
                        <a:latin typeface="Cambria Math" panose="02040503050406030204" pitchFamily="18" charset="0"/>
                        <a:ea typeface="Cambria" panose="02040503050406030204" pitchFamily="18" charset="0"/>
                      </a:rPr>
                      <m:t>−</m:t>
                    </m:r>
                    <m:r>
                      <a:rPr lang="en-US" sz="2000" b="1" i="1">
                        <a:latin typeface="Cambria Math" panose="02040503050406030204" pitchFamily="18" charset="0"/>
                        <a:ea typeface="Cambria" panose="02040503050406030204" pitchFamily="18" charset="0"/>
                      </a:rPr>
                      <m:t>𝟏</m:t>
                    </m:r>
                  </m:oMath>
                </a14:m>
                <a:r>
                  <a:rPr lang="en-IN" sz="2000" dirty="0">
                    <a:latin typeface="Cambria" panose="02040503050406030204" pitchFamily="18" charset="0"/>
                    <a:ea typeface="Cambria" panose="02040503050406030204" pitchFamily="18" charset="0"/>
                  </a:rPr>
                  <a:t>  The decay rates are precisely equal for both. Thus trajectories are straight line passing through origin.</a:t>
                </a:r>
              </a:p>
              <a:p>
                <a:pPr marL="285750" indent="-285750">
                  <a:buFont typeface="Arial" panose="020B0604020202020204" pitchFamily="34" charset="0"/>
                  <a:buChar char="•"/>
                </a:pPr>
                <a:r>
                  <a:rPr lang="en-IN" sz="2000" dirty="0">
                    <a:latin typeface="Cambria" panose="02040503050406030204" pitchFamily="18" charset="0"/>
                    <a:ea typeface="Cambria" panose="02040503050406030204" pitchFamily="18" charset="0"/>
                  </a:rPr>
                  <a:t>Called as </a:t>
                </a:r>
                <a:r>
                  <a:rPr lang="en-IN" sz="2000" b="1" dirty="0">
                    <a:solidFill>
                      <a:srgbClr val="FF0000"/>
                    </a:solidFill>
                    <a:latin typeface="Cambria" panose="02040503050406030204" pitchFamily="18" charset="0"/>
                    <a:ea typeface="Cambria" panose="02040503050406030204" pitchFamily="18" charset="0"/>
                  </a:rPr>
                  <a:t>star.</a:t>
                </a:r>
              </a:p>
            </p:txBody>
          </p:sp>
        </mc:Choice>
        <mc:Fallback xmlns="">
          <p:sp>
            <p:nvSpPr>
              <p:cNvPr id="11" name="TextBox 10">
                <a:extLst>
                  <a:ext uri="{FF2B5EF4-FFF2-40B4-BE49-F238E27FC236}">
                    <a16:creationId xmlns:a16="http://schemas.microsoft.com/office/drawing/2014/main" id="{C88415E0-5323-E1E7-CAEA-43160FD99A98}"/>
                  </a:ext>
                </a:extLst>
              </p:cNvPr>
              <p:cNvSpPr txBox="1">
                <a:spLocks noRot="1" noChangeAspect="1" noMove="1" noResize="1" noEditPoints="1" noAdjustHandles="1" noChangeArrowheads="1" noChangeShapeType="1" noTextEdit="1"/>
              </p:cNvSpPr>
              <p:nvPr/>
            </p:nvSpPr>
            <p:spPr>
              <a:xfrm flipH="1">
                <a:off x="3192161" y="4243597"/>
                <a:ext cx="6984342" cy="1938992"/>
              </a:xfrm>
              <a:prstGeom prst="rect">
                <a:avLst/>
              </a:prstGeom>
              <a:blipFill>
                <a:blip r:embed="rId5"/>
                <a:stretch>
                  <a:fillRect l="-786" t="-1572" b="-471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2AE3E49-1BDD-3DA9-105A-CA5A33F54C4A}"/>
                  </a:ext>
                </a:extLst>
              </p:cNvPr>
              <p:cNvSpPr txBox="1"/>
              <p:nvPr/>
            </p:nvSpPr>
            <p:spPr>
              <a:xfrm flipH="1">
                <a:off x="3299252" y="2614403"/>
                <a:ext cx="6984342" cy="1323439"/>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IN" sz="2000" b="1" dirty="0">
                    <a:latin typeface="Cambria" panose="02040503050406030204" pitchFamily="18" charset="0"/>
                    <a:ea typeface="Cambria" panose="02040503050406030204" pitchFamily="18" charset="0"/>
                  </a:rPr>
                  <a:t>Case 1: </a:t>
                </a:r>
                <a14:m>
                  <m:oMath xmlns:m="http://schemas.openxmlformats.org/officeDocument/2006/math">
                    <m:r>
                      <a:rPr lang="en-US" sz="2000" b="1" i="1" smtClean="0">
                        <a:latin typeface="Cambria Math" panose="02040503050406030204" pitchFamily="18" charset="0"/>
                        <a:ea typeface="Cambria" panose="02040503050406030204" pitchFamily="18" charset="0"/>
                      </a:rPr>
                      <m:t>𝒂</m:t>
                    </m:r>
                    <m:r>
                      <a:rPr lang="en-US" sz="2000" b="1" i="1" smtClean="0">
                        <a:latin typeface="Cambria Math" panose="02040503050406030204" pitchFamily="18" charset="0"/>
                        <a:ea typeface="Cambria" panose="02040503050406030204" pitchFamily="18" charset="0"/>
                      </a:rPr>
                      <m:t>&lt;−</m:t>
                    </m:r>
                    <m:r>
                      <a:rPr lang="en-US" sz="2000" b="1" i="1" smtClean="0">
                        <a:latin typeface="Cambria Math" panose="02040503050406030204" pitchFamily="18" charset="0"/>
                        <a:ea typeface="Cambria" panose="02040503050406030204" pitchFamily="18" charset="0"/>
                      </a:rPr>
                      <m:t>𝟏</m:t>
                    </m:r>
                    <m:r>
                      <a:rPr lang="en-US" sz="2000" b="1" i="1" smtClean="0">
                        <a:latin typeface="Cambria Math" panose="02040503050406030204" pitchFamily="18" charset="0"/>
                        <a:ea typeface="Cambria" panose="02040503050406030204" pitchFamily="18" charset="0"/>
                      </a:rPr>
                      <m:t> </m:t>
                    </m:r>
                  </m:oMath>
                </a14:m>
                <a:r>
                  <a:rPr lang="en-IN" sz="2000" dirty="0">
                    <a:latin typeface="Cambria" panose="02040503050406030204" pitchFamily="18" charset="0"/>
                    <a:ea typeface="Cambria" panose="02040503050406030204" pitchFamily="18" charset="0"/>
                  </a:rPr>
                  <a:t>Along x , it decays faster compared to y. Starting from far away point, the trajectory approaches to the origin tangent to the slower direction (y-direction) . </a:t>
                </a:r>
              </a:p>
              <a:p>
                <a:pPr marL="285750" indent="-285750">
                  <a:buFont typeface="Arial" panose="020B0604020202020204" pitchFamily="34" charset="0"/>
                  <a:buChar char="•"/>
                </a:pPr>
                <a:r>
                  <a:rPr lang="en-IN" sz="2000" b="1" dirty="0">
                    <a:solidFill>
                      <a:srgbClr val="FF0000"/>
                    </a:solidFill>
                    <a:latin typeface="Cambria" panose="02040503050406030204" pitchFamily="18" charset="0"/>
                    <a:ea typeface="Cambria" panose="02040503050406030204" pitchFamily="18" charset="0"/>
                  </a:rPr>
                  <a:t>Stable Node</a:t>
                </a:r>
              </a:p>
            </p:txBody>
          </p:sp>
        </mc:Choice>
        <mc:Fallback xmlns="">
          <p:sp>
            <p:nvSpPr>
              <p:cNvPr id="2" name="TextBox 1">
                <a:extLst>
                  <a:ext uri="{FF2B5EF4-FFF2-40B4-BE49-F238E27FC236}">
                    <a16:creationId xmlns:a16="http://schemas.microsoft.com/office/drawing/2014/main" id="{A2AE3E49-1BDD-3DA9-105A-CA5A33F54C4A}"/>
                  </a:ext>
                </a:extLst>
              </p:cNvPr>
              <p:cNvSpPr txBox="1">
                <a:spLocks noRot="1" noChangeAspect="1" noMove="1" noResize="1" noEditPoints="1" noAdjustHandles="1" noChangeArrowheads="1" noChangeShapeType="1" noTextEdit="1"/>
              </p:cNvSpPr>
              <p:nvPr/>
            </p:nvSpPr>
            <p:spPr>
              <a:xfrm flipH="1">
                <a:off x="3299252" y="2614403"/>
                <a:ext cx="6984342" cy="1323439"/>
              </a:xfrm>
              <a:prstGeom prst="rect">
                <a:avLst/>
              </a:prstGeom>
              <a:blipFill>
                <a:blip r:embed="rId6"/>
                <a:stretch>
                  <a:fillRect l="-785" t="-2765" b="-737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58CA62C-C7B9-E722-A640-4ACE961430DD}"/>
                  </a:ext>
                </a:extLst>
              </p:cNvPr>
              <p:cNvSpPr txBox="1"/>
              <p:nvPr/>
            </p:nvSpPr>
            <p:spPr>
              <a:xfrm>
                <a:off x="3283171" y="1642112"/>
                <a:ext cx="6802394" cy="707886"/>
              </a:xfrm>
              <a:prstGeom prst="rect">
                <a:avLst/>
              </a:prstGeom>
              <a:solidFill>
                <a:schemeClr val="bg1"/>
              </a:solidFill>
            </p:spPr>
            <p:txBody>
              <a:bodyPr wrap="square">
                <a:spAutoFit/>
              </a:bodyPr>
              <a:lstStyle/>
              <a:p>
                <a:pPr marL="285750"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When </a:t>
                </a:r>
                <a14:m>
                  <m:oMath xmlns:m="http://schemas.openxmlformats.org/officeDocument/2006/math">
                    <m:r>
                      <a:rPr lang="en-US" sz="2000" b="0" i="1" smtClean="0">
                        <a:latin typeface="Cambria Math" panose="02040503050406030204" pitchFamily="18" charset="0"/>
                      </a:rPr>
                      <m:t>𝑎</m:t>
                    </m:r>
                    <m:r>
                      <a:rPr lang="en-US" sz="2000" b="0" i="1" smtClean="0">
                        <a:latin typeface="Cambria Math" panose="02040503050406030204" pitchFamily="18" charset="0"/>
                      </a:rPr>
                      <m:t>&lt;</m:t>
                    </m:r>
                    <m:r>
                      <a:rPr lang="en-US" sz="2000" b="0" i="1" smtClean="0">
                        <a:latin typeface="Cambria Math" panose="02040503050406030204" pitchFamily="18" charset="0"/>
                      </a:rPr>
                      <m:t>0</m:t>
                    </m:r>
                  </m:oMath>
                </a14:m>
                <a:r>
                  <a:rPr lang="en-IN" sz="2000" dirty="0">
                    <a:latin typeface="Cambria" panose="02040503050406030204" pitchFamily="18" charset="0"/>
                    <a:ea typeface="Cambria" panose="02040503050406030204" pitchFamily="18" charset="0"/>
                  </a:rPr>
                  <a:t>, </a:t>
                </a:r>
                <a14:m>
                  <m:oMath xmlns:m="http://schemas.openxmlformats.org/officeDocument/2006/math">
                    <m:r>
                      <a:rPr lang="en-US" sz="2000" b="0" i="1" smtClean="0">
                        <a:latin typeface="Cambria Math" panose="02040503050406030204" pitchFamily="18" charset="0"/>
                      </a:rPr>
                      <m:t>𝑥</m:t>
                    </m:r>
                  </m:oMath>
                </a14:m>
                <a:r>
                  <a:rPr lang="en-IN" sz="2000" dirty="0">
                    <a:latin typeface="Cambria" panose="02040503050406030204" pitchFamily="18" charset="0"/>
                    <a:ea typeface="Cambria" panose="02040503050406030204" pitchFamily="18" charset="0"/>
                  </a:rPr>
                  <a:t> decays (actually both) exponentially. Therefore both will reach to  </a:t>
                </a:r>
                <a:r>
                  <a:rPr lang="en-IN" sz="2000" dirty="0">
                    <a:solidFill>
                      <a:srgbClr val="FF0000"/>
                    </a:solidFill>
                    <a:latin typeface="Cambria" panose="02040503050406030204" pitchFamily="18" charset="0"/>
                    <a:ea typeface="Cambria" panose="02040503050406030204" pitchFamily="18" charset="0"/>
                  </a:rPr>
                  <a:t>zero. </a:t>
                </a:r>
              </a:p>
            </p:txBody>
          </p:sp>
        </mc:Choice>
        <mc:Fallback xmlns="">
          <p:sp>
            <p:nvSpPr>
              <p:cNvPr id="3" name="TextBox 2">
                <a:extLst>
                  <a:ext uri="{FF2B5EF4-FFF2-40B4-BE49-F238E27FC236}">
                    <a16:creationId xmlns:a16="http://schemas.microsoft.com/office/drawing/2014/main" id="{658CA62C-C7B9-E722-A640-4ACE961430DD}"/>
                  </a:ext>
                </a:extLst>
              </p:cNvPr>
              <p:cNvSpPr txBox="1">
                <a:spLocks noRot="1" noChangeAspect="1" noMove="1" noResize="1" noEditPoints="1" noAdjustHandles="1" noChangeArrowheads="1" noChangeShapeType="1" noTextEdit="1"/>
              </p:cNvSpPr>
              <p:nvPr/>
            </p:nvSpPr>
            <p:spPr>
              <a:xfrm>
                <a:off x="3283171" y="1642112"/>
                <a:ext cx="6802394" cy="707886"/>
              </a:xfrm>
              <a:prstGeom prst="rect">
                <a:avLst/>
              </a:prstGeom>
              <a:blipFill>
                <a:blip r:embed="rId7"/>
                <a:stretch>
                  <a:fillRect l="-807" t="-4310" b="-14655"/>
                </a:stretch>
              </a:blipFill>
            </p:spPr>
            <p:txBody>
              <a:bodyPr/>
              <a:lstStyle/>
              <a:p>
                <a:r>
                  <a:rPr lang="en-IN">
                    <a:noFill/>
                  </a:rPr>
                  <a:t> </a:t>
                </a:r>
              </a:p>
            </p:txBody>
          </p:sp>
        </mc:Fallback>
      </mc:AlternateContent>
    </p:spTree>
    <p:extLst>
      <p:ext uri="{BB962C8B-B14F-4D97-AF65-F5344CB8AC3E}">
        <p14:creationId xmlns:p14="http://schemas.microsoft.com/office/powerpoint/2010/main" val="1508471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F6BB9EF6-0B4A-79BA-2D9E-0584B3978D7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41126"/>
            <a:ext cx="11938827" cy="461665"/>
          </a:xfrm>
          <a:prstGeom prst="rect">
            <a:avLst/>
          </a:prstGeom>
          <a:solidFill>
            <a:schemeClr val="bg1"/>
          </a:solidFill>
        </p:spPr>
        <p:txBody>
          <a:bodyPr wrap="square">
            <a:spAutoFit/>
          </a:bodyPr>
          <a:lstStyle/>
          <a:p>
            <a:r>
              <a:rPr lang="en-US" sz="2400" b="1">
                <a:solidFill>
                  <a:srgbClr val="FF0000"/>
                </a:solidFill>
                <a:latin typeface="Cambria" panose="02040503050406030204" pitchFamily="18" charset="0"/>
                <a:ea typeface="Cambria" panose="02040503050406030204" pitchFamily="18" charset="0"/>
              </a:rPr>
              <a:t>2-d linear model (concept of star, node, line of fixed points,  and   saddle points)</a:t>
            </a:r>
            <a:endParaRPr lang="en-US" sz="2400" b="1" dirty="0">
              <a:solidFill>
                <a:srgbClr val="FF0000"/>
              </a:solidFill>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44B13FE4-C1AE-2344-CCD9-571728395776}"/>
              </a:ext>
            </a:extLst>
          </p:cNvPr>
          <p:cNvPicPr>
            <a:picLocks noChangeAspect="1"/>
          </p:cNvPicPr>
          <p:nvPr/>
        </p:nvPicPr>
        <p:blipFill>
          <a:blip r:embed="rId3"/>
          <a:stretch>
            <a:fillRect/>
          </a:stretch>
        </p:blipFill>
        <p:spPr>
          <a:xfrm>
            <a:off x="397847" y="942531"/>
            <a:ext cx="2332996" cy="2506133"/>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4CD2A17-A9FB-31DC-C297-8EBA902433A1}"/>
                  </a:ext>
                </a:extLst>
              </p:cNvPr>
              <p:cNvSpPr txBox="1"/>
              <p:nvPr/>
            </p:nvSpPr>
            <p:spPr>
              <a:xfrm flipH="1">
                <a:off x="3323966" y="1570598"/>
                <a:ext cx="6984342" cy="1631216"/>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IN" sz="2000" b="1" dirty="0">
                    <a:latin typeface="Cambria" panose="02040503050406030204" pitchFamily="18" charset="0"/>
                    <a:ea typeface="Cambria" panose="02040503050406030204" pitchFamily="18" charset="0"/>
                  </a:rPr>
                  <a:t>Case 3: -1&lt;</a:t>
                </a:r>
                <a14:m>
                  <m:oMath xmlns:m="http://schemas.openxmlformats.org/officeDocument/2006/math">
                    <m:r>
                      <a:rPr lang="en-US" sz="2000" b="1" i="1" smtClean="0">
                        <a:latin typeface="Cambria Math" panose="02040503050406030204" pitchFamily="18" charset="0"/>
                        <a:ea typeface="Cambria" panose="02040503050406030204" pitchFamily="18" charset="0"/>
                      </a:rPr>
                      <m:t>𝒂</m:t>
                    </m:r>
                    <m:r>
                      <a:rPr lang="en-US" sz="2000" b="1" i="1" smtClean="0">
                        <a:latin typeface="Cambria Math" panose="02040503050406030204" pitchFamily="18" charset="0"/>
                        <a:ea typeface="Cambria" panose="02040503050406030204" pitchFamily="18" charset="0"/>
                      </a:rPr>
                      <m:t>&lt;</m:t>
                    </m:r>
                    <m:r>
                      <a:rPr lang="en-US" sz="2000" b="1" i="1" smtClean="0">
                        <a:latin typeface="Cambria Math" panose="02040503050406030204" pitchFamily="18" charset="0"/>
                        <a:ea typeface="Cambria" panose="02040503050406030204" pitchFamily="18" charset="0"/>
                      </a:rPr>
                      <m:t>𝟎</m:t>
                    </m:r>
                    <m:r>
                      <a:rPr lang="en-US" sz="2000" b="1" i="1" smtClean="0">
                        <a:latin typeface="Cambria Math" panose="02040503050406030204" pitchFamily="18" charset="0"/>
                        <a:ea typeface="Cambria" panose="02040503050406030204" pitchFamily="18" charset="0"/>
                      </a:rPr>
                      <m:t> </m:t>
                    </m:r>
                  </m:oMath>
                </a14:m>
                <a:r>
                  <a:rPr lang="en-IN" sz="2000" dirty="0">
                    <a:latin typeface="Cambria" panose="02040503050406030204" pitchFamily="18" charset="0"/>
                    <a:ea typeface="Cambria" panose="02040503050406030204" pitchFamily="18" charset="0"/>
                  </a:rPr>
                  <a:t>Along y , it decays faster compared to x. Starting from far away point, the trajectory approaches to the origin tangent to the slower direction (x-direction) . </a:t>
                </a:r>
              </a:p>
              <a:p>
                <a:pPr marL="285750" indent="-285750">
                  <a:buFont typeface="Arial" panose="020B0604020202020204" pitchFamily="34" charset="0"/>
                  <a:buChar char="•"/>
                </a:pPr>
                <a:r>
                  <a:rPr lang="en-IN" sz="2000" b="1" dirty="0">
                    <a:solidFill>
                      <a:srgbClr val="FF0000"/>
                    </a:solidFill>
                    <a:latin typeface="Cambria" panose="02040503050406030204" pitchFamily="18" charset="0"/>
                    <a:ea typeface="Cambria" panose="02040503050406030204" pitchFamily="18" charset="0"/>
                  </a:rPr>
                  <a:t>Stable Node</a:t>
                </a:r>
              </a:p>
              <a:p>
                <a:endParaRPr lang="en-IN" sz="2000" dirty="0">
                  <a:latin typeface="Cambria" panose="02040503050406030204" pitchFamily="18" charset="0"/>
                  <a:ea typeface="Cambria" panose="02040503050406030204" pitchFamily="18" charset="0"/>
                </a:endParaRPr>
              </a:p>
            </p:txBody>
          </p:sp>
        </mc:Choice>
        <mc:Fallback xmlns="">
          <p:sp>
            <p:nvSpPr>
              <p:cNvPr id="4" name="TextBox 3">
                <a:extLst>
                  <a:ext uri="{FF2B5EF4-FFF2-40B4-BE49-F238E27FC236}">
                    <a16:creationId xmlns:a16="http://schemas.microsoft.com/office/drawing/2014/main" id="{94CD2A17-A9FB-31DC-C297-8EBA902433A1}"/>
                  </a:ext>
                </a:extLst>
              </p:cNvPr>
              <p:cNvSpPr txBox="1">
                <a:spLocks noRot="1" noChangeAspect="1" noMove="1" noResize="1" noEditPoints="1" noAdjustHandles="1" noChangeArrowheads="1" noChangeShapeType="1" noTextEdit="1"/>
              </p:cNvSpPr>
              <p:nvPr/>
            </p:nvSpPr>
            <p:spPr>
              <a:xfrm flipH="1">
                <a:off x="3323966" y="1570598"/>
                <a:ext cx="6984342" cy="1631216"/>
              </a:xfrm>
              <a:prstGeom prst="rect">
                <a:avLst/>
              </a:prstGeom>
              <a:blipFill>
                <a:blip r:embed="rId4"/>
                <a:stretch>
                  <a:fillRect l="-785" t="-2247"/>
                </a:stretch>
              </a:blipFill>
            </p:spPr>
            <p:txBody>
              <a:bodyPr/>
              <a:lstStyle/>
              <a:p>
                <a:r>
                  <a:rPr lang="en-IN">
                    <a:noFill/>
                  </a:rPr>
                  <a:t> </a:t>
                </a:r>
              </a:p>
            </p:txBody>
          </p:sp>
        </mc:Fallback>
      </mc:AlternateContent>
    </p:spTree>
    <p:extLst>
      <p:ext uri="{BB962C8B-B14F-4D97-AF65-F5344CB8AC3E}">
        <p14:creationId xmlns:p14="http://schemas.microsoft.com/office/powerpoint/2010/main" val="6262108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F6BB9EF6-0B4A-79BA-2D9E-0584B3978D7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41126"/>
            <a:ext cx="11938827" cy="461665"/>
          </a:xfrm>
          <a:prstGeom prst="rect">
            <a:avLst/>
          </a:prstGeom>
          <a:solidFill>
            <a:schemeClr val="bg1"/>
          </a:solidFill>
        </p:spPr>
        <p:txBody>
          <a:bodyPr wrap="square">
            <a:spAutoFit/>
          </a:bodyPr>
          <a:lstStyle/>
          <a:p>
            <a:r>
              <a:rPr lang="en-US" sz="2400" b="1">
                <a:solidFill>
                  <a:srgbClr val="FF0000"/>
                </a:solidFill>
                <a:latin typeface="Cambria" panose="02040503050406030204" pitchFamily="18" charset="0"/>
                <a:ea typeface="Cambria" panose="02040503050406030204" pitchFamily="18" charset="0"/>
              </a:rPr>
              <a:t>2-d linear model (concept of star, node, line of fixed points,  and   saddle points)</a:t>
            </a:r>
            <a:endParaRPr lang="en-US" sz="2400" b="1" dirty="0">
              <a:solidFill>
                <a:srgbClr val="FF0000"/>
              </a:solidFill>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44B13FE4-C1AE-2344-CCD9-571728395776}"/>
              </a:ext>
            </a:extLst>
          </p:cNvPr>
          <p:cNvPicPr>
            <a:picLocks noChangeAspect="1"/>
          </p:cNvPicPr>
          <p:nvPr/>
        </p:nvPicPr>
        <p:blipFill>
          <a:blip r:embed="rId3"/>
          <a:stretch>
            <a:fillRect/>
          </a:stretch>
        </p:blipFill>
        <p:spPr>
          <a:xfrm>
            <a:off x="397847" y="942531"/>
            <a:ext cx="2332996" cy="2506133"/>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4CD2A17-A9FB-31DC-C297-8EBA902433A1}"/>
                  </a:ext>
                </a:extLst>
              </p:cNvPr>
              <p:cNvSpPr txBox="1"/>
              <p:nvPr/>
            </p:nvSpPr>
            <p:spPr>
              <a:xfrm flipH="1">
                <a:off x="3323966" y="1570598"/>
                <a:ext cx="6984342" cy="1754326"/>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IN" sz="2400" b="1" dirty="0">
                    <a:latin typeface="Cambria" panose="02040503050406030204" pitchFamily="18" charset="0"/>
                    <a:ea typeface="Cambria" panose="02040503050406030204" pitchFamily="18" charset="0"/>
                  </a:rPr>
                  <a:t>Case 3: -1&lt;</a:t>
                </a:r>
                <a14:m>
                  <m:oMath xmlns:m="http://schemas.openxmlformats.org/officeDocument/2006/math">
                    <m:r>
                      <a:rPr lang="en-US" sz="2400" b="1" i="1" smtClean="0">
                        <a:latin typeface="Cambria Math" panose="02040503050406030204" pitchFamily="18" charset="0"/>
                        <a:ea typeface="Cambria" panose="02040503050406030204" pitchFamily="18" charset="0"/>
                      </a:rPr>
                      <m:t>𝒂</m:t>
                    </m:r>
                    <m:r>
                      <a:rPr lang="en-US" sz="2400" b="1" i="1" smtClean="0">
                        <a:latin typeface="Cambria Math" panose="02040503050406030204" pitchFamily="18" charset="0"/>
                        <a:ea typeface="Cambria" panose="02040503050406030204" pitchFamily="18" charset="0"/>
                      </a:rPr>
                      <m:t>&lt;</m:t>
                    </m:r>
                    <m:r>
                      <a:rPr lang="en-US" sz="2400" b="1" i="1" smtClean="0">
                        <a:latin typeface="Cambria Math" panose="02040503050406030204" pitchFamily="18" charset="0"/>
                        <a:ea typeface="Cambria" panose="02040503050406030204" pitchFamily="18" charset="0"/>
                      </a:rPr>
                      <m:t>𝟎</m:t>
                    </m:r>
                    <m:r>
                      <a:rPr lang="en-US" sz="2400" b="1" i="1" smtClean="0">
                        <a:latin typeface="Cambria Math" panose="02040503050406030204" pitchFamily="18" charset="0"/>
                        <a:ea typeface="Cambria" panose="02040503050406030204" pitchFamily="18" charset="0"/>
                      </a:rPr>
                      <m:t> </m:t>
                    </m:r>
                  </m:oMath>
                </a14:m>
                <a:r>
                  <a:rPr lang="en-IN" sz="2000" dirty="0">
                    <a:latin typeface="Cambria" panose="02040503050406030204" pitchFamily="18" charset="0"/>
                    <a:ea typeface="Cambria" panose="02040503050406030204" pitchFamily="18" charset="0"/>
                  </a:rPr>
                  <a:t>Along y , it decays faster compared to x. Starting from far away point, the trajectory approaches to the origin tangent to the slower direction (x-direction) . </a:t>
                </a:r>
              </a:p>
              <a:p>
                <a:pPr marL="285750" indent="-285750">
                  <a:buFont typeface="Arial" panose="020B0604020202020204" pitchFamily="34" charset="0"/>
                  <a:buChar char="•"/>
                </a:pPr>
                <a:r>
                  <a:rPr lang="en-IN" sz="2000" b="1" dirty="0">
                    <a:solidFill>
                      <a:srgbClr val="FF0000"/>
                    </a:solidFill>
                    <a:latin typeface="Cambria" panose="02040503050406030204" pitchFamily="18" charset="0"/>
                    <a:ea typeface="Cambria" panose="02040503050406030204" pitchFamily="18" charset="0"/>
                  </a:rPr>
                  <a:t>Stable Node</a:t>
                </a:r>
              </a:p>
              <a:p>
                <a:endParaRPr lang="en-IN" sz="2000" dirty="0">
                  <a:latin typeface="Cambria" panose="02040503050406030204" pitchFamily="18" charset="0"/>
                  <a:ea typeface="Cambria" panose="02040503050406030204" pitchFamily="18" charset="0"/>
                </a:endParaRPr>
              </a:p>
            </p:txBody>
          </p:sp>
        </mc:Choice>
        <mc:Fallback xmlns="">
          <p:sp>
            <p:nvSpPr>
              <p:cNvPr id="4" name="TextBox 3">
                <a:extLst>
                  <a:ext uri="{FF2B5EF4-FFF2-40B4-BE49-F238E27FC236}">
                    <a16:creationId xmlns:a16="http://schemas.microsoft.com/office/drawing/2014/main" id="{94CD2A17-A9FB-31DC-C297-8EBA902433A1}"/>
                  </a:ext>
                </a:extLst>
              </p:cNvPr>
              <p:cNvSpPr txBox="1">
                <a:spLocks noRot="1" noChangeAspect="1" noMove="1" noResize="1" noEditPoints="1" noAdjustHandles="1" noChangeArrowheads="1" noChangeShapeType="1" noTextEdit="1"/>
              </p:cNvSpPr>
              <p:nvPr/>
            </p:nvSpPr>
            <p:spPr>
              <a:xfrm flipH="1">
                <a:off x="3323966" y="1570598"/>
                <a:ext cx="6984342" cy="1754326"/>
              </a:xfrm>
              <a:prstGeom prst="rect">
                <a:avLst/>
              </a:prstGeom>
              <a:blipFill>
                <a:blip r:embed="rId4"/>
                <a:stretch>
                  <a:fillRect l="-1134" t="-2787" r="-611"/>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CBFDE753-DFF6-23E3-0FC8-AA56FE36E51C}"/>
              </a:ext>
            </a:extLst>
          </p:cNvPr>
          <p:cNvPicPr>
            <a:picLocks noChangeAspect="1"/>
          </p:cNvPicPr>
          <p:nvPr/>
        </p:nvPicPr>
        <p:blipFill>
          <a:blip r:embed="rId5"/>
          <a:stretch>
            <a:fillRect/>
          </a:stretch>
        </p:blipFill>
        <p:spPr>
          <a:xfrm>
            <a:off x="397847" y="3794652"/>
            <a:ext cx="2444207" cy="2822222"/>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DD5EB26-83AC-E513-3103-CD42231D9809}"/>
                  </a:ext>
                </a:extLst>
              </p:cNvPr>
              <p:cNvSpPr txBox="1"/>
              <p:nvPr/>
            </p:nvSpPr>
            <p:spPr>
              <a:xfrm flipH="1">
                <a:off x="3323966" y="4420933"/>
                <a:ext cx="6984342" cy="1015663"/>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IN" sz="2000" b="1" dirty="0">
                    <a:latin typeface="Cambria" panose="02040503050406030204" pitchFamily="18" charset="0"/>
                    <a:ea typeface="Cambria" panose="02040503050406030204" pitchFamily="18" charset="0"/>
                  </a:rPr>
                  <a:t>Case 4: </a:t>
                </a:r>
                <a:r>
                  <a:rPr lang="en-US" sz="2000" b="1" dirty="0">
                    <a:latin typeface="Cambria" panose="02040503050406030204" pitchFamily="18" charset="0"/>
                    <a:ea typeface="Cambria" panose="02040503050406030204" pitchFamily="18" charset="0"/>
                  </a:rPr>
                  <a:t>a</a:t>
                </a:r>
                <a14:m>
                  <m:oMath xmlns:m="http://schemas.openxmlformats.org/officeDocument/2006/math">
                    <m:r>
                      <a:rPr lang="en-US" sz="2000" b="1" i="0" smtClean="0">
                        <a:latin typeface="Cambria Math" panose="02040503050406030204" pitchFamily="18" charset="0"/>
                        <a:ea typeface="Cambria" panose="02040503050406030204" pitchFamily="18" charset="0"/>
                      </a:rPr>
                      <m:t>=</m:t>
                    </m:r>
                    <m:r>
                      <a:rPr lang="en-US" sz="2000" b="1" i="1" smtClean="0">
                        <a:latin typeface="Cambria Math" panose="02040503050406030204" pitchFamily="18" charset="0"/>
                        <a:ea typeface="Cambria" panose="02040503050406030204" pitchFamily="18" charset="0"/>
                      </a:rPr>
                      <m:t>𝟎</m:t>
                    </m:r>
                  </m:oMath>
                </a14:m>
                <a:r>
                  <a:rPr lang="en-IN" sz="2000" dirty="0">
                    <a:latin typeface="Cambria" panose="02040503050406030204" pitchFamily="18" charset="0"/>
                    <a:ea typeface="Cambria" panose="02040503050406030204" pitchFamily="18" charset="0"/>
                  </a:rPr>
                  <a:t>, </a:t>
                </a:r>
                <a14:m>
                  <m:oMath xmlns:m="http://schemas.openxmlformats.org/officeDocument/2006/math">
                    <m:r>
                      <a:rPr lang="en-US" sz="2000" b="0" i="1" smtClean="0">
                        <a:latin typeface="Cambria Math" panose="02040503050406030204" pitchFamily="18" charset="0"/>
                        <a:ea typeface="Cambria" panose="02040503050406030204" pitchFamily="18" charset="0"/>
                      </a:rPr>
                      <m:t>𝑥</m:t>
                    </m:r>
                    <m:d>
                      <m:dPr>
                        <m:ctrlPr>
                          <a:rPr lang="en-US" sz="2000" b="0" i="1" smtClean="0">
                            <a:latin typeface="Cambria Math" panose="02040503050406030204" pitchFamily="18" charset="0"/>
                            <a:ea typeface="Cambria" panose="02040503050406030204" pitchFamily="18" charset="0"/>
                          </a:rPr>
                        </m:ctrlPr>
                      </m:dPr>
                      <m:e>
                        <m:r>
                          <a:rPr lang="en-US" sz="2000" b="0" i="1" smtClean="0">
                            <a:latin typeface="Cambria Math" panose="02040503050406030204" pitchFamily="18" charset="0"/>
                            <a:ea typeface="Cambria" panose="02040503050406030204" pitchFamily="18" charset="0"/>
                          </a:rPr>
                          <m:t>𝑡</m:t>
                        </m:r>
                      </m:e>
                    </m:d>
                    <m:r>
                      <a:rPr lang="en-US" sz="2000" b="0" i="1" smtClean="0">
                        <a:latin typeface="Cambria Math" panose="02040503050406030204" pitchFamily="18" charset="0"/>
                        <a:ea typeface="Cambria" panose="02040503050406030204" pitchFamily="18" charset="0"/>
                      </a:rPr>
                      <m:t>=</m:t>
                    </m:r>
                    <m:r>
                      <a:rPr lang="en-US" sz="2000" b="0" i="1" smtClean="0">
                        <a:latin typeface="Cambria Math" panose="02040503050406030204" pitchFamily="18" charset="0"/>
                        <a:ea typeface="Cambria" panose="02040503050406030204" pitchFamily="18" charset="0"/>
                      </a:rPr>
                      <m:t>𝑥</m:t>
                    </m:r>
                    <m:r>
                      <a:rPr lang="en-US" sz="2000" b="0" i="1" smtClean="0">
                        <a:latin typeface="Cambria Math" panose="02040503050406030204" pitchFamily="18" charset="0"/>
                        <a:ea typeface="Cambria" panose="02040503050406030204" pitchFamily="18" charset="0"/>
                      </a:rPr>
                      <m:t>0</m:t>
                    </m:r>
                    <m:r>
                      <a:rPr lang="en-US" sz="2000" b="0" i="1" smtClean="0">
                        <a:latin typeface="Cambria Math" panose="02040503050406030204" pitchFamily="18" charset="0"/>
                        <a:ea typeface="Cambria" panose="02040503050406030204" pitchFamily="18" charset="0"/>
                      </a:rPr>
                      <m:t> </m:t>
                    </m:r>
                  </m:oMath>
                </a14:m>
                <a:r>
                  <a:rPr lang="en-IN" sz="2000" dirty="0">
                    <a:latin typeface="Cambria" panose="02040503050406030204" pitchFamily="18" charset="0"/>
                    <a:ea typeface="Cambria" panose="02040503050406030204" pitchFamily="18" charset="0"/>
                  </a:rPr>
                  <a:t>for long term evaluation.</a:t>
                </a:r>
              </a:p>
              <a:p>
                <a:pPr marL="285750" indent="-285750">
                  <a:buFont typeface="Arial" panose="020B0604020202020204" pitchFamily="34" charset="0"/>
                  <a:buChar char="•"/>
                </a:pPr>
                <a:r>
                  <a:rPr lang="en-IN" sz="2000" b="1" dirty="0">
                    <a:solidFill>
                      <a:srgbClr val="FF0000"/>
                    </a:solidFill>
                    <a:latin typeface="Cambria" panose="02040503050406030204" pitchFamily="18" charset="0"/>
                    <a:ea typeface="Cambria" panose="02040503050406030204" pitchFamily="18" charset="0"/>
                  </a:rPr>
                  <a:t>So lines of fixed points </a:t>
                </a:r>
              </a:p>
              <a:p>
                <a:pPr marL="285750" indent="-285750">
                  <a:buFont typeface="Arial" panose="020B0604020202020204" pitchFamily="34" charset="0"/>
                  <a:buChar char="•"/>
                </a:pPr>
                <a:endParaRPr lang="en-IN" sz="2000" dirty="0">
                  <a:latin typeface="Cambria" panose="02040503050406030204" pitchFamily="18" charset="0"/>
                  <a:ea typeface="Cambria" panose="02040503050406030204" pitchFamily="18" charset="0"/>
                </a:endParaRPr>
              </a:p>
            </p:txBody>
          </p:sp>
        </mc:Choice>
        <mc:Fallback xmlns="">
          <p:sp>
            <p:nvSpPr>
              <p:cNvPr id="8" name="TextBox 7">
                <a:extLst>
                  <a:ext uri="{FF2B5EF4-FFF2-40B4-BE49-F238E27FC236}">
                    <a16:creationId xmlns:a16="http://schemas.microsoft.com/office/drawing/2014/main" id="{FDD5EB26-83AC-E513-3103-CD42231D9809}"/>
                  </a:ext>
                </a:extLst>
              </p:cNvPr>
              <p:cNvSpPr txBox="1">
                <a:spLocks noRot="1" noChangeAspect="1" noMove="1" noResize="1" noEditPoints="1" noAdjustHandles="1" noChangeArrowheads="1" noChangeShapeType="1" noTextEdit="1"/>
              </p:cNvSpPr>
              <p:nvPr/>
            </p:nvSpPr>
            <p:spPr>
              <a:xfrm flipH="1">
                <a:off x="3323966" y="4420933"/>
                <a:ext cx="6984342" cy="1015663"/>
              </a:xfrm>
              <a:prstGeom prst="rect">
                <a:avLst/>
              </a:prstGeom>
              <a:blipFill>
                <a:blip r:embed="rId6"/>
                <a:stretch>
                  <a:fillRect l="-785" t="-2994"/>
                </a:stretch>
              </a:blipFill>
            </p:spPr>
            <p:txBody>
              <a:bodyPr/>
              <a:lstStyle/>
              <a:p>
                <a:r>
                  <a:rPr lang="en-IN">
                    <a:noFill/>
                  </a:rPr>
                  <a:t> </a:t>
                </a:r>
              </a:p>
            </p:txBody>
          </p:sp>
        </mc:Fallback>
      </mc:AlternateContent>
    </p:spTree>
    <p:extLst>
      <p:ext uri="{BB962C8B-B14F-4D97-AF65-F5344CB8AC3E}">
        <p14:creationId xmlns:p14="http://schemas.microsoft.com/office/powerpoint/2010/main" val="23163764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F6BB9EF6-0B4A-79BA-2D9E-0584B3978D7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41126"/>
            <a:ext cx="11938827" cy="461665"/>
          </a:xfrm>
          <a:prstGeom prst="rect">
            <a:avLst/>
          </a:prstGeom>
          <a:solidFill>
            <a:schemeClr val="bg1"/>
          </a:solidFill>
        </p:spPr>
        <p:txBody>
          <a:bodyPr wrap="square">
            <a:spAutoFit/>
          </a:bodyPr>
          <a:lstStyle/>
          <a:p>
            <a:r>
              <a:rPr lang="en-US" sz="2400" b="1">
                <a:solidFill>
                  <a:srgbClr val="FF0000"/>
                </a:solidFill>
                <a:latin typeface="Cambria" panose="02040503050406030204" pitchFamily="18" charset="0"/>
                <a:ea typeface="Cambria" panose="02040503050406030204" pitchFamily="18" charset="0"/>
              </a:rPr>
              <a:t>2-d linear model (concept of star, node, line of fixed points,  and   saddle points)</a:t>
            </a:r>
            <a:endParaRPr lang="en-US" sz="2400" b="1" dirty="0">
              <a:solidFill>
                <a:srgbClr val="FF0000"/>
              </a:solidFill>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93E533DF-C3F8-7D3A-94CD-CE19D94D4092}"/>
              </a:ext>
            </a:extLst>
          </p:cNvPr>
          <p:cNvPicPr>
            <a:picLocks noChangeAspect="1"/>
          </p:cNvPicPr>
          <p:nvPr/>
        </p:nvPicPr>
        <p:blipFill>
          <a:blip r:embed="rId3"/>
          <a:stretch>
            <a:fillRect/>
          </a:stretch>
        </p:blipFill>
        <p:spPr>
          <a:xfrm>
            <a:off x="619884" y="1753058"/>
            <a:ext cx="2203647" cy="2709333"/>
          </a:xfrm>
          <a:prstGeom prst="rect">
            <a:avLst/>
          </a:prstGeom>
        </p:spPr>
      </p:pic>
      <p:pic>
        <p:nvPicPr>
          <p:cNvPr id="8" name="Picture 7">
            <a:extLst>
              <a:ext uri="{FF2B5EF4-FFF2-40B4-BE49-F238E27FC236}">
                <a16:creationId xmlns:a16="http://schemas.microsoft.com/office/drawing/2014/main" id="{717685E6-3F1E-A034-B229-B9D02509558D}"/>
              </a:ext>
            </a:extLst>
          </p:cNvPr>
          <p:cNvPicPr>
            <a:picLocks noChangeAspect="1"/>
          </p:cNvPicPr>
          <p:nvPr/>
        </p:nvPicPr>
        <p:blipFill>
          <a:blip r:embed="rId4"/>
          <a:stretch>
            <a:fillRect/>
          </a:stretch>
        </p:blipFill>
        <p:spPr>
          <a:xfrm>
            <a:off x="3256606" y="2163195"/>
            <a:ext cx="8405665" cy="1518356"/>
          </a:xfrm>
          <a:prstGeom prst="rect">
            <a:avLst/>
          </a:prstGeom>
        </p:spPr>
      </p:pic>
    </p:spTree>
    <p:extLst>
      <p:ext uri="{BB962C8B-B14F-4D97-AF65-F5344CB8AC3E}">
        <p14:creationId xmlns:p14="http://schemas.microsoft.com/office/powerpoint/2010/main" val="31983805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F6BB9EF6-0B4A-79BA-2D9E-0584B3978D7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41126"/>
            <a:ext cx="11938827" cy="461665"/>
          </a:xfrm>
          <a:prstGeom prst="rect">
            <a:avLst/>
          </a:prstGeom>
          <a:solidFill>
            <a:schemeClr val="bg1"/>
          </a:solidFill>
        </p:spPr>
        <p:txBody>
          <a:bodyPr wrap="square">
            <a:spAutoFit/>
          </a:bodyPr>
          <a:lstStyle/>
          <a:p>
            <a:pPr algn="ctr"/>
            <a:r>
              <a:rPr lang="en-US" sz="2400" b="1" dirty="0">
                <a:solidFill>
                  <a:srgbClr val="FF0000"/>
                </a:solidFill>
                <a:latin typeface="Cambria" panose="02040503050406030204" pitchFamily="18" charset="0"/>
                <a:ea typeface="Cambria" panose="02040503050406030204" pitchFamily="18" charset="0"/>
              </a:rPr>
              <a:t>Classification of linear systems</a:t>
            </a:r>
          </a:p>
        </p:txBody>
      </p:sp>
      <p:pic>
        <p:nvPicPr>
          <p:cNvPr id="3" name="Picture 2">
            <a:extLst>
              <a:ext uri="{FF2B5EF4-FFF2-40B4-BE49-F238E27FC236}">
                <a16:creationId xmlns:a16="http://schemas.microsoft.com/office/drawing/2014/main" id="{45B1FFAA-ADC9-EACA-7201-B34410E7105D}"/>
              </a:ext>
            </a:extLst>
          </p:cNvPr>
          <p:cNvPicPr>
            <a:picLocks noChangeAspect="1"/>
          </p:cNvPicPr>
          <p:nvPr/>
        </p:nvPicPr>
        <p:blipFill>
          <a:blip r:embed="rId3"/>
          <a:stretch>
            <a:fillRect/>
          </a:stretch>
        </p:blipFill>
        <p:spPr>
          <a:xfrm>
            <a:off x="1884188" y="1065351"/>
            <a:ext cx="8201202" cy="3714044"/>
          </a:xfrm>
          <a:prstGeom prst="rect">
            <a:avLst/>
          </a:prstGeom>
        </p:spPr>
      </p:pic>
    </p:spTree>
    <p:extLst>
      <p:ext uri="{BB962C8B-B14F-4D97-AF65-F5344CB8AC3E}">
        <p14:creationId xmlns:p14="http://schemas.microsoft.com/office/powerpoint/2010/main" val="5225185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F6BB9EF6-0B4A-79BA-2D9E-0584B3978D7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41126"/>
            <a:ext cx="11938827" cy="461665"/>
          </a:xfrm>
          <a:prstGeom prst="rect">
            <a:avLst/>
          </a:prstGeom>
          <a:solidFill>
            <a:schemeClr val="bg1"/>
          </a:solidFill>
        </p:spPr>
        <p:txBody>
          <a:bodyPr wrap="square">
            <a:spAutoFit/>
          </a:bodyPr>
          <a:lstStyle/>
          <a:p>
            <a:pPr algn="ctr"/>
            <a:r>
              <a:rPr lang="en-US" sz="2400" b="1" dirty="0">
                <a:solidFill>
                  <a:srgbClr val="FF0000"/>
                </a:solidFill>
                <a:latin typeface="Cambria" panose="02040503050406030204" pitchFamily="18" charset="0"/>
                <a:ea typeface="Cambria" panose="02040503050406030204" pitchFamily="18" charset="0"/>
              </a:rPr>
              <a:t>Classification of linear systems</a:t>
            </a:r>
          </a:p>
        </p:txBody>
      </p:sp>
      <p:pic>
        <p:nvPicPr>
          <p:cNvPr id="3" name="Picture 2">
            <a:extLst>
              <a:ext uri="{FF2B5EF4-FFF2-40B4-BE49-F238E27FC236}">
                <a16:creationId xmlns:a16="http://schemas.microsoft.com/office/drawing/2014/main" id="{45B1FFAA-ADC9-EACA-7201-B34410E7105D}"/>
              </a:ext>
            </a:extLst>
          </p:cNvPr>
          <p:cNvPicPr>
            <a:picLocks noChangeAspect="1"/>
          </p:cNvPicPr>
          <p:nvPr/>
        </p:nvPicPr>
        <p:blipFill>
          <a:blip r:embed="rId3"/>
          <a:stretch>
            <a:fillRect/>
          </a:stretch>
        </p:blipFill>
        <p:spPr>
          <a:xfrm>
            <a:off x="1884188" y="1065351"/>
            <a:ext cx="8201202" cy="3714044"/>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A8C238F-F486-762E-2568-265E8C9707F6}"/>
                  </a:ext>
                </a:extLst>
              </p:cNvPr>
              <p:cNvSpPr txBox="1"/>
              <p:nvPr/>
            </p:nvSpPr>
            <p:spPr>
              <a:xfrm>
                <a:off x="4510215" y="5609968"/>
                <a:ext cx="2458995" cy="543418"/>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1" i="1" smtClean="0">
                          <a:latin typeface="Cambria Math" panose="02040503050406030204" pitchFamily="18" charset="0"/>
                        </a:rPr>
                        <m:t>𝒙</m:t>
                      </m:r>
                      <m:d>
                        <m:dPr>
                          <m:ctrlPr>
                            <a:rPr lang="en-US" sz="2800" b="1" i="1" smtClean="0">
                              <a:latin typeface="Cambria Math" panose="02040503050406030204" pitchFamily="18" charset="0"/>
                            </a:rPr>
                          </m:ctrlPr>
                        </m:dPr>
                        <m:e>
                          <m:r>
                            <a:rPr lang="en-US" sz="2800" b="1" i="1" smtClean="0">
                              <a:latin typeface="Cambria Math" panose="02040503050406030204" pitchFamily="18" charset="0"/>
                            </a:rPr>
                            <m:t>𝒕</m:t>
                          </m:r>
                        </m:e>
                      </m:d>
                      <m:r>
                        <a:rPr lang="en-US" sz="2800" b="1"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𝑒</m:t>
                          </m:r>
                        </m:e>
                        <m:sup>
                          <m:r>
                            <a:rPr lang="en-US" sz="2800" b="0" i="1" smtClean="0">
                              <a:latin typeface="Cambria Math" panose="02040503050406030204" pitchFamily="18" charset="0"/>
                            </a:rPr>
                            <m:t>𝜆</m:t>
                          </m:r>
                          <m:r>
                            <a:rPr lang="en-US" sz="2800" b="0" i="1" smtClean="0">
                              <a:latin typeface="Cambria Math" panose="02040503050406030204" pitchFamily="18" charset="0"/>
                            </a:rPr>
                            <m:t>𝑡</m:t>
                          </m:r>
                        </m:sup>
                      </m:sSup>
                      <m:r>
                        <a:rPr lang="en-US" sz="2800" b="1" i="1" smtClean="0">
                          <a:latin typeface="Cambria Math" panose="02040503050406030204" pitchFamily="18" charset="0"/>
                        </a:rPr>
                        <m:t>𝒗</m:t>
                      </m:r>
                    </m:oMath>
                  </m:oMathPara>
                </a14:m>
                <a:endParaRPr lang="en-IN" sz="2800" b="1" dirty="0"/>
              </a:p>
            </p:txBody>
          </p:sp>
        </mc:Choice>
        <mc:Fallback xmlns="">
          <p:sp>
            <p:nvSpPr>
              <p:cNvPr id="2" name="TextBox 1">
                <a:extLst>
                  <a:ext uri="{FF2B5EF4-FFF2-40B4-BE49-F238E27FC236}">
                    <a16:creationId xmlns:a16="http://schemas.microsoft.com/office/drawing/2014/main" id="{4A8C238F-F486-762E-2568-265E8C9707F6}"/>
                  </a:ext>
                </a:extLst>
              </p:cNvPr>
              <p:cNvSpPr txBox="1">
                <a:spLocks noRot="1" noChangeAspect="1" noMove="1" noResize="1" noEditPoints="1" noAdjustHandles="1" noChangeArrowheads="1" noChangeShapeType="1" noTextEdit="1"/>
              </p:cNvSpPr>
              <p:nvPr/>
            </p:nvSpPr>
            <p:spPr>
              <a:xfrm>
                <a:off x="4510215" y="5609968"/>
                <a:ext cx="2458995" cy="543418"/>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3744693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F6BB9EF6-0B4A-79BA-2D9E-0584B3978D7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41126"/>
            <a:ext cx="11938827" cy="461665"/>
          </a:xfrm>
          <a:prstGeom prst="rect">
            <a:avLst/>
          </a:prstGeom>
          <a:solidFill>
            <a:schemeClr val="bg1"/>
          </a:solidFill>
        </p:spPr>
        <p:txBody>
          <a:bodyPr wrap="square">
            <a:spAutoFit/>
          </a:bodyPr>
          <a:lstStyle/>
          <a:p>
            <a:pPr algn="ctr"/>
            <a:r>
              <a:rPr lang="en-US" sz="2400" b="1" dirty="0">
                <a:solidFill>
                  <a:srgbClr val="FF0000"/>
                </a:solidFill>
                <a:latin typeface="Cambria" panose="02040503050406030204" pitchFamily="18" charset="0"/>
                <a:ea typeface="Cambria" panose="02040503050406030204" pitchFamily="18" charset="0"/>
              </a:rPr>
              <a:t>Classification of linear systems</a:t>
            </a:r>
          </a:p>
        </p:txBody>
      </p:sp>
      <p:pic>
        <p:nvPicPr>
          <p:cNvPr id="3" name="Picture 2">
            <a:extLst>
              <a:ext uri="{FF2B5EF4-FFF2-40B4-BE49-F238E27FC236}">
                <a16:creationId xmlns:a16="http://schemas.microsoft.com/office/drawing/2014/main" id="{45B1FFAA-ADC9-EACA-7201-B34410E7105D}"/>
              </a:ext>
            </a:extLst>
          </p:cNvPr>
          <p:cNvPicPr>
            <a:picLocks noChangeAspect="1"/>
          </p:cNvPicPr>
          <p:nvPr/>
        </p:nvPicPr>
        <p:blipFill>
          <a:blip r:embed="rId3"/>
          <a:stretch>
            <a:fillRect/>
          </a:stretch>
        </p:blipFill>
        <p:spPr>
          <a:xfrm>
            <a:off x="1884188" y="1065351"/>
            <a:ext cx="8201202" cy="3714044"/>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A8C238F-F486-762E-2568-265E8C9707F6}"/>
                  </a:ext>
                </a:extLst>
              </p:cNvPr>
              <p:cNvSpPr txBox="1"/>
              <p:nvPr/>
            </p:nvSpPr>
            <p:spPr>
              <a:xfrm>
                <a:off x="481913" y="5546988"/>
                <a:ext cx="2458995" cy="543418"/>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1" i="1" smtClean="0">
                          <a:latin typeface="Cambria Math" panose="02040503050406030204" pitchFamily="18" charset="0"/>
                        </a:rPr>
                        <m:t>𝒙</m:t>
                      </m:r>
                      <m:d>
                        <m:dPr>
                          <m:ctrlPr>
                            <a:rPr lang="en-US" sz="2800" b="1" i="1" smtClean="0">
                              <a:latin typeface="Cambria Math" panose="02040503050406030204" pitchFamily="18" charset="0"/>
                            </a:rPr>
                          </m:ctrlPr>
                        </m:dPr>
                        <m:e>
                          <m:r>
                            <a:rPr lang="en-US" sz="2800" b="1" i="1" smtClean="0">
                              <a:latin typeface="Cambria Math" panose="02040503050406030204" pitchFamily="18" charset="0"/>
                            </a:rPr>
                            <m:t>𝒕</m:t>
                          </m:r>
                        </m:e>
                      </m:d>
                      <m:r>
                        <a:rPr lang="en-US" sz="2800" b="1"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𝑒</m:t>
                          </m:r>
                        </m:e>
                        <m:sup>
                          <m:r>
                            <a:rPr lang="en-US" sz="2800" b="0" i="1" smtClean="0">
                              <a:latin typeface="Cambria Math" panose="02040503050406030204" pitchFamily="18" charset="0"/>
                            </a:rPr>
                            <m:t>𝜆</m:t>
                          </m:r>
                          <m:r>
                            <a:rPr lang="en-US" sz="2800" b="0" i="1" smtClean="0">
                              <a:latin typeface="Cambria Math" panose="02040503050406030204" pitchFamily="18" charset="0"/>
                            </a:rPr>
                            <m:t>𝑡</m:t>
                          </m:r>
                        </m:sup>
                      </m:sSup>
                      <m:r>
                        <a:rPr lang="en-US" sz="2800" b="1" i="1" smtClean="0">
                          <a:latin typeface="Cambria Math" panose="02040503050406030204" pitchFamily="18" charset="0"/>
                        </a:rPr>
                        <m:t>𝒗</m:t>
                      </m:r>
                    </m:oMath>
                  </m:oMathPara>
                </a14:m>
                <a:endParaRPr lang="en-IN" sz="2800" b="1" dirty="0"/>
              </a:p>
            </p:txBody>
          </p:sp>
        </mc:Choice>
        <mc:Fallback xmlns="">
          <p:sp>
            <p:nvSpPr>
              <p:cNvPr id="2" name="TextBox 1">
                <a:extLst>
                  <a:ext uri="{FF2B5EF4-FFF2-40B4-BE49-F238E27FC236}">
                    <a16:creationId xmlns:a16="http://schemas.microsoft.com/office/drawing/2014/main" id="{4A8C238F-F486-762E-2568-265E8C9707F6}"/>
                  </a:ext>
                </a:extLst>
              </p:cNvPr>
              <p:cNvSpPr txBox="1">
                <a:spLocks noRot="1" noChangeAspect="1" noMove="1" noResize="1" noEditPoints="1" noAdjustHandles="1" noChangeArrowheads="1" noChangeShapeType="1" noTextEdit="1"/>
              </p:cNvSpPr>
              <p:nvPr/>
            </p:nvSpPr>
            <p:spPr>
              <a:xfrm>
                <a:off x="481913" y="5546988"/>
                <a:ext cx="2458995" cy="543418"/>
              </a:xfrm>
              <a:prstGeom prst="rect">
                <a:avLst/>
              </a:prstGeom>
              <a:blipFill>
                <a:blip r:embed="rId4"/>
                <a:stretch>
                  <a:fillRect/>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44788BAC-B2DB-A39A-3918-BAB43553C146}"/>
              </a:ext>
            </a:extLst>
          </p:cNvPr>
          <p:cNvPicPr>
            <a:picLocks noChangeAspect="1"/>
          </p:cNvPicPr>
          <p:nvPr/>
        </p:nvPicPr>
        <p:blipFill>
          <a:blip r:embed="rId5"/>
          <a:stretch>
            <a:fillRect/>
          </a:stretch>
        </p:blipFill>
        <p:spPr>
          <a:xfrm>
            <a:off x="3428885" y="5194986"/>
            <a:ext cx="8178484" cy="1247422"/>
          </a:xfrm>
          <a:prstGeom prst="rect">
            <a:avLst/>
          </a:prstGeom>
        </p:spPr>
      </p:pic>
      <p:sp>
        <p:nvSpPr>
          <p:cNvPr id="7" name="Rectangle 6">
            <a:extLst>
              <a:ext uri="{FF2B5EF4-FFF2-40B4-BE49-F238E27FC236}">
                <a16:creationId xmlns:a16="http://schemas.microsoft.com/office/drawing/2014/main" id="{4E5C440D-45C3-E844-90C3-7262BE19A2E7}"/>
              </a:ext>
            </a:extLst>
          </p:cNvPr>
          <p:cNvSpPr/>
          <p:nvPr/>
        </p:nvSpPr>
        <p:spPr>
          <a:xfrm>
            <a:off x="10085390" y="5947565"/>
            <a:ext cx="518984" cy="28568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5628236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F6BB9EF6-0B4A-79BA-2D9E-0584B3978D7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41126"/>
            <a:ext cx="11938827" cy="461665"/>
          </a:xfrm>
          <a:prstGeom prst="rect">
            <a:avLst/>
          </a:prstGeom>
          <a:solidFill>
            <a:schemeClr val="bg1"/>
          </a:solidFill>
        </p:spPr>
        <p:txBody>
          <a:bodyPr wrap="square">
            <a:spAutoFit/>
          </a:bodyPr>
          <a:lstStyle/>
          <a:p>
            <a:pPr algn="ctr"/>
            <a:r>
              <a:rPr lang="en-US" sz="2400" b="1" dirty="0">
                <a:solidFill>
                  <a:srgbClr val="FF0000"/>
                </a:solidFill>
                <a:latin typeface="Cambria" panose="02040503050406030204" pitchFamily="18" charset="0"/>
                <a:ea typeface="Cambria" panose="02040503050406030204" pitchFamily="18" charset="0"/>
              </a:rPr>
              <a:t>Classification of linear systems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A8C238F-F486-762E-2568-265E8C9707F6}"/>
                  </a:ext>
                </a:extLst>
              </p:cNvPr>
              <p:cNvSpPr txBox="1"/>
              <p:nvPr/>
            </p:nvSpPr>
            <p:spPr>
              <a:xfrm>
                <a:off x="741405" y="1209766"/>
                <a:ext cx="2458995" cy="543418"/>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1" i="1" smtClean="0">
                          <a:latin typeface="Cambria Math" panose="02040503050406030204" pitchFamily="18" charset="0"/>
                        </a:rPr>
                        <m:t>𝒙</m:t>
                      </m:r>
                      <m:d>
                        <m:dPr>
                          <m:ctrlPr>
                            <a:rPr lang="en-US" sz="2800" b="1" i="1" smtClean="0">
                              <a:latin typeface="Cambria Math" panose="02040503050406030204" pitchFamily="18" charset="0"/>
                            </a:rPr>
                          </m:ctrlPr>
                        </m:dPr>
                        <m:e>
                          <m:r>
                            <a:rPr lang="en-US" sz="2800" b="1" i="1" smtClean="0">
                              <a:latin typeface="Cambria Math" panose="02040503050406030204" pitchFamily="18" charset="0"/>
                            </a:rPr>
                            <m:t>𝒕</m:t>
                          </m:r>
                        </m:e>
                      </m:d>
                      <m:r>
                        <a:rPr lang="en-US" sz="2800" b="1"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𝑒</m:t>
                          </m:r>
                        </m:e>
                        <m:sup>
                          <m:r>
                            <a:rPr lang="en-US" sz="2800" b="0" i="1" smtClean="0">
                              <a:latin typeface="Cambria Math" panose="02040503050406030204" pitchFamily="18" charset="0"/>
                            </a:rPr>
                            <m:t>𝜆</m:t>
                          </m:r>
                          <m:r>
                            <a:rPr lang="en-US" sz="2800" b="0" i="1" smtClean="0">
                              <a:latin typeface="Cambria Math" panose="02040503050406030204" pitchFamily="18" charset="0"/>
                            </a:rPr>
                            <m:t>𝑡</m:t>
                          </m:r>
                        </m:sup>
                      </m:sSup>
                      <m:r>
                        <a:rPr lang="en-US" sz="2800" b="1" i="1" smtClean="0">
                          <a:latin typeface="Cambria Math" panose="02040503050406030204" pitchFamily="18" charset="0"/>
                        </a:rPr>
                        <m:t>𝒗</m:t>
                      </m:r>
                    </m:oMath>
                  </m:oMathPara>
                </a14:m>
                <a:endParaRPr lang="en-IN" sz="2800" b="1" dirty="0"/>
              </a:p>
            </p:txBody>
          </p:sp>
        </mc:Choice>
        <mc:Fallback xmlns="">
          <p:sp>
            <p:nvSpPr>
              <p:cNvPr id="2" name="TextBox 1">
                <a:extLst>
                  <a:ext uri="{FF2B5EF4-FFF2-40B4-BE49-F238E27FC236}">
                    <a16:creationId xmlns:a16="http://schemas.microsoft.com/office/drawing/2014/main" id="{4A8C238F-F486-762E-2568-265E8C9707F6}"/>
                  </a:ext>
                </a:extLst>
              </p:cNvPr>
              <p:cNvSpPr txBox="1">
                <a:spLocks noRot="1" noChangeAspect="1" noMove="1" noResize="1" noEditPoints="1" noAdjustHandles="1" noChangeArrowheads="1" noChangeShapeType="1" noTextEdit="1"/>
              </p:cNvSpPr>
              <p:nvPr/>
            </p:nvSpPr>
            <p:spPr>
              <a:xfrm>
                <a:off x="741405" y="1209766"/>
                <a:ext cx="2458995" cy="543418"/>
              </a:xfrm>
              <a:prstGeom prst="rect">
                <a:avLst/>
              </a:prstGeom>
              <a:blipFill>
                <a:blip r:embed="rId3"/>
                <a:stretch>
                  <a:fillRect/>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44788BAC-B2DB-A39A-3918-BAB43553C146}"/>
              </a:ext>
            </a:extLst>
          </p:cNvPr>
          <p:cNvPicPr>
            <a:picLocks noChangeAspect="1"/>
          </p:cNvPicPr>
          <p:nvPr/>
        </p:nvPicPr>
        <p:blipFill>
          <a:blip r:embed="rId4"/>
          <a:stretch>
            <a:fillRect/>
          </a:stretch>
        </p:blipFill>
        <p:spPr>
          <a:xfrm>
            <a:off x="3272111" y="942531"/>
            <a:ext cx="8178484" cy="1247422"/>
          </a:xfrm>
          <a:prstGeom prst="rect">
            <a:avLst/>
          </a:prstGeom>
        </p:spPr>
      </p:pic>
      <p:sp>
        <p:nvSpPr>
          <p:cNvPr id="4" name="Rectangle 3">
            <a:extLst>
              <a:ext uri="{FF2B5EF4-FFF2-40B4-BE49-F238E27FC236}">
                <a16:creationId xmlns:a16="http://schemas.microsoft.com/office/drawing/2014/main" id="{5494E700-073B-4B8C-8BB2-4290B6A8EED3}"/>
              </a:ext>
            </a:extLst>
          </p:cNvPr>
          <p:cNvSpPr/>
          <p:nvPr/>
        </p:nvSpPr>
        <p:spPr>
          <a:xfrm>
            <a:off x="9934832" y="1753184"/>
            <a:ext cx="518984" cy="28568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8" name="Picture 7">
            <a:extLst>
              <a:ext uri="{FF2B5EF4-FFF2-40B4-BE49-F238E27FC236}">
                <a16:creationId xmlns:a16="http://schemas.microsoft.com/office/drawing/2014/main" id="{FAE82696-DB50-556D-BB02-2923F47EC932}"/>
              </a:ext>
            </a:extLst>
          </p:cNvPr>
          <p:cNvPicPr>
            <a:picLocks noChangeAspect="1"/>
          </p:cNvPicPr>
          <p:nvPr/>
        </p:nvPicPr>
        <p:blipFill>
          <a:blip r:embed="rId5"/>
          <a:stretch>
            <a:fillRect/>
          </a:stretch>
        </p:blipFill>
        <p:spPr>
          <a:xfrm>
            <a:off x="3272111" y="2317681"/>
            <a:ext cx="8281457" cy="931333"/>
          </a:xfrm>
          <a:prstGeom prst="rect">
            <a:avLst/>
          </a:prstGeom>
        </p:spPr>
      </p:pic>
    </p:spTree>
    <p:extLst>
      <p:ext uri="{BB962C8B-B14F-4D97-AF65-F5344CB8AC3E}">
        <p14:creationId xmlns:p14="http://schemas.microsoft.com/office/powerpoint/2010/main" val="28635830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F6BB9EF6-0B4A-79BA-2D9E-0584B3978D7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41126"/>
            <a:ext cx="11938827" cy="461665"/>
          </a:xfrm>
          <a:prstGeom prst="rect">
            <a:avLst/>
          </a:prstGeom>
          <a:solidFill>
            <a:schemeClr val="bg1"/>
          </a:solidFill>
        </p:spPr>
        <p:txBody>
          <a:bodyPr wrap="square">
            <a:spAutoFit/>
          </a:bodyPr>
          <a:lstStyle/>
          <a:p>
            <a:pPr algn="ctr"/>
            <a:r>
              <a:rPr lang="en-US" sz="2400" b="1" dirty="0">
                <a:solidFill>
                  <a:srgbClr val="FF0000"/>
                </a:solidFill>
                <a:latin typeface="Cambria" panose="02040503050406030204" pitchFamily="18" charset="0"/>
                <a:ea typeface="Cambria" panose="02040503050406030204" pitchFamily="18" charset="0"/>
              </a:rPr>
              <a:t>Classification of linear systems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A8C238F-F486-762E-2568-265E8C9707F6}"/>
                  </a:ext>
                </a:extLst>
              </p:cNvPr>
              <p:cNvSpPr txBox="1"/>
              <p:nvPr/>
            </p:nvSpPr>
            <p:spPr>
              <a:xfrm>
                <a:off x="741405" y="1209766"/>
                <a:ext cx="2458995" cy="543418"/>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1" i="1" smtClean="0">
                          <a:latin typeface="Cambria Math" panose="02040503050406030204" pitchFamily="18" charset="0"/>
                        </a:rPr>
                        <m:t>𝒙</m:t>
                      </m:r>
                      <m:d>
                        <m:dPr>
                          <m:ctrlPr>
                            <a:rPr lang="en-US" sz="2800" b="1" i="1" smtClean="0">
                              <a:latin typeface="Cambria Math" panose="02040503050406030204" pitchFamily="18" charset="0"/>
                            </a:rPr>
                          </m:ctrlPr>
                        </m:dPr>
                        <m:e>
                          <m:r>
                            <a:rPr lang="en-US" sz="2800" b="1" i="1" smtClean="0">
                              <a:latin typeface="Cambria Math" panose="02040503050406030204" pitchFamily="18" charset="0"/>
                            </a:rPr>
                            <m:t>𝒕</m:t>
                          </m:r>
                        </m:e>
                      </m:d>
                      <m:r>
                        <a:rPr lang="en-US" sz="2800" b="1"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𝑒</m:t>
                          </m:r>
                        </m:e>
                        <m:sup>
                          <m:r>
                            <a:rPr lang="en-US" sz="2800" b="0" i="1" smtClean="0">
                              <a:latin typeface="Cambria Math" panose="02040503050406030204" pitchFamily="18" charset="0"/>
                            </a:rPr>
                            <m:t>𝜆</m:t>
                          </m:r>
                          <m:r>
                            <a:rPr lang="en-US" sz="2800" b="0" i="1" smtClean="0">
                              <a:latin typeface="Cambria Math" panose="02040503050406030204" pitchFamily="18" charset="0"/>
                            </a:rPr>
                            <m:t>𝑡</m:t>
                          </m:r>
                        </m:sup>
                      </m:sSup>
                      <m:r>
                        <a:rPr lang="en-US" sz="2800" b="1" i="1" smtClean="0">
                          <a:latin typeface="Cambria Math" panose="02040503050406030204" pitchFamily="18" charset="0"/>
                        </a:rPr>
                        <m:t>𝒗</m:t>
                      </m:r>
                    </m:oMath>
                  </m:oMathPara>
                </a14:m>
                <a:endParaRPr lang="en-IN" sz="2800" b="1" dirty="0"/>
              </a:p>
            </p:txBody>
          </p:sp>
        </mc:Choice>
        <mc:Fallback xmlns="">
          <p:sp>
            <p:nvSpPr>
              <p:cNvPr id="2" name="TextBox 1">
                <a:extLst>
                  <a:ext uri="{FF2B5EF4-FFF2-40B4-BE49-F238E27FC236}">
                    <a16:creationId xmlns:a16="http://schemas.microsoft.com/office/drawing/2014/main" id="{4A8C238F-F486-762E-2568-265E8C9707F6}"/>
                  </a:ext>
                </a:extLst>
              </p:cNvPr>
              <p:cNvSpPr txBox="1">
                <a:spLocks noRot="1" noChangeAspect="1" noMove="1" noResize="1" noEditPoints="1" noAdjustHandles="1" noChangeArrowheads="1" noChangeShapeType="1" noTextEdit="1"/>
              </p:cNvSpPr>
              <p:nvPr/>
            </p:nvSpPr>
            <p:spPr>
              <a:xfrm>
                <a:off x="741405" y="1209766"/>
                <a:ext cx="2458995" cy="543418"/>
              </a:xfrm>
              <a:prstGeom prst="rect">
                <a:avLst/>
              </a:prstGeom>
              <a:blipFill>
                <a:blip r:embed="rId3"/>
                <a:stretch>
                  <a:fillRect/>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44788BAC-B2DB-A39A-3918-BAB43553C146}"/>
              </a:ext>
            </a:extLst>
          </p:cNvPr>
          <p:cNvPicPr>
            <a:picLocks noChangeAspect="1"/>
          </p:cNvPicPr>
          <p:nvPr/>
        </p:nvPicPr>
        <p:blipFill>
          <a:blip r:embed="rId4"/>
          <a:stretch>
            <a:fillRect/>
          </a:stretch>
        </p:blipFill>
        <p:spPr>
          <a:xfrm>
            <a:off x="3272111" y="942531"/>
            <a:ext cx="8178484" cy="1247422"/>
          </a:xfrm>
          <a:prstGeom prst="rect">
            <a:avLst/>
          </a:prstGeom>
        </p:spPr>
      </p:pic>
      <p:sp>
        <p:nvSpPr>
          <p:cNvPr id="4" name="Rectangle 3">
            <a:extLst>
              <a:ext uri="{FF2B5EF4-FFF2-40B4-BE49-F238E27FC236}">
                <a16:creationId xmlns:a16="http://schemas.microsoft.com/office/drawing/2014/main" id="{5494E700-073B-4B8C-8BB2-4290B6A8EED3}"/>
              </a:ext>
            </a:extLst>
          </p:cNvPr>
          <p:cNvSpPr/>
          <p:nvPr/>
        </p:nvSpPr>
        <p:spPr>
          <a:xfrm>
            <a:off x="9934832" y="1753184"/>
            <a:ext cx="518984" cy="28568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8" name="Picture 7">
            <a:extLst>
              <a:ext uri="{FF2B5EF4-FFF2-40B4-BE49-F238E27FC236}">
                <a16:creationId xmlns:a16="http://schemas.microsoft.com/office/drawing/2014/main" id="{FAE82696-DB50-556D-BB02-2923F47EC932}"/>
              </a:ext>
            </a:extLst>
          </p:cNvPr>
          <p:cNvPicPr>
            <a:picLocks noChangeAspect="1"/>
          </p:cNvPicPr>
          <p:nvPr/>
        </p:nvPicPr>
        <p:blipFill>
          <a:blip r:embed="rId5"/>
          <a:stretch>
            <a:fillRect/>
          </a:stretch>
        </p:blipFill>
        <p:spPr>
          <a:xfrm>
            <a:off x="3272111" y="2317681"/>
            <a:ext cx="8281457" cy="931333"/>
          </a:xfrm>
          <a:prstGeom prst="rect">
            <a:avLst/>
          </a:prstGeom>
        </p:spPr>
      </p:pic>
      <p:pic>
        <p:nvPicPr>
          <p:cNvPr id="11" name="Picture 10">
            <a:extLst>
              <a:ext uri="{FF2B5EF4-FFF2-40B4-BE49-F238E27FC236}">
                <a16:creationId xmlns:a16="http://schemas.microsoft.com/office/drawing/2014/main" id="{B94C5AC7-776A-7B66-884A-38AC21CD437B}"/>
              </a:ext>
            </a:extLst>
          </p:cNvPr>
          <p:cNvPicPr>
            <a:picLocks noChangeAspect="1"/>
          </p:cNvPicPr>
          <p:nvPr/>
        </p:nvPicPr>
        <p:blipFill>
          <a:blip r:embed="rId6"/>
          <a:stretch>
            <a:fillRect/>
          </a:stretch>
        </p:blipFill>
        <p:spPr>
          <a:xfrm>
            <a:off x="326011" y="800129"/>
            <a:ext cx="8178483" cy="5960533"/>
          </a:xfrm>
          <a:prstGeom prst="rect">
            <a:avLst/>
          </a:prstGeom>
        </p:spPr>
      </p:pic>
      <p:pic>
        <p:nvPicPr>
          <p:cNvPr id="7" name="Picture 6">
            <a:extLst>
              <a:ext uri="{FF2B5EF4-FFF2-40B4-BE49-F238E27FC236}">
                <a16:creationId xmlns:a16="http://schemas.microsoft.com/office/drawing/2014/main" id="{B7AB9C27-931F-B5DE-F80A-2789FE088994}"/>
              </a:ext>
            </a:extLst>
          </p:cNvPr>
          <p:cNvPicPr>
            <a:picLocks noChangeAspect="1"/>
          </p:cNvPicPr>
          <p:nvPr/>
        </p:nvPicPr>
        <p:blipFill>
          <a:blip r:embed="rId7"/>
          <a:stretch>
            <a:fillRect/>
          </a:stretch>
        </p:blipFill>
        <p:spPr>
          <a:xfrm>
            <a:off x="6626397" y="3804843"/>
            <a:ext cx="4842917" cy="1120981"/>
          </a:xfrm>
          <a:prstGeom prst="rect">
            <a:avLst/>
          </a:prstGeom>
          <a:ln>
            <a:noFill/>
          </a:ln>
          <a:effectLst>
            <a:softEdge rad="112500"/>
          </a:effectLst>
        </p:spPr>
      </p:pic>
    </p:spTree>
    <p:extLst>
      <p:ext uri="{BB962C8B-B14F-4D97-AF65-F5344CB8AC3E}">
        <p14:creationId xmlns:p14="http://schemas.microsoft.com/office/powerpoint/2010/main" val="1995373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F6BB9EF6-0B4A-79BA-2D9E-0584B3978D7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41126"/>
            <a:ext cx="11938827" cy="461665"/>
          </a:xfrm>
          <a:prstGeom prst="rect">
            <a:avLst/>
          </a:prstGeom>
          <a:solidFill>
            <a:schemeClr val="bg1"/>
          </a:solidFill>
        </p:spPr>
        <p:txBody>
          <a:bodyPr wrap="square">
            <a:spAutoFit/>
          </a:bodyPr>
          <a:lstStyle/>
          <a:p>
            <a:pPr algn="ctr"/>
            <a:r>
              <a:rPr lang="en-US" sz="2400" b="1" dirty="0">
                <a:solidFill>
                  <a:srgbClr val="FF0000"/>
                </a:solidFill>
                <a:latin typeface="Cambria" panose="02040503050406030204" pitchFamily="18" charset="0"/>
                <a:ea typeface="Cambria" panose="02040503050406030204" pitchFamily="18" charset="0"/>
              </a:rPr>
              <a:t>Solving Initial Value Problem (Model 7)</a:t>
            </a:r>
          </a:p>
        </p:txBody>
      </p:sp>
      <p:pic>
        <p:nvPicPr>
          <p:cNvPr id="13" name="Picture 12">
            <a:extLst>
              <a:ext uri="{FF2B5EF4-FFF2-40B4-BE49-F238E27FC236}">
                <a16:creationId xmlns:a16="http://schemas.microsoft.com/office/drawing/2014/main" id="{CD8E1FF1-C768-B5F7-A9BA-82D0F4AA75B8}"/>
              </a:ext>
            </a:extLst>
          </p:cNvPr>
          <p:cNvPicPr>
            <a:picLocks noChangeAspect="1"/>
          </p:cNvPicPr>
          <p:nvPr/>
        </p:nvPicPr>
        <p:blipFill>
          <a:blip r:embed="rId3"/>
          <a:stretch>
            <a:fillRect/>
          </a:stretch>
        </p:blipFill>
        <p:spPr>
          <a:xfrm>
            <a:off x="1972680" y="1253143"/>
            <a:ext cx="8246639" cy="1806222"/>
          </a:xfrm>
          <a:prstGeom prst="rect">
            <a:avLst/>
          </a:prstGeom>
        </p:spPr>
      </p:pic>
    </p:spTree>
    <p:extLst>
      <p:ext uri="{BB962C8B-B14F-4D97-AF65-F5344CB8AC3E}">
        <p14:creationId xmlns:p14="http://schemas.microsoft.com/office/powerpoint/2010/main" val="13316323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F6BB9EF6-0B4A-79BA-2D9E-0584B3978D7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13" name="Picture 12">
            <a:extLst>
              <a:ext uri="{FF2B5EF4-FFF2-40B4-BE49-F238E27FC236}">
                <a16:creationId xmlns:a16="http://schemas.microsoft.com/office/drawing/2014/main" id="{CD8E1FF1-C768-B5F7-A9BA-82D0F4AA75B8}"/>
              </a:ext>
            </a:extLst>
          </p:cNvPr>
          <p:cNvPicPr>
            <a:picLocks noChangeAspect="1"/>
          </p:cNvPicPr>
          <p:nvPr/>
        </p:nvPicPr>
        <p:blipFill>
          <a:blip r:embed="rId3"/>
          <a:stretch>
            <a:fillRect/>
          </a:stretch>
        </p:blipFill>
        <p:spPr>
          <a:xfrm>
            <a:off x="1972680" y="1253143"/>
            <a:ext cx="8246639" cy="1806222"/>
          </a:xfrm>
          <a:prstGeom prst="rect">
            <a:avLst/>
          </a:prstGeom>
        </p:spPr>
      </p:pic>
      <p:pic>
        <p:nvPicPr>
          <p:cNvPr id="3" name="Picture 2">
            <a:extLst>
              <a:ext uri="{FF2B5EF4-FFF2-40B4-BE49-F238E27FC236}">
                <a16:creationId xmlns:a16="http://schemas.microsoft.com/office/drawing/2014/main" id="{15A3603F-67BC-F7AE-666D-2728700A7250}"/>
              </a:ext>
            </a:extLst>
          </p:cNvPr>
          <p:cNvPicPr>
            <a:picLocks noChangeAspect="1"/>
          </p:cNvPicPr>
          <p:nvPr/>
        </p:nvPicPr>
        <p:blipFill>
          <a:blip r:embed="rId4"/>
          <a:stretch>
            <a:fillRect/>
          </a:stretch>
        </p:blipFill>
        <p:spPr>
          <a:xfrm>
            <a:off x="6095999" y="3429000"/>
            <a:ext cx="2930624" cy="965200"/>
          </a:xfrm>
          <a:prstGeom prst="rect">
            <a:avLst/>
          </a:prstGeom>
        </p:spPr>
      </p:pic>
      <p:pic>
        <p:nvPicPr>
          <p:cNvPr id="5" name="Picture 4">
            <a:extLst>
              <a:ext uri="{FF2B5EF4-FFF2-40B4-BE49-F238E27FC236}">
                <a16:creationId xmlns:a16="http://schemas.microsoft.com/office/drawing/2014/main" id="{8B06537F-4858-54BD-F389-5614D32CAD47}"/>
              </a:ext>
            </a:extLst>
          </p:cNvPr>
          <p:cNvPicPr>
            <a:picLocks noChangeAspect="1"/>
          </p:cNvPicPr>
          <p:nvPr/>
        </p:nvPicPr>
        <p:blipFill>
          <a:blip r:embed="rId5"/>
          <a:stretch>
            <a:fillRect/>
          </a:stretch>
        </p:blipFill>
        <p:spPr>
          <a:xfrm>
            <a:off x="2869811" y="3510769"/>
            <a:ext cx="2226365" cy="575733"/>
          </a:xfrm>
          <a:prstGeom prst="rect">
            <a:avLst/>
          </a:prstGeom>
        </p:spPr>
      </p:pic>
      <p:sp>
        <p:nvSpPr>
          <p:cNvPr id="2" name="TextBox 1">
            <a:extLst>
              <a:ext uri="{FF2B5EF4-FFF2-40B4-BE49-F238E27FC236}">
                <a16:creationId xmlns:a16="http://schemas.microsoft.com/office/drawing/2014/main" id="{8225B65E-B76B-0426-C389-66538BEF9A9A}"/>
              </a:ext>
            </a:extLst>
          </p:cNvPr>
          <p:cNvSpPr txBox="1"/>
          <p:nvPr/>
        </p:nvSpPr>
        <p:spPr>
          <a:xfrm>
            <a:off x="96654" y="241126"/>
            <a:ext cx="11938827" cy="461665"/>
          </a:xfrm>
          <a:prstGeom prst="rect">
            <a:avLst/>
          </a:prstGeom>
          <a:solidFill>
            <a:schemeClr val="bg1"/>
          </a:solidFill>
        </p:spPr>
        <p:txBody>
          <a:bodyPr wrap="square">
            <a:spAutoFit/>
          </a:bodyPr>
          <a:lstStyle/>
          <a:p>
            <a:pPr algn="ctr"/>
            <a:r>
              <a:rPr lang="en-US" sz="2400" b="1" dirty="0">
                <a:solidFill>
                  <a:srgbClr val="FF0000"/>
                </a:solidFill>
                <a:latin typeface="Cambria" panose="02040503050406030204" pitchFamily="18" charset="0"/>
                <a:ea typeface="Cambria" panose="02040503050406030204" pitchFamily="18" charset="0"/>
              </a:rPr>
              <a:t>Solving Initial Value Problem (Model 7)</a:t>
            </a:r>
          </a:p>
        </p:txBody>
      </p:sp>
    </p:spTree>
    <p:extLst>
      <p:ext uri="{BB962C8B-B14F-4D97-AF65-F5344CB8AC3E}">
        <p14:creationId xmlns:p14="http://schemas.microsoft.com/office/powerpoint/2010/main" val="2080190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F6BB9EF6-0B4A-79BA-2D9E-0584B3978D7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41126"/>
            <a:ext cx="11938827" cy="461665"/>
          </a:xfrm>
          <a:prstGeom prst="rect">
            <a:avLst/>
          </a:prstGeom>
          <a:solidFill>
            <a:schemeClr val="bg1"/>
          </a:solidFill>
        </p:spPr>
        <p:txBody>
          <a:bodyPr wrap="square">
            <a:spAutoFit/>
          </a:bodyPr>
          <a:lstStyle/>
          <a:p>
            <a:pPr algn="ctr"/>
            <a:r>
              <a:rPr lang="en-US" sz="2400" b="1" dirty="0">
                <a:solidFill>
                  <a:srgbClr val="FF0000"/>
                </a:solidFill>
                <a:latin typeface="Cambria" panose="02040503050406030204" pitchFamily="18" charset="0"/>
                <a:ea typeface="Cambria" panose="02040503050406030204" pitchFamily="18" charset="0"/>
              </a:rPr>
              <a:t>Solving Initial Value Problem</a:t>
            </a:r>
          </a:p>
        </p:txBody>
      </p:sp>
      <p:pic>
        <p:nvPicPr>
          <p:cNvPr id="13" name="Picture 12">
            <a:extLst>
              <a:ext uri="{FF2B5EF4-FFF2-40B4-BE49-F238E27FC236}">
                <a16:creationId xmlns:a16="http://schemas.microsoft.com/office/drawing/2014/main" id="{CD8E1FF1-C768-B5F7-A9BA-82D0F4AA75B8}"/>
              </a:ext>
            </a:extLst>
          </p:cNvPr>
          <p:cNvPicPr>
            <a:picLocks noChangeAspect="1"/>
          </p:cNvPicPr>
          <p:nvPr/>
        </p:nvPicPr>
        <p:blipFill>
          <a:blip r:embed="rId3"/>
          <a:stretch>
            <a:fillRect/>
          </a:stretch>
        </p:blipFill>
        <p:spPr>
          <a:xfrm>
            <a:off x="1972680" y="1253143"/>
            <a:ext cx="8246639" cy="1806222"/>
          </a:xfrm>
          <a:prstGeom prst="rect">
            <a:avLst/>
          </a:prstGeom>
        </p:spPr>
      </p:pic>
      <p:pic>
        <p:nvPicPr>
          <p:cNvPr id="3" name="Picture 2">
            <a:extLst>
              <a:ext uri="{FF2B5EF4-FFF2-40B4-BE49-F238E27FC236}">
                <a16:creationId xmlns:a16="http://schemas.microsoft.com/office/drawing/2014/main" id="{15A3603F-67BC-F7AE-666D-2728700A7250}"/>
              </a:ext>
            </a:extLst>
          </p:cNvPr>
          <p:cNvPicPr>
            <a:picLocks noChangeAspect="1"/>
          </p:cNvPicPr>
          <p:nvPr/>
        </p:nvPicPr>
        <p:blipFill>
          <a:blip r:embed="rId4"/>
          <a:stretch>
            <a:fillRect/>
          </a:stretch>
        </p:blipFill>
        <p:spPr>
          <a:xfrm>
            <a:off x="6095999" y="3429000"/>
            <a:ext cx="2930624" cy="965200"/>
          </a:xfrm>
          <a:prstGeom prst="rect">
            <a:avLst/>
          </a:prstGeom>
        </p:spPr>
      </p:pic>
      <p:pic>
        <p:nvPicPr>
          <p:cNvPr id="5" name="Picture 4">
            <a:extLst>
              <a:ext uri="{FF2B5EF4-FFF2-40B4-BE49-F238E27FC236}">
                <a16:creationId xmlns:a16="http://schemas.microsoft.com/office/drawing/2014/main" id="{8B06537F-4858-54BD-F389-5614D32CAD47}"/>
              </a:ext>
            </a:extLst>
          </p:cNvPr>
          <p:cNvPicPr>
            <a:picLocks noChangeAspect="1"/>
          </p:cNvPicPr>
          <p:nvPr/>
        </p:nvPicPr>
        <p:blipFill>
          <a:blip r:embed="rId5"/>
          <a:stretch>
            <a:fillRect/>
          </a:stretch>
        </p:blipFill>
        <p:spPr>
          <a:xfrm>
            <a:off x="2869811" y="3510769"/>
            <a:ext cx="2226365" cy="575733"/>
          </a:xfrm>
          <a:prstGeom prst="rect">
            <a:avLst/>
          </a:prstGeom>
        </p:spPr>
      </p:pic>
      <p:pic>
        <p:nvPicPr>
          <p:cNvPr id="4" name="Picture 3">
            <a:extLst>
              <a:ext uri="{FF2B5EF4-FFF2-40B4-BE49-F238E27FC236}">
                <a16:creationId xmlns:a16="http://schemas.microsoft.com/office/drawing/2014/main" id="{E7ABBC1B-9CBC-177D-D5BB-9C7D778F0F3F}"/>
              </a:ext>
            </a:extLst>
          </p:cNvPr>
          <p:cNvPicPr>
            <a:picLocks noChangeAspect="1"/>
          </p:cNvPicPr>
          <p:nvPr/>
        </p:nvPicPr>
        <p:blipFill>
          <a:blip r:embed="rId6"/>
          <a:stretch>
            <a:fillRect/>
          </a:stretch>
        </p:blipFill>
        <p:spPr>
          <a:xfrm>
            <a:off x="3853824" y="4845604"/>
            <a:ext cx="3248676" cy="790222"/>
          </a:xfrm>
          <a:prstGeom prst="rect">
            <a:avLst/>
          </a:prstGeom>
        </p:spPr>
      </p:pic>
      <p:pic>
        <p:nvPicPr>
          <p:cNvPr id="14" name="Picture 13">
            <a:extLst>
              <a:ext uri="{FF2B5EF4-FFF2-40B4-BE49-F238E27FC236}">
                <a16:creationId xmlns:a16="http://schemas.microsoft.com/office/drawing/2014/main" id="{60EE1BFF-EB0B-CF12-82BF-606B86544393}"/>
              </a:ext>
            </a:extLst>
          </p:cNvPr>
          <p:cNvPicPr>
            <a:picLocks noChangeAspect="1"/>
          </p:cNvPicPr>
          <p:nvPr/>
        </p:nvPicPr>
        <p:blipFill>
          <a:blip r:embed="rId7"/>
          <a:stretch>
            <a:fillRect/>
          </a:stretch>
        </p:blipFill>
        <p:spPr>
          <a:xfrm>
            <a:off x="1143472" y="5939405"/>
            <a:ext cx="1658415" cy="564444"/>
          </a:xfrm>
          <a:prstGeom prst="rect">
            <a:avLst/>
          </a:prstGeom>
        </p:spPr>
      </p:pic>
      <p:pic>
        <p:nvPicPr>
          <p:cNvPr id="16" name="Picture 15">
            <a:extLst>
              <a:ext uri="{FF2B5EF4-FFF2-40B4-BE49-F238E27FC236}">
                <a16:creationId xmlns:a16="http://schemas.microsoft.com/office/drawing/2014/main" id="{1BA47C9A-519F-45B9-476F-4D26ACD52033}"/>
              </a:ext>
            </a:extLst>
          </p:cNvPr>
          <p:cNvPicPr>
            <a:picLocks noChangeAspect="1"/>
          </p:cNvPicPr>
          <p:nvPr/>
        </p:nvPicPr>
        <p:blipFill>
          <a:blip r:embed="rId8"/>
          <a:stretch>
            <a:fillRect/>
          </a:stretch>
        </p:blipFill>
        <p:spPr>
          <a:xfrm>
            <a:off x="7102500" y="5722361"/>
            <a:ext cx="2021903" cy="1027289"/>
          </a:xfrm>
          <a:prstGeom prst="rect">
            <a:avLst/>
          </a:prstGeom>
        </p:spPr>
      </p:pic>
    </p:spTree>
    <p:extLst>
      <p:ext uri="{BB962C8B-B14F-4D97-AF65-F5344CB8AC3E}">
        <p14:creationId xmlns:p14="http://schemas.microsoft.com/office/powerpoint/2010/main" val="35757084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F6BB9EF6-0B4A-79BA-2D9E-0584B3978D7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41126"/>
            <a:ext cx="11938827" cy="461665"/>
          </a:xfrm>
          <a:prstGeom prst="rect">
            <a:avLst/>
          </a:prstGeom>
          <a:solidFill>
            <a:schemeClr val="bg1"/>
          </a:solidFill>
        </p:spPr>
        <p:txBody>
          <a:bodyPr wrap="square">
            <a:spAutoFit/>
          </a:bodyPr>
          <a:lstStyle/>
          <a:p>
            <a:pPr algn="ctr"/>
            <a:r>
              <a:rPr lang="en-US" sz="2400" b="1" dirty="0">
                <a:solidFill>
                  <a:srgbClr val="FF0000"/>
                </a:solidFill>
                <a:latin typeface="Cambria" panose="02040503050406030204" pitchFamily="18" charset="0"/>
                <a:ea typeface="Cambria" panose="02040503050406030204" pitchFamily="18" charset="0"/>
              </a:rPr>
              <a:t>Solving Initial Value Problem</a:t>
            </a:r>
          </a:p>
        </p:txBody>
      </p:sp>
      <p:pic>
        <p:nvPicPr>
          <p:cNvPr id="13" name="Picture 12">
            <a:extLst>
              <a:ext uri="{FF2B5EF4-FFF2-40B4-BE49-F238E27FC236}">
                <a16:creationId xmlns:a16="http://schemas.microsoft.com/office/drawing/2014/main" id="{CD8E1FF1-C768-B5F7-A9BA-82D0F4AA75B8}"/>
              </a:ext>
            </a:extLst>
          </p:cNvPr>
          <p:cNvPicPr>
            <a:picLocks noChangeAspect="1"/>
          </p:cNvPicPr>
          <p:nvPr/>
        </p:nvPicPr>
        <p:blipFill>
          <a:blip r:embed="rId3"/>
          <a:stretch>
            <a:fillRect/>
          </a:stretch>
        </p:blipFill>
        <p:spPr>
          <a:xfrm>
            <a:off x="1972680" y="1253143"/>
            <a:ext cx="8246639" cy="1806222"/>
          </a:xfrm>
          <a:prstGeom prst="rect">
            <a:avLst/>
          </a:prstGeom>
        </p:spPr>
      </p:pic>
      <p:pic>
        <p:nvPicPr>
          <p:cNvPr id="3" name="Picture 2">
            <a:extLst>
              <a:ext uri="{FF2B5EF4-FFF2-40B4-BE49-F238E27FC236}">
                <a16:creationId xmlns:a16="http://schemas.microsoft.com/office/drawing/2014/main" id="{15A3603F-67BC-F7AE-666D-2728700A7250}"/>
              </a:ext>
            </a:extLst>
          </p:cNvPr>
          <p:cNvPicPr>
            <a:picLocks noChangeAspect="1"/>
          </p:cNvPicPr>
          <p:nvPr/>
        </p:nvPicPr>
        <p:blipFill>
          <a:blip r:embed="rId4"/>
          <a:stretch>
            <a:fillRect/>
          </a:stretch>
        </p:blipFill>
        <p:spPr>
          <a:xfrm>
            <a:off x="6095999" y="3429000"/>
            <a:ext cx="2930624" cy="965200"/>
          </a:xfrm>
          <a:prstGeom prst="rect">
            <a:avLst/>
          </a:prstGeom>
        </p:spPr>
      </p:pic>
      <p:pic>
        <p:nvPicPr>
          <p:cNvPr id="5" name="Picture 4">
            <a:extLst>
              <a:ext uri="{FF2B5EF4-FFF2-40B4-BE49-F238E27FC236}">
                <a16:creationId xmlns:a16="http://schemas.microsoft.com/office/drawing/2014/main" id="{8B06537F-4858-54BD-F389-5614D32CAD47}"/>
              </a:ext>
            </a:extLst>
          </p:cNvPr>
          <p:cNvPicPr>
            <a:picLocks noChangeAspect="1"/>
          </p:cNvPicPr>
          <p:nvPr/>
        </p:nvPicPr>
        <p:blipFill>
          <a:blip r:embed="rId5"/>
          <a:stretch>
            <a:fillRect/>
          </a:stretch>
        </p:blipFill>
        <p:spPr>
          <a:xfrm>
            <a:off x="2869811" y="3510769"/>
            <a:ext cx="2226365" cy="575733"/>
          </a:xfrm>
          <a:prstGeom prst="rect">
            <a:avLst/>
          </a:prstGeom>
        </p:spPr>
      </p:pic>
      <p:pic>
        <p:nvPicPr>
          <p:cNvPr id="4" name="Picture 3">
            <a:extLst>
              <a:ext uri="{FF2B5EF4-FFF2-40B4-BE49-F238E27FC236}">
                <a16:creationId xmlns:a16="http://schemas.microsoft.com/office/drawing/2014/main" id="{E7ABBC1B-9CBC-177D-D5BB-9C7D778F0F3F}"/>
              </a:ext>
            </a:extLst>
          </p:cNvPr>
          <p:cNvPicPr>
            <a:picLocks noChangeAspect="1"/>
          </p:cNvPicPr>
          <p:nvPr/>
        </p:nvPicPr>
        <p:blipFill>
          <a:blip r:embed="rId6"/>
          <a:stretch>
            <a:fillRect/>
          </a:stretch>
        </p:blipFill>
        <p:spPr>
          <a:xfrm>
            <a:off x="3853824" y="4845604"/>
            <a:ext cx="3248676" cy="790222"/>
          </a:xfrm>
          <a:prstGeom prst="rect">
            <a:avLst/>
          </a:prstGeom>
        </p:spPr>
      </p:pic>
      <p:pic>
        <p:nvPicPr>
          <p:cNvPr id="14" name="Picture 13">
            <a:extLst>
              <a:ext uri="{FF2B5EF4-FFF2-40B4-BE49-F238E27FC236}">
                <a16:creationId xmlns:a16="http://schemas.microsoft.com/office/drawing/2014/main" id="{60EE1BFF-EB0B-CF12-82BF-606B86544393}"/>
              </a:ext>
            </a:extLst>
          </p:cNvPr>
          <p:cNvPicPr>
            <a:picLocks noChangeAspect="1"/>
          </p:cNvPicPr>
          <p:nvPr/>
        </p:nvPicPr>
        <p:blipFill>
          <a:blip r:embed="rId7"/>
          <a:stretch>
            <a:fillRect/>
          </a:stretch>
        </p:blipFill>
        <p:spPr>
          <a:xfrm>
            <a:off x="1143472" y="5939405"/>
            <a:ext cx="1658415" cy="564444"/>
          </a:xfrm>
          <a:prstGeom prst="rect">
            <a:avLst/>
          </a:prstGeom>
        </p:spPr>
      </p:pic>
      <p:pic>
        <p:nvPicPr>
          <p:cNvPr id="16" name="Picture 15">
            <a:extLst>
              <a:ext uri="{FF2B5EF4-FFF2-40B4-BE49-F238E27FC236}">
                <a16:creationId xmlns:a16="http://schemas.microsoft.com/office/drawing/2014/main" id="{1BA47C9A-519F-45B9-476F-4D26ACD52033}"/>
              </a:ext>
            </a:extLst>
          </p:cNvPr>
          <p:cNvPicPr>
            <a:picLocks noChangeAspect="1"/>
          </p:cNvPicPr>
          <p:nvPr/>
        </p:nvPicPr>
        <p:blipFill>
          <a:blip r:embed="rId8"/>
          <a:stretch>
            <a:fillRect/>
          </a:stretch>
        </p:blipFill>
        <p:spPr>
          <a:xfrm>
            <a:off x="7102500" y="5722361"/>
            <a:ext cx="2021903" cy="1027289"/>
          </a:xfrm>
          <a:prstGeom prst="rect">
            <a:avLst/>
          </a:prstGeom>
        </p:spPr>
      </p:pic>
      <p:pic>
        <p:nvPicPr>
          <p:cNvPr id="7" name="Picture 6">
            <a:extLst>
              <a:ext uri="{FF2B5EF4-FFF2-40B4-BE49-F238E27FC236}">
                <a16:creationId xmlns:a16="http://schemas.microsoft.com/office/drawing/2014/main" id="{803BCB4A-4020-C1CB-3DA5-18BBDB8AEE55}"/>
              </a:ext>
            </a:extLst>
          </p:cNvPr>
          <p:cNvPicPr>
            <a:picLocks noChangeAspect="1"/>
          </p:cNvPicPr>
          <p:nvPr/>
        </p:nvPicPr>
        <p:blipFill>
          <a:blip r:embed="rId9"/>
          <a:stretch>
            <a:fillRect/>
          </a:stretch>
        </p:blipFill>
        <p:spPr>
          <a:xfrm>
            <a:off x="2771931" y="840508"/>
            <a:ext cx="5955240" cy="5524885"/>
          </a:xfrm>
          <a:prstGeom prst="rect">
            <a:avLst/>
          </a:prstGeom>
        </p:spPr>
      </p:pic>
    </p:spTree>
    <p:extLst>
      <p:ext uri="{BB962C8B-B14F-4D97-AF65-F5344CB8AC3E}">
        <p14:creationId xmlns:p14="http://schemas.microsoft.com/office/powerpoint/2010/main" val="9030371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F6BB9EF6-0B4A-79BA-2D9E-0584B3978D7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7138086" y="171105"/>
            <a:ext cx="4957260" cy="461665"/>
          </a:xfrm>
          <a:prstGeom prst="rect">
            <a:avLst/>
          </a:prstGeom>
          <a:solidFill>
            <a:schemeClr val="bg1"/>
          </a:solidFill>
        </p:spPr>
        <p:txBody>
          <a:bodyPr wrap="square">
            <a:spAutoFit/>
          </a:bodyPr>
          <a:lstStyle/>
          <a:p>
            <a:pPr algn="ctr"/>
            <a:r>
              <a:rPr lang="en-US" sz="2400" b="1">
                <a:solidFill>
                  <a:srgbClr val="FF0000"/>
                </a:solidFill>
                <a:latin typeface="Cambria" panose="02040503050406030204" pitchFamily="18" charset="0"/>
                <a:ea typeface="Cambria" panose="02040503050406030204" pitchFamily="18" charset="0"/>
              </a:rPr>
              <a:t>Love Affairs (Model 8)</a:t>
            </a:r>
            <a:endParaRPr lang="en-US" sz="2400" b="1" dirty="0">
              <a:solidFill>
                <a:srgbClr val="FF0000"/>
              </a:solidFill>
              <a:latin typeface="Cambria" panose="02040503050406030204" pitchFamily="18" charset="0"/>
              <a:ea typeface="Cambria" panose="02040503050406030204" pitchFamily="18" charset="0"/>
            </a:endParaRPr>
          </a:p>
        </p:txBody>
      </p:sp>
      <p:pic>
        <p:nvPicPr>
          <p:cNvPr id="11" name="Picture 10">
            <a:extLst>
              <a:ext uri="{FF2B5EF4-FFF2-40B4-BE49-F238E27FC236}">
                <a16:creationId xmlns:a16="http://schemas.microsoft.com/office/drawing/2014/main" id="{7C954807-A259-255C-21A2-3E0C6732D666}"/>
              </a:ext>
            </a:extLst>
          </p:cNvPr>
          <p:cNvPicPr>
            <a:picLocks noChangeAspect="1"/>
          </p:cNvPicPr>
          <p:nvPr/>
        </p:nvPicPr>
        <p:blipFill>
          <a:blip r:embed="rId3"/>
          <a:stretch>
            <a:fillRect/>
          </a:stretch>
        </p:blipFill>
        <p:spPr>
          <a:xfrm>
            <a:off x="4532141" y="2440459"/>
            <a:ext cx="6796985" cy="3799703"/>
          </a:xfrm>
          <a:prstGeom prst="rect">
            <a:avLst/>
          </a:prstGeom>
        </p:spPr>
      </p:pic>
      <p:pic>
        <p:nvPicPr>
          <p:cNvPr id="12" name="Picture 11">
            <a:extLst>
              <a:ext uri="{FF2B5EF4-FFF2-40B4-BE49-F238E27FC236}">
                <a16:creationId xmlns:a16="http://schemas.microsoft.com/office/drawing/2014/main" id="{F0241F0B-43DB-BCD3-2234-3368C6EA06A2}"/>
              </a:ext>
            </a:extLst>
          </p:cNvPr>
          <p:cNvPicPr>
            <a:picLocks noChangeAspect="1"/>
          </p:cNvPicPr>
          <p:nvPr/>
        </p:nvPicPr>
        <p:blipFill>
          <a:blip r:embed="rId4"/>
          <a:stretch>
            <a:fillRect/>
          </a:stretch>
        </p:blipFill>
        <p:spPr>
          <a:xfrm>
            <a:off x="96654" y="720542"/>
            <a:ext cx="7928586" cy="1495778"/>
          </a:xfrm>
          <a:prstGeom prst="rect">
            <a:avLst/>
          </a:prstGeom>
        </p:spPr>
      </p:pic>
      <p:pic>
        <p:nvPicPr>
          <p:cNvPr id="14" name="Picture 13">
            <a:extLst>
              <a:ext uri="{FF2B5EF4-FFF2-40B4-BE49-F238E27FC236}">
                <a16:creationId xmlns:a16="http://schemas.microsoft.com/office/drawing/2014/main" id="{63460A89-88A2-991A-B870-A8B5C301331C}"/>
              </a:ext>
            </a:extLst>
          </p:cNvPr>
          <p:cNvPicPr>
            <a:picLocks noChangeAspect="1"/>
          </p:cNvPicPr>
          <p:nvPr/>
        </p:nvPicPr>
        <p:blipFill>
          <a:blip r:embed="rId5"/>
          <a:stretch>
            <a:fillRect/>
          </a:stretch>
        </p:blipFill>
        <p:spPr>
          <a:xfrm>
            <a:off x="1186166" y="2717655"/>
            <a:ext cx="7640651" cy="2612708"/>
          </a:xfrm>
          <a:prstGeom prst="rect">
            <a:avLst/>
          </a:prstGeom>
        </p:spPr>
      </p:pic>
    </p:spTree>
    <p:extLst>
      <p:ext uri="{BB962C8B-B14F-4D97-AF65-F5344CB8AC3E}">
        <p14:creationId xmlns:p14="http://schemas.microsoft.com/office/powerpoint/2010/main" val="1071421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additive="base">
                                        <p:cTn id="20" dur="500" fill="hold"/>
                                        <p:tgtEl>
                                          <p:spTgt spid="14"/>
                                        </p:tgtEl>
                                        <p:attrNameLst>
                                          <p:attrName>ppt_x</p:attrName>
                                        </p:attrNameLst>
                                      </p:cBhvr>
                                      <p:tavLst>
                                        <p:tav tm="0">
                                          <p:val>
                                            <p:strVal val="#ppt_x"/>
                                          </p:val>
                                        </p:tav>
                                        <p:tav tm="100000">
                                          <p:val>
                                            <p:strVal val="#ppt_x"/>
                                          </p:val>
                                        </p:tav>
                                      </p:tavLst>
                                    </p:anim>
                                    <p:anim calcmode="lin" valueType="num">
                                      <p:cBhvr additive="base">
                                        <p:cTn id="2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F6BB9EF6-0B4A-79BA-2D9E-0584B3978D7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7138086" y="171105"/>
            <a:ext cx="4957260" cy="461665"/>
          </a:xfrm>
          <a:prstGeom prst="rect">
            <a:avLst/>
          </a:prstGeom>
          <a:solidFill>
            <a:schemeClr val="bg1"/>
          </a:solidFill>
        </p:spPr>
        <p:txBody>
          <a:bodyPr wrap="square">
            <a:spAutoFit/>
          </a:bodyPr>
          <a:lstStyle/>
          <a:p>
            <a:pPr algn="ctr"/>
            <a:r>
              <a:rPr lang="en-US" sz="2400" b="1" dirty="0">
                <a:solidFill>
                  <a:srgbClr val="FF0000"/>
                </a:solidFill>
                <a:latin typeface="Cambria" panose="02040503050406030204" pitchFamily="18" charset="0"/>
                <a:ea typeface="Cambria" panose="02040503050406030204" pitchFamily="18" charset="0"/>
              </a:rPr>
              <a:t>Love Affairs</a:t>
            </a:r>
          </a:p>
        </p:txBody>
      </p:sp>
      <p:pic>
        <p:nvPicPr>
          <p:cNvPr id="3" name="Picture 2">
            <a:extLst>
              <a:ext uri="{FF2B5EF4-FFF2-40B4-BE49-F238E27FC236}">
                <a16:creationId xmlns:a16="http://schemas.microsoft.com/office/drawing/2014/main" id="{E9810280-B1AD-4EAD-9E37-3E2FFE46E15D}"/>
              </a:ext>
            </a:extLst>
          </p:cNvPr>
          <p:cNvPicPr>
            <a:picLocks noChangeAspect="1"/>
          </p:cNvPicPr>
          <p:nvPr/>
        </p:nvPicPr>
        <p:blipFill>
          <a:blip r:embed="rId3"/>
          <a:stretch>
            <a:fillRect/>
          </a:stretch>
        </p:blipFill>
        <p:spPr>
          <a:xfrm>
            <a:off x="316875" y="849785"/>
            <a:ext cx="8246639" cy="2895600"/>
          </a:xfrm>
          <a:prstGeom prst="rect">
            <a:avLst/>
          </a:prstGeom>
        </p:spPr>
      </p:pic>
    </p:spTree>
    <p:extLst>
      <p:ext uri="{BB962C8B-B14F-4D97-AF65-F5344CB8AC3E}">
        <p14:creationId xmlns:p14="http://schemas.microsoft.com/office/powerpoint/2010/main" val="3504318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F6BB9EF6-0B4A-79BA-2D9E-0584B3978D7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7138086" y="171105"/>
            <a:ext cx="4957260" cy="461665"/>
          </a:xfrm>
          <a:prstGeom prst="rect">
            <a:avLst/>
          </a:prstGeom>
          <a:solidFill>
            <a:schemeClr val="bg1"/>
          </a:solidFill>
        </p:spPr>
        <p:txBody>
          <a:bodyPr wrap="square">
            <a:spAutoFit/>
          </a:bodyPr>
          <a:lstStyle/>
          <a:p>
            <a:pPr algn="ctr"/>
            <a:r>
              <a:rPr lang="en-US" sz="2400" b="1" dirty="0">
                <a:solidFill>
                  <a:srgbClr val="FF0000"/>
                </a:solidFill>
                <a:latin typeface="Cambria" panose="02040503050406030204" pitchFamily="18" charset="0"/>
                <a:ea typeface="Cambria" panose="02040503050406030204" pitchFamily="18" charset="0"/>
              </a:rPr>
              <a:t>Love Affairs</a:t>
            </a:r>
          </a:p>
        </p:txBody>
      </p:sp>
      <p:pic>
        <p:nvPicPr>
          <p:cNvPr id="3" name="Picture 2">
            <a:extLst>
              <a:ext uri="{FF2B5EF4-FFF2-40B4-BE49-F238E27FC236}">
                <a16:creationId xmlns:a16="http://schemas.microsoft.com/office/drawing/2014/main" id="{E9810280-B1AD-4EAD-9E37-3E2FFE46E15D}"/>
              </a:ext>
            </a:extLst>
          </p:cNvPr>
          <p:cNvPicPr>
            <a:picLocks noChangeAspect="1"/>
          </p:cNvPicPr>
          <p:nvPr/>
        </p:nvPicPr>
        <p:blipFill>
          <a:blip r:embed="rId3"/>
          <a:stretch>
            <a:fillRect/>
          </a:stretch>
        </p:blipFill>
        <p:spPr>
          <a:xfrm>
            <a:off x="316875" y="849785"/>
            <a:ext cx="8246639" cy="2895600"/>
          </a:xfrm>
          <a:prstGeom prst="rect">
            <a:avLst/>
          </a:prstGeom>
        </p:spPr>
      </p:pic>
      <p:pic>
        <p:nvPicPr>
          <p:cNvPr id="4" name="Picture 3">
            <a:extLst>
              <a:ext uri="{FF2B5EF4-FFF2-40B4-BE49-F238E27FC236}">
                <a16:creationId xmlns:a16="http://schemas.microsoft.com/office/drawing/2014/main" id="{881DF856-8C30-52FB-6C46-5757F73CBEDD}"/>
              </a:ext>
            </a:extLst>
          </p:cNvPr>
          <p:cNvPicPr>
            <a:picLocks noChangeAspect="1"/>
          </p:cNvPicPr>
          <p:nvPr/>
        </p:nvPicPr>
        <p:blipFill>
          <a:blip r:embed="rId4"/>
          <a:stretch>
            <a:fillRect/>
          </a:stretch>
        </p:blipFill>
        <p:spPr>
          <a:xfrm>
            <a:off x="7458006" y="4593784"/>
            <a:ext cx="3157804" cy="1981200"/>
          </a:xfrm>
          <a:prstGeom prst="rect">
            <a:avLst/>
          </a:prstGeom>
        </p:spPr>
      </p:pic>
      <p:sp>
        <p:nvSpPr>
          <p:cNvPr id="5" name="TextBox 4">
            <a:extLst>
              <a:ext uri="{FF2B5EF4-FFF2-40B4-BE49-F238E27FC236}">
                <a16:creationId xmlns:a16="http://schemas.microsoft.com/office/drawing/2014/main" id="{C1DCEACB-DCC1-CDF5-2616-1EBD175C41AD}"/>
              </a:ext>
            </a:extLst>
          </p:cNvPr>
          <p:cNvSpPr txBox="1"/>
          <p:nvPr/>
        </p:nvSpPr>
        <p:spPr>
          <a:xfrm>
            <a:off x="741404" y="5004486"/>
            <a:ext cx="6396682" cy="1200329"/>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b="1" dirty="0">
                <a:latin typeface="Cambria" panose="02040503050406030204" pitchFamily="18" charset="0"/>
                <a:ea typeface="Cambria" panose="02040503050406030204" pitchFamily="18" charset="0"/>
              </a:rPr>
              <a:t>Never ending cycles of love and hate</a:t>
            </a:r>
          </a:p>
          <a:p>
            <a:pPr marL="285750" indent="-285750">
              <a:buFont typeface="Arial" panose="020B0604020202020204" pitchFamily="34" charset="0"/>
              <a:buChar char="•"/>
            </a:pPr>
            <a:r>
              <a:rPr lang="en-US" b="1" dirty="0">
                <a:latin typeface="Cambria" panose="02040503050406030204" pitchFamily="18" charset="0"/>
                <a:ea typeface="Cambria" panose="02040503050406030204" pitchFamily="18" charset="0"/>
              </a:rPr>
              <a:t>Governing system has center at (0,0)</a:t>
            </a:r>
          </a:p>
          <a:p>
            <a:pPr marL="285750" indent="-285750">
              <a:buFont typeface="Arial" panose="020B0604020202020204" pitchFamily="34" charset="0"/>
              <a:buChar char="•"/>
            </a:pPr>
            <a:r>
              <a:rPr lang="en-US" b="1" dirty="0">
                <a:latin typeface="Cambria" panose="02040503050406030204" pitchFamily="18" charset="0"/>
                <a:ea typeface="Cambria" panose="02040503050406030204" pitchFamily="18" charset="0"/>
              </a:rPr>
              <a:t>They manage love simultaneously one quarter of time</a:t>
            </a:r>
          </a:p>
          <a:p>
            <a:endParaRPr lang="en-IN"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11136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351B-ED55-752A-8FE9-786D45C5959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1D2A52-3E4D-AA71-C8B3-E6B0F10BF25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0973544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0DF66FE-B718-B52D-1344-78FA5B28B5D7}"/>
              </a:ext>
            </a:extLst>
          </p:cNvPr>
          <p:cNvPicPr>
            <a:picLocks noChangeAspect="1"/>
          </p:cNvPicPr>
          <p:nvPr/>
        </p:nvPicPr>
        <p:blipFill>
          <a:blip r:embed="rId2"/>
          <a:stretch>
            <a:fillRect/>
          </a:stretch>
        </p:blipFill>
        <p:spPr>
          <a:xfrm>
            <a:off x="2044272" y="408821"/>
            <a:ext cx="8632845" cy="2133600"/>
          </a:xfrm>
          <a:prstGeom prst="rect">
            <a:avLst/>
          </a:prstGeom>
        </p:spPr>
      </p:pic>
      <p:pic>
        <p:nvPicPr>
          <p:cNvPr id="10" name="Picture 9">
            <a:extLst>
              <a:ext uri="{FF2B5EF4-FFF2-40B4-BE49-F238E27FC236}">
                <a16:creationId xmlns:a16="http://schemas.microsoft.com/office/drawing/2014/main" id="{E93799DA-C0D8-7F56-F801-12BF1EE2575E}"/>
              </a:ext>
            </a:extLst>
          </p:cNvPr>
          <p:cNvPicPr>
            <a:picLocks noChangeAspect="1"/>
          </p:cNvPicPr>
          <p:nvPr/>
        </p:nvPicPr>
        <p:blipFill>
          <a:blip r:embed="rId3"/>
          <a:stretch>
            <a:fillRect/>
          </a:stretch>
        </p:blipFill>
        <p:spPr>
          <a:xfrm>
            <a:off x="2139129" y="3098948"/>
            <a:ext cx="8314793" cy="2280356"/>
          </a:xfrm>
          <a:prstGeom prst="rect">
            <a:avLst/>
          </a:prstGeom>
        </p:spPr>
      </p:pic>
    </p:spTree>
    <p:extLst>
      <p:ext uri="{BB962C8B-B14F-4D97-AF65-F5344CB8AC3E}">
        <p14:creationId xmlns:p14="http://schemas.microsoft.com/office/powerpoint/2010/main" val="1156458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A77CDD2A-AFD3-0864-6D67-957A858D6745}"/>
              </a:ext>
            </a:extLst>
          </p:cNvPr>
          <p:cNvPicPr>
            <a:picLocks noChangeAspect="1"/>
          </p:cNvPicPr>
          <p:nvPr/>
        </p:nvPicPr>
        <p:blipFill rotWithShape="1">
          <a:blip r:embed="rId2">
            <a:alphaModFix amt="70000"/>
          </a:blip>
          <a:srcRect r="-1" b="3428"/>
          <a:stretch/>
        </p:blipFill>
        <p:spPr>
          <a:xfrm>
            <a:off x="0" y="0"/>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7" name="TextBox 26">
            <a:extLst>
              <a:ext uri="{FF2B5EF4-FFF2-40B4-BE49-F238E27FC236}">
                <a16:creationId xmlns:a16="http://schemas.microsoft.com/office/drawing/2014/main" id="{672DC67C-7211-3BCA-2C29-FFE14165ABFE}"/>
              </a:ext>
            </a:extLst>
          </p:cNvPr>
          <p:cNvSpPr txBox="1"/>
          <p:nvPr/>
        </p:nvSpPr>
        <p:spPr>
          <a:xfrm>
            <a:off x="753998" y="508687"/>
            <a:ext cx="10335235" cy="2308324"/>
          </a:xfrm>
          <a:prstGeom prst="rect">
            <a:avLst/>
          </a:prstGeom>
          <a:solidFill>
            <a:schemeClr val="bg1"/>
          </a:solidFill>
        </p:spPr>
        <p:txBody>
          <a:bodyPr wrap="square">
            <a:spAutoFit/>
          </a:bodyPr>
          <a:lstStyle/>
          <a:p>
            <a:pPr algn="l" fontAlgn="base"/>
            <a:r>
              <a:rPr lang="en-US" sz="3200" b="1" i="0" dirty="0">
                <a:solidFill>
                  <a:srgbClr val="FF0000"/>
                </a:solidFill>
                <a:effectLst/>
                <a:latin typeface="Cambria" panose="02040503050406030204" pitchFamily="18" charset="0"/>
                <a:ea typeface="Cambria" panose="02040503050406030204" pitchFamily="18" charset="0"/>
              </a:rPr>
              <a:t>Overall Target</a:t>
            </a:r>
          </a:p>
          <a:p>
            <a:pPr algn="l" fontAlgn="base">
              <a:buFont typeface="Arial" panose="020B0604020202020204" pitchFamily="34" charset="0"/>
              <a:buChar char="•"/>
            </a:pPr>
            <a:r>
              <a:rPr lang="en-US" sz="2800" i="1" dirty="0">
                <a:solidFill>
                  <a:srgbClr val="0070C0"/>
                </a:solidFill>
                <a:latin typeface="Cambria" panose="02040503050406030204" pitchFamily="18" charset="0"/>
                <a:ea typeface="Cambria" panose="02040503050406030204" pitchFamily="18" charset="0"/>
              </a:rPr>
              <a:t> Numerical solution of nonlinear ordinary</a:t>
            </a:r>
          </a:p>
          <a:p>
            <a:pPr algn="l" fontAlgn="base"/>
            <a:r>
              <a:rPr lang="en-US" sz="2800" i="1" dirty="0">
                <a:solidFill>
                  <a:srgbClr val="0070C0"/>
                </a:solidFill>
                <a:latin typeface="Cambria" panose="02040503050406030204" pitchFamily="18" charset="0"/>
                <a:ea typeface="Cambria" panose="02040503050406030204" pitchFamily="18" charset="0"/>
              </a:rPr>
              <a:t>   differential equations</a:t>
            </a:r>
          </a:p>
          <a:p>
            <a:pPr marL="457200" indent="-457200" algn="l" fontAlgn="base">
              <a:buFont typeface="Arial" panose="020B0604020202020204" pitchFamily="34" charset="0"/>
              <a:buChar char="•"/>
            </a:pPr>
            <a:r>
              <a:rPr lang="en-US" sz="2800" b="0" i="1" dirty="0">
                <a:solidFill>
                  <a:srgbClr val="0070C0"/>
                </a:solidFill>
                <a:effectLst/>
                <a:latin typeface="Cambria" panose="02040503050406030204" pitchFamily="18" charset="0"/>
                <a:ea typeface="Cambria" panose="02040503050406030204" pitchFamily="18" charset="0"/>
              </a:rPr>
              <a:t>Modelling disease, emergence of chaos,</a:t>
            </a:r>
          </a:p>
          <a:p>
            <a:pPr algn="l" fontAlgn="base"/>
            <a:r>
              <a:rPr lang="en-US" sz="2800" b="0" i="1" dirty="0">
                <a:solidFill>
                  <a:srgbClr val="0070C0"/>
                </a:solidFill>
                <a:effectLst/>
                <a:latin typeface="Cambria" panose="02040503050406030204" pitchFamily="18" charset="0"/>
                <a:ea typeface="Cambria" panose="02040503050406030204" pitchFamily="18" charset="0"/>
              </a:rPr>
              <a:t>      chaos in physical systems</a:t>
            </a:r>
            <a:endParaRPr lang="en-US" b="0" i="1" dirty="0">
              <a:solidFill>
                <a:srgbClr val="0070C0"/>
              </a:solidFill>
              <a:effectLst/>
              <a:latin typeface="Cambria" panose="02040503050406030204" pitchFamily="18" charset="0"/>
              <a:ea typeface="Cambria" panose="02040503050406030204" pitchFamily="18" charset="0"/>
            </a:endParaRPr>
          </a:p>
        </p:txBody>
      </p:sp>
      <p:grpSp>
        <p:nvGrpSpPr>
          <p:cNvPr id="7" name="Group 6">
            <a:extLst>
              <a:ext uri="{FF2B5EF4-FFF2-40B4-BE49-F238E27FC236}">
                <a16:creationId xmlns:a16="http://schemas.microsoft.com/office/drawing/2014/main" id="{CEAA0978-1298-7B9F-6FC2-46B0C4206016}"/>
              </a:ext>
            </a:extLst>
          </p:cNvPr>
          <p:cNvGrpSpPr/>
          <p:nvPr/>
        </p:nvGrpSpPr>
        <p:grpSpPr>
          <a:xfrm>
            <a:off x="2988733" y="989644"/>
            <a:ext cx="6841067" cy="5131755"/>
            <a:chOff x="1288520" y="2632345"/>
            <a:chExt cx="5634541" cy="3870056"/>
          </a:xfrm>
        </p:grpSpPr>
        <p:pic>
          <p:nvPicPr>
            <p:cNvPr id="3" name="Picture 2" descr="Graphical user interface&#10;&#10;Description automatically generated">
              <a:extLst>
                <a:ext uri="{FF2B5EF4-FFF2-40B4-BE49-F238E27FC236}">
                  <a16:creationId xmlns:a16="http://schemas.microsoft.com/office/drawing/2014/main" id="{3ED023DB-2809-9182-40D3-37474647DF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8520" y="2946101"/>
              <a:ext cx="5634541" cy="3556300"/>
            </a:xfrm>
            <a:prstGeom prst="rect">
              <a:avLst/>
            </a:prstGeom>
          </p:spPr>
        </p:pic>
        <p:sp>
          <p:nvSpPr>
            <p:cNvPr id="6" name="TextBox 5">
              <a:extLst>
                <a:ext uri="{FF2B5EF4-FFF2-40B4-BE49-F238E27FC236}">
                  <a16:creationId xmlns:a16="http://schemas.microsoft.com/office/drawing/2014/main" id="{BBFEC18D-C38B-9AE3-3F71-4FA3214D957F}"/>
                </a:ext>
              </a:extLst>
            </p:cNvPr>
            <p:cNvSpPr txBox="1"/>
            <p:nvPr/>
          </p:nvSpPr>
          <p:spPr>
            <a:xfrm>
              <a:off x="1288520" y="2632345"/>
              <a:ext cx="5634541" cy="369332"/>
            </a:xfrm>
            <a:prstGeom prst="rect">
              <a:avLst/>
            </a:prstGeom>
            <a:solidFill>
              <a:schemeClr val="bg1"/>
            </a:solidFill>
          </p:spPr>
          <p:txBody>
            <a:bodyPr wrap="square">
              <a:spAutoFit/>
            </a:bodyPr>
            <a:lstStyle/>
            <a:p>
              <a:r>
                <a:rPr lang="en-US" b="1" i="0" dirty="0">
                  <a:solidFill>
                    <a:srgbClr val="0070C0"/>
                  </a:solidFill>
                  <a:effectLst/>
                  <a:latin typeface="Cambria" panose="02040503050406030204" pitchFamily="18" charset="0"/>
                  <a:ea typeface="Cambria" panose="02040503050406030204" pitchFamily="18" charset="0"/>
                </a:rPr>
                <a:t>Me after every single differential equations test.</a:t>
              </a:r>
              <a:endParaRPr lang="en-IN" b="1" dirty="0">
                <a:solidFill>
                  <a:srgbClr val="0070C0"/>
                </a:solidFill>
                <a:latin typeface="Cambria" panose="02040503050406030204" pitchFamily="18" charset="0"/>
                <a:ea typeface="Cambria" panose="02040503050406030204" pitchFamily="18" charset="0"/>
              </a:endParaRPr>
            </a:p>
          </p:txBody>
        </p:sp>
      </p:grpSp>
    </p:spTree>
    <p:extLst>
      <p:ext uri="{BB962C8B-B14F-4D97-AF65-F5344CB8AC3E}">
        <p14:creationId xmlns:p14="http://schemas.microsoft.com/office/powerpoint/2010/main" val="3665747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2773</TotalTime>
  <Words>3059</Words>
  <Application>Microsoft Office PowerPoint</Application>
  <PresentationFormat>Widescreen</PresentationFormat>
  <Paragraphs>319</Paragraphs>
  <Slides>59</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Arial</vt:lpstr>
      <vt:lpstr>Calibri</vt:lpstr>
      <vt:lpstr>Calibri Light</vt:lpstr>
      <vt:lpstr>Cambria</vt:lpstr>
      <vt:lpstr>Cambria Math</vt:lpstr>
      <vt:lpstr>Century Gothic</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Euler’s Method: Tangent Line Approximation</vt:lpstr>
      <vt:lpstr>PowerPoint Presentation</vt:lpstr>
      <vt:lpstr>PowerPoint Presentation</vt:lpstr>
      <vt:lpstr>PowerPoint Presentation</vt:lpstr>
      <vt:lpstr>PowerPoint Presentation</vt:lpstr>
      <vt:lpstr>PowerPoint Presentation</vt:lpstr>
      <vt:lpstr>PowerPoint Presentation</vt:lpstr>
      <vt:lpstr>RC Circuit: Charging Capacitor</vt:lpstr>
      <vt:lpstr>RC Circuit: Charging Capacitor</vt:lpstr>
      <vt:lpstr>RC Circuit: Charging Capacitor</vt:lpstr>
      <vt:lpstr>PowerPoint Presentation</vt:lpstr>
      <vt:lpstr>Logistic equation (Model 3)</vt:lpstr>
      <vt:lpstr>Logistic equation (Model 3)</vt:lpstr>
      <vt:lpstr>Logistic equation (Model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Chittaranjan Hens</dc:creator>
  <cp:lastModifiedBy>Chittaranjan Hens</cp:lastModifiedBy>
  <cp:revision>29</cp:revision>
  <dcterms:created xsi:type="dcterms:W3CDTF">2023-01-03T06:28:25Z</dcterms:created>
  <dcterms:modified xsi:type="dcterms:W3CDTF">2026-01-18T05:57:01Z</dcterms:modified>
</cp:coreProperties>
</file>